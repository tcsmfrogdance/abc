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3"/>
  </p:notesMasterIdLst>
  <p:handoutMasterIdLst>
    <p:handoutMasterId r:id="rId14"/>
  </p:handoutMasterIdLst>
  <p:sldIdLst>
    <p:sldId id="257" r:id="rId2"/>
    <p:sldId id="262" r:id="rId3"/>
    <p:sldId id="323" r:id="rId4"/>
    <p:sldId id="322" r:id="rId5"/>
    <p:sldId id="260" r:id="rId6"/>
    <p:sldId id="324" r:id="rId7"/>
    <p:sldId id="261" r:id="rId8"/>
    <p:sldId id="264" r:id="rId9"/>
    <p:sldId id="263" r:id="rId10"/>
    <p:sldId id="325" r:id="rId11"/>
    <p:sldId id="327" r:id="rId12"/>
  </p:sldIdLst>
  <p:sldSz cx="9144000" cy="5143500" type="screen16x9"/>
  <p:notesSz cx="6858000" cy="9144000"/>
  <p:embeddedFontLst>
    <p:embeddedFont>
      <p:font typeface="Catamaran" panose="020B0604020202020204" charset="0"/>
      <p:regular r:id="rId15"/>
      <p:bold r:id="rId16"/>
    </p:embeddedFont>
    <p:embeddedFont>
      <p:font typeface="Comfortaa" panose="020B0604020202020204" charset="0"/>
      <p:regular r:id="rId17"/>
      <p:bold r:id="rId18"/>
    </p:embeddedFont>
    <p:embeddedFont>
      <p:font typeface="Roboto Slab Regular" pitchFamily="2" charset="0"/>
      <p:regular r:id="rId19"/>
      <p:bold r:id="rId20"/>
    </p:embeddedFont>
    <p:embeddedFont>
      <p:font typeface="Vibur" panose="020B0604020202020204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9F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1DC9552-24CF-4015-B27A-E6632405FCE3}">
  <a:tblStyle styleId="{B1DC9552-24CF-4015-B27A-E6632405FCE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2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70DAC82-48DA-41A8-A3BD-B8D7110EAA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3CB8AB-1D57-42AF-84AE-36F5FD4FA8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9FEB4A-FFAB-4655-A2E4-FAEDD48C81B7}" type="datetimeFigureOut">
              <a:rPr lang="en-US" smtClean="0"/>
              <a:t>6/30/2021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B77819-CE8C-42AB-9F07-625F91D662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94E5AA-4B93-40EA-9382-27196481E83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5C201-555D-4AC9-9109-1CC51C0171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3756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gabf9762155_0_2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9" name="Google Shape;1619;gabf9762155_0_2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gbcae92054a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4" name="Google Shape;1774;gbcae92054a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2014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gbcae92054a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4" name="Google Shape;1774;gbcae92054a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89051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gba464eb604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3" name="Google Shape;1673;gba464eb604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gba464eb604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3" name="Google Shape;1673;gba464eb604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27697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gd38073794d_0_3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5" name="Google Shape;1725;gd38073794d_0_3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gd4d592a5c7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4" name="Google Shape;1914;gd4d592a5c7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gd3373fd7fb_0_65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4" name="Google Shape;1834;gd3373fd7fb_0_65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gd4d592a5c7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4" name="Google Shape;1914;gd4d592a5c7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1235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3278250" y="2532650"/>
            <a:ext cx="2587500" cy="6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3"/>
          <p:cNvSpPr txBox="1">
            <a:spLocks noGrp="1"/>
          </p:cNvSpPr>
          <p:nvPr>
            <p:ph type="subTitle" idx="1"/>
          </p:nvPr>
        </p:nvSpPr>
        <p:spPr>
          <a:xfrm>
            <a:off x="3192450" y="3213963"/>
            <a:ext cx="27591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 Slab Regular"/>
              <a:buNone/>
              <a:defRPr sz="1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 Slab Regular"/>
              <a:buNone/>
              <a:defRPr sz="2100">
                <a:solidFill>
                  <a:schemeClr val="dk1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 Slab Regular"/>
              <a:buNone/>
              <a:defRPr sz="2100">
                <a:solidFill>
                  <a:schemeClr val="dk1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 Slab Regular"/>
              <a:buNone/>
              <a:defRPr sz="2100">
                <a:solidFill>
                  <a:schemeClr val="dk1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 Slab Regular"/>
              <a:buNone/>
              <a:defRPr sz="2100">
                <a:solidFill>
                  <a:schemeClr val="dk1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 Slab Regular"/>
              <a:buNone/>
              <a:defRPr sz="2100">
                <a:solidFill>
                  <a:schemeClr val="dk1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 Slab Regular"/>
              <a:buNone/>
              <a:defRPr sz="2100">
                <a:solidFill>
                  <a:schemeClr val="dk1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 Slab Regular"/>
              <a:buNone/>
              <a:defRPr sz="2100">
                <a:solidFill>
                  <a:schemeClr val="dk1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 Slab Regular"/>
              <a:buNone/>
              <a:defRPr sz="2100">
                <a:solidFill>
                  <a:schemeClr val="dk1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9pPr>
          </a:lstStyle>
          <a:p>
            <a:endParaRPr/>
          </a:p>
        </p:txBody>
      </p:sp>
      <p:sp>
        <p:nvSpPr>
          <p:cNvPr id="84" name="Google Shape;84;p3"/>
          <p:cNvSpPr txBox="1">
            <a:spLocks noGrp="1"/>
          </p:cNvSpPr>
          <p:nvPr>
            <p:ph type="title" idx="2" hasCustomPrompt="1"/>
          </p:nvPr>
        </p:nvSpPr>
        <p:spPr>
          <a:xfrm>
            <a:off x="3507450" y="1220213"/>
            <a:ext cx="2129100" cy="137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0000">
                <a:latin typeface="Comfortaa"/>
                <a:ea typeface="Comfortaa"/>
                <a:cs typeface="Comfortaa"/>
                <a:sym typeface="Comforta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grpSp>
        <p:nvGrpSpPr>
          <p:cNvPr id="85" name="Google Shape;85;p3"/>
          <p:cNvGrpSpPr/>
          <p:nvPr/>
        </p:nvGrpSpPr>
        <p:grpSpPr>
          <a:xfrm>
            <a:off x="490201" y="2041207"/>
            <a:ext cx="2037701" cy="1610804"/>
            <a:chOff x="855987" y="2204128"/>
            <a:chExt cx="1217483" cy="962421"/>
          </a:xfrm>
        </p:grpSpPr>
        <p:grpSp>
          <p:nvGrpSpPr>
            <p:cNvPr id="86" name="Google Shape;86;p3"/>
            <p:cNvGrpSpPr/>
            <p:nvPr/>
          </p:nvGrpSpPr>
          <p:grpSpPr>
            <a:xfrm>
              <a:off x="855987" y="2204128"/>
              <a:ext cx="1146639" cy="962421"/>
              <a:chOff x="958238" y="2157575"/>
              <a:chExt cx="1115191" cy="936025"/>
            </a:xfrm>
          </p:grpSpPr>
          <p:sp>
            <p:nvSpPr>
              <p:cNvPr id="87" name="Google Shape;87;p3"/>
              <p:cNvSpPr/>
              <p:nvPr/>
            </p:nvSpPr>
            <p:spPr>
              <a:xfrm>
                <a:off x="1253863" y="2157575"/>
                <a:ext cx="492600" cy="49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>
                <a:off x="1441088" y="2325100"/>
                <a:ext cx="492600" cy="49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997663" y="2334950"/>
                <a:ext cx="492600" cy="49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958238" y="2551725"/>
                <a:ext cx="492600" cy="49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3"/>
              <p:cNvSpPr/>
              <p:nvPr/>
            </p:nvSpPr>
            <p:spPr>
              <a:xfrm>
                <a:off x="1165163" y="2601000"/>
                <a:ext cx="492600" cy="49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3"/>
              <p:cNvSpPr/>
              <p:nvPr/>
            </p:nvSpPr>
            <p:spPr>
              <a:xfrm>
                <a:off x="1450928" y="2561600"/>
                <a:ext cx="622500" cy="49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3" name="Google Shape;93;p3"/>
            <p:cNvSpPr/>
            <p:nvPr/>
          </p:nvSpPr>
          <p:spPr>
            <a:xfrm>
              <a:off x="926851" y="2206843"/>
              <a:ext cx="1146619" cy="869887"/>
            </a:xfrm>
            <a:custGeom>
              <a:avLst/>
              <a:gdLst/>
              <a:ahLst/>
              <a:cxnLst/>
              <a:rect l="l" t="t" r="r" b="b"/>
              <a:pathLst>
                <a:path w="6074" h="4608" extrusionOk="0">
                  <a:moveTo>
                    <a:pt x="1749" y="936"/>
                  </a:moveTo>
                  <a:cubicBezTo>
                    <a:pt x="1968" y="985"/>
                    <a:pt x="2187" y="1131"/>
                    <a:pt x="2284" y="1325"/>
                  </a:cubicBezTo>
                  <a:cubicBezTo>
                    <a:pt x="2284" y="1398"/>
                    <a:pt x="2260" y="1446"/>
                    <a:pt x="2211" y="1471"/>
                  </a:cubicBezTo>
                  <a:cubicBezTo>
                    <a:pt x="2162" y="1519"/>
                    <a:pt x="2114" y="1519"/>
                    <a:pt x="2065" y="1544"/>
                  </a:cubicBezTo>
                  <a:cubicBezTo>
                    <a:pt x="1871" y="1544"/>
                    <a:pt x="1725" y="1276"/>
                    <a:pt x="1677" y="1155"/>
                  </a:cubicBezTo>
                  <a:lnTo>
                    <a:pt x="1677" y="1131"/>
                  </a:lnTo>
                  <a:cubicBezTo>
                    <a:pt x="1701" y="1058"/>
                    <a:pt x="1725" y="1009"/>
                    <a:pt x="1749" y="936"/>
                  </a:cubicBezTo>
                  <a:close/>
                  <a:moveTo>
                    <a:pt x="3936" y="1301"/>
                  </a:moveTo>
                  <a:lnTo>
                    <a:pt x="3936" y="1301"/>
                  </a:lnTo>
                  <a:cubicBezTo>
                    <a:pt x="3960" y="1446"/>
                    <a:pt x="3936" y="1616"/>
                    <a:pt x="3839" y="1762"/>
                  </a:cubicBezTo>
                  <a:cubicBezTo>
                    <a:pt x="3790" y="1714"/>
                    <a:pt x="3814" y="1495"/>
                    <a:pt x="3936" y="1301"/>
                  </a:cubicBezTo>
                  <a:close/>
                  <a:moveTo>
                    <a:pt x="750" y="2166"/>
                  </a:moveTo>
                  <a:cubicBezTo>
                    <a:pt x="776" y="2166"/>
                    <a:pt x="802" y="2169"/>
                    <a:pt x="826" y="2175"/>
                  </a:cubicBezTo>
                  <a:cubicBezTo>
                    <a:pt x="1142" y="2199"/>
                    <a:pt x="1264" y="2394"/>
                    <a:pt x="1264" y="2564"/>
                  </a:cubicBezTo>
                  <a:cubicBezTo>
                    <a:pt x="1264" y="2661"/>
                    <a:pt x="1166" y="2758"/>
                    <a:pt x="1045" y="2782"/>
                  </a:cubicBezTo>
                  <a:cubicBezTo>
                    <a:pt x="996" y="2758"/>
                    <a:pt x="924" y="2758"/>
                    <a:pt x="875" y="2734"/>
                  </a:cubicBezTo>
                  <a:cubicBezTo>
                    <a:pt x="705" y="2612"/>
                    <a:pt x="583" y="2442"/>
                    <a:pt x="535" y="2248"/>
                  </a:cubicBezTo>
                  <a:cubicBezTo>
                    <a:pt x="590" y="2193"/>
                    <a:pt x="672" y="2166"/>
                    <a:pt x="750" y="2166"/>
                  </a:cubicBezTo>
                  <a:close/>
                  <a:moveTo>
                    <a:pt x="5199" y="2588"/>
                  </a:moveTo>
                  <a:cubicBezTo>
                    <a:pt x="5078" y="2855"/>
                    <a:pt x="4883" y="3025"/>
                    <a:pt x="4762" y="3025"/>
                  </a:cubicBezTo>
                  <a:cubicBezTo>
                    <a:pt x="4713" y="3025"/>
                    <a:pt x="4665" y="3001"/>
                    <a:pt x="4640" y="2977"/>
                  </a:cubicBezTo>
                  <a:cubicBezTo>
                    <a:pt x="4567" y="2855"/>
                    <a:pt x="4592" y="2807"/>
                    <a:pt x="4592" y="2782"/>
                  </a:cubicBezTo>
                  <a:cubicBezTo>
                    <a:pt x="4640" y="2685"/>
                    <a:pt x="4883" y="2588"/>
                    <a:pt x="5150" y="2588"/>
                  </a:cubicBezTo>
                  <a:close/>
                  <a:moveTo>
                    <a:pt x="3596" y="3293"/>
                  </a:moveTo>
                  <a:cubicBezTo>
                    <a:pt x="3596" y="3293"/>
                    <a:pt x="3620" y="3317"/>
                    <a:pt x="3620" y="3317"/>
                  </a:cubicBezTo>
                  <a:cubicBezTo>
                    <a:pt x="3669" y="3390"/>
                    <a:pt x="3644" y="3608"/>
                    <a:pt x="3426" y="3851"/>
                  </a:cubicBezTo>
                  <a:cubicBezTo>
                    <a:pt x="3353" y="3754"/>
                    <a:pt x="3328" y="3633"/>
                    <a:pt x="3377" y="3511"/>
                  </a:cubicBezTo>
                  <a:cubicBezTo>
                    <a:pt x="3401" y="3414"/>
                    <a:pt x="3474" y="3341"/>
                    <a:pt x="3596" y="3317"/>
                  </a:cubicBezTo>
                  <a:lnTo>
                    <a:pt x="3596" y="3293"/>
                  </a:lnTo>
                  <a:close/>
                  <a:moveTo>
                    <a:pt x="1822" y="3366"/>
                  </a:moveTo>
                  <a:cubicBezTo>
                    <a:pt x="1847" y="3366"/>
                    <a:pt x="1944" y="3366"/>
                    <a:pt x="1968" y="3487"/>
                  </a:cubicBezTo>
                  <a:cubicBezTo>
                    <a:pt x="1944" y="3754"/>
                    <a:pt x="1798" y="3997"/>
                    <a:pt x="1555" y="4094"/>
                  </a:cubicBezTo>
                  <a:cubicBezTo>
                    <a:pt x="1482" y="3924"/>
                    <a:pt x="1507" y="3706"/>
                    <a:pt x="1604" y="3511"/>
                  </a:cubicBezTo>
                  <a:cubicBezTo>
                    <a:pt x="1652" y="3438"/>
                    <a:pt x="1725" y="3366"/>
                    <a:pt x="1822" y="3366"/>
                  </a:cubicBezTo>
                  <a:close/>
                  <a:moveTo>
                    <a:pt x="2745" y="159"/>
                  </a:moveTo>
                  <a:cubicBezTo>
                    <a:pt x="2867" y="159"/>
                    <a:pt x="3013" y="183"/>
                    <a:pt x="3158" y="256"/>
                  </a:cubicBezTo>
                  <a:cubicBezTo>
                    <a:pt x="3523" y="378"/>
                    <a:pt x="3814" y="693"/>
                    <a:pt x="3911" y="1058"/>
                  </a:cubicBezTo>
                  <a:cubicBezTo>
                    <a:pt x="3693" y="1325"/>
                    <a:pt x="3596" y="1714"/>
                    <a:pt x="3766" y="1859"/>
                  </a:cubicBezTo>
                  <a:cubicBezTo>
                    <a:pt x="3790" y="1908"/>
                    <a:pt x="3839" y="1932"/>
                    <a:pt x="3863" y="1932"/>
                  </a:cubicBezTo>
                  <a:cubicBezTo>
                    <a:pt x="3936" y="1932"/>
                    <a:pt x="3984" y="1884"/>
                    <a:pt x="4009" y="1835"/>
                  </a:cubicBezTo>
                  <a:cubicBezTo>
                    <a:pt x="4130" y="1616"/>
                    <a:pt x="4154" y="1349"/>
                    <a:pt x="4082" y="1106"/>
                  </a:cubicBezTo>
                  <a:cubicBezTo>
                    <a:pt x="4203" y="961"/>
                    <a:pt x="4397" y="863"/>
                    <a:pt x="4592" y="863"/>
                  </a:cubicBezTo>
                  <a:cubicBezTo>
                    <a:pt x="4762" y="863"/>
                    <a:pt x="4932" y="936"/>
                    <a:pt x="5053" y="1033"/>
                  </a:cubicBezTo>
                  <a:cubicBezTo>
                    <a:pt x="5466" y="1325"/>
                    <a:pt x="5466" y="1932"/>
                    <a:pt x="5272" y="2418"/>
                  </a:cubicBezTo>
                  <a:lnTo>
                    <a:pt x="5150" y="2418"/>
                  </a:lnTo>
                  <a:cubicBezTo>
                    <a:pt x="4907" y="2418"/>
                    <a:pt x="4567" y="2491"/>
                    <a:pt x="4470" y="2710"/>
                  </a:cubicBezTo>
                  <a:cubicBezTo>
                    <a:pt x="4397" y="2928"/>
                    <a:pt x="4543" y="3171"/>
                    <a:pt x="4762" y="3195"/>
                  </a:cubicBezTo>
                  <a:cubicBezTo>
                    <a:pt x="5029" y="3195"/>
                    <a:pt x="5248" y="2904"/>
                    <a:pt x="5369" y="2612"/>
                  </a:cubicBezTo>
                  <a:cubicBezTo>
                    <a:pt x="5612" y="2637"/>
                    <a:pt x="5806" y="2807"/>
                    <a:pt x="5879" y="3025"/>
                  </a:cubicBezTo>
                  <a:cubicBezTo>
                    <a:pt x="5903" y="3220"/>
                    <a:pt x="5831" y="3414"/>
                    <a:pt x="5685" y="3560"/>
                  </a:cubicBezTo>
                  <a:cubicBezTo>
                    <a:pt x="5320" y="3949"/>
                    <a:pt x="4810" y="4191"/>
                    <a:pt x="4252" y="4191"/>
                  </a:cubicBezTo>
                  <a:cubicBezTo>
                    <a:pt x="4082" y="4191"/>
                    <a:pt x="3887" y="4167"/>
                    <a:pt x="3741" y="4070"/>
                  </a:cubicBezTo>
                  <a:cubicBezTo>
                    <a:pt x="3669" y="4046"/>
                    <a:pt x="3620" y="4021"/>
                    <a:pt x="3571" y="3973"/>
                  </a:cubicBezTo>
                  <a:cubicBezTo>
                    <a:pt x="3814" y="3681"/>
                    <a:pt x="3887" y="3366"/>
                    <a:pt x="3766" y="3220"/>
                  </a:cubicBezTo>
                  <a:cubicBezTo>
                    <a:pt x="3717" y="3171"/>
                    <a:pt x="3669" y="3147"/>
                    <a:pt x="3596" y="3147"/>
                  </a:cubicBezTo>
                  <a:cubicBezTo>
                    <a:pt x="3426" y="3171"/>
                    <a:pt x="3280" y="3268"/>
                    <a:pt x="3231" y="3438"/>
                  </a:cubicBezTo>
                  <a:cubicBezTo>
                    <a:pt x="3158" y="3633"/>
                    <a:pt x="3207" y="3851"/>
                    <a:pt x="3328" y="3973"/>
                  </a:cubicBezTo>
                  <a:cubicBezTo>
                    <a:pt x="3037" y="4264"/>
                    <a:pt x="2648" y="4434"/>
                    <a:pt x="2260" y="4434"/>
                  </a:cubicBezTo>
                  <a:cubicBezTo>
                    <a:pt x="2215" y="4444"/>
                    <a:pt x="2169" y="4449"/>
                    <a:pt x="2124" y="4449"/>
                  </a:cubicBezTo>
                  <a:cubicBezTo>
                    <a:pt x="1946" y="4449"/>
                    <a:pt x="1768" y="4375"/>
                    <a:pt x="1652" y="4240"/>
                  </a:cubicBezTo>
                  <a:cubicBezTo>
                    <a:pt x="1944" y="4094"/>
                    <a:pt x="2138" y="3778"/>
                    <a:pt x="2138" y="3463"/>
                  </a:cubicBezTo>
                  <a:cubicBezTo>
                    <a:pt x="2116" y="3307"/>
                    <a:pt x="2013" y="3192"/>
                    <a:pt x="1865" y="3192"/>
                  </a:cubicBezTo>
                  <a:cubicBezTo>
                    <a:pt x="1851" y="3192"/>
                    <a:pt x="1837" y="3193"/>
                    <a:pt x="1822" y="3195"/>
                  </a:cubicBezTo>
                  <a:cubicBezTo>
                    <a:pt x="1677" y="3195"/>
                    <a:pt x="1531" y="3293"/>
                    <a:pt x="1458" y="3438"/>
                  </a:cubicBezTo>
                  <a:cubicBezTo>
                    <a:pt x="1337" y="3657"/>
                    <a:pt x="1312" y="3924"/>
                    <a:pt x="1409" y="4143"/>
                  </a:cubicBezTo>
                  <a:cubicBezTo>
                    <a:pt x="1361" y="4149"/>
                    <a:pt x="1314" y="4152"/>
                    <a:pt x="1268" y="4152"/>
                  </a:cubicBezTo>
                  <a:cubicBezTo>
                    <a:pt x="1130" y="4152"/>
                    <a:pt x="1002" y="4125"/>
                    <a:pt x="875" y="4070"/>
                  </a:cubicBezTo>
                  <a:cubicBezTo>
                    <a:pt x="535" y="3924"/>
                    <a:pt x="316" y="3633"/>
                    <a:pt x="268" y="3268"/>
                  </a:cubicBezTo>
                  <a:cubicBezTo>
                    <a:pt x="195" y="2977"/>
                    <a:pt x="243" y="2637"/>
                    <a:pt x="413" y="2370"/>
                  </a:cubicBezTo>
                  <a:cubicBezTo>
                    <a:pt x="486" y="2564"/>
                    <a:pt x="632" y="2734"/>
                    <a:pt x="802" y="2855"/>
                  </a:cubicBezTo>
                  <a:cubicBezTo>
                    <a:pt x="899" y="2880"/>
                    <a:pt x="972" y="2904"/>
                    <a:pt x="1069" y="2904"/>
                  </a:cubicBezTo>
                  <a:cubicBezTo>
                    <a:pt x="1264" y="2904"/>
                    <a:pt x="1434" y="2758"/>
                    <a:pt x="1434" y="2540"/>
                  </a:cubicBezTo>
                  <a:cubicBezTo>
                    <a:pt x="1434" y="2224"/>
                    <a:pt x="1166" y="1981"/>
                    <a:pt x="851" y="1981"/>
                  </a:cubicBezTo>
                  <a:cubicBezTo>
                    <a:pt x="828" y="1976"/>
                    <a:pt x="806" y="1974"/>
                    <a:pt x="784" y="1974"/>
                  </a:cubicBezTo>
                  <a:cubicBezTo>
                    <a:pt x="685" y="1974"/>
                    <a:pt x="590" y="2014"/>
                    <a:pt x="511" y="2054"/>
                  </a:cubicBezTo>
                  <a:cubicBezTo>
                    <a:pt x="438" y="1568"/>
                    <a:pt x="608" y="1058"/>
                    <a:pt x="1069" y="936"/>
                  </a:cubicBezTo>
                  <a:cubicBezTo>
                    <a:pt x="1194" y="901"/>
                    <a:pt x="1331" y="878"/>
                    <a:pt x="1463" y="878"/>
                  </a:cubicBezTo>
                  <a:cubicBezTo>
                    <a:pt x="1511" y="878"/>
                    <a:pt x="1558" y="881"/>
                    <a:pt x="1604" y="888"/>
                  </a:cubicBezTo>
                  <a:cubicBezTo>
                    <a:pt x="1555" y="1009"/>
                    <a:pt x="1507" y="1106"/>
                    <a:pt x="1507" y="1106"/>
                  </a:cubicBezTo>
                  <a:cubicBezTo>
                    <a:pt x="1507" y="1131"/>
                    <a:pt x="1507" y="1131"/>
                    <a:pt x="1507" y="1155"/>
                  </a:cubicBezTo>
                  <a:cubicBezTo>
                    <a:pt x="1531" y="1179"/>
                    <a:pt x="1725" y="1665"/>
                    <a:pt x="2065" y="1665"/>
                  </a:cubicBezTo>
                  <a:cubicBezTo>
                    <a:pt x="2162" y="1665"/>
                    <a:pt x="2235" y="1641"/>
                    <a:pt x="2308" y="1592"/>
                  </a:cubicBezTo>
                  <a:cubicBezTo>
                    <a:pt x="2405" y="1544"/>
                    <a:pt x="2478" y="1422"/>
                    <a:pt x="2454" y="1301"/>
                  </a:cubicBezTo>
                  <a:cubicBezTo>
                    <a:pt x="2357" y="1033"/>
                    <a:pt x="2114" y="839"/>
                    <a:pt x="1847" y="791"/>
                  </a:cubicBezTo>
                  <a:cubicBezTo>
                    <a:pt x="1992" y="426"/>
                    <a:pt x="2332" y="183"/>
                    <a:pt x="2745" y="159"/>
                  </a:cubicBezTo>
                  <a:close/>
                  <a:moveTo>
                    <a:pt x="2728" y="1"/>
                  </a:moveTo>
                  <a:cubicBezTo>
                    <a:pt x="2260" y="1"/>
                    <a:pt x="1815" y="296"/>
                    <a:pt x="1652" y="766"/>
                  </a:cubicBezTo>
                  <a:cubicBezTo>
                    <a:pt x="1569" y="748"/>
                    <a:pt x="1485" y="740"/>
                    <a:pt x="1403" y="740"/>
                  </a:cubicBezTo>
                  <a:cubicBezTo>
                    <a:pt x="1270" y="740"/>
                    <a:pt x="1141" y="760"/>
                    <a:pt x="1021" y="791"/>
                  </a:cubicBezTo>
                  <a:cubicBezTo>
                    <a:pt x="438" y="936"/>
                    <a:pt x="219" y="1616"/>
                    <a:pt x="341" y="2199"/>
                  </a:cubicBezTo>
                  <a:cubicBezTo>
                    <a:pt x="98" y="2515"/>
                    <a:pt x="0" y="2928"/>
                    <a:pt x="73" y="3317"/>
                  </a:cubicBezTo>
                  <a:cubicBezTo>
                    <a:pt x="146" y="3730"/>
                    <a:pt x="413" y="4070"/>
                    <a:pt x="802" y="4240"/>
                  </a:cubicBezTo>
                  <a:cubicBezTo>
                    <a:pt x="960" y="4293"/>
                    <a:pt x="1130" y="4332"/>
                    <a:pt x="1294" y="4332"/>
                  </a:cubicBezTo>
                  <a:cubicBezTo>
                    <a:pt x="1358" y="4332"/>
                    <a:pt x="1421" y="4326"/>
                    <a:pt x="1482" y="4313"/>
                  </a:cubicBezTo>
                  <a:cubicBezTo>
                    <a:pt x="1638" y="4491"/>
                    <a:pt x="1875" y="4607"/>
                    <a:pt x="2119" y="4607"/>
                  </a:cubicBezTo>
                  <a:cubicBezTo>
                    <a:pt x="2141" y="4607"/>
                    <a:pt x="2164" y="4606"/>
                    <a:pt x="2187" y="4604"/>
                  </a:cubicBezTo>
                  <a:lnTo>
                    <a:pt x="2260" y="4604"/>
                  </a:lnTo>
                  <a:cubicBezTo>
                    <a:pt x="2721" y="4580"/>
                    <a:pt x="3134" y="4410"/>
                    <a:pt x="3450" y="4094"/>
                  </a:cubicBezTo>
                  <a:cubicBezTo>
                    <a:pt x="3523" y="4143"/>
                    <a:pt x="3596" y="4191"/>
                    <a:pt x="3669" y="4240"/>
                  </a:cubicBezTo>
                  <a:cubicBezTo>
                    <a:pt x="3839" y="4313"/>
                    <a:pt x="4057" y="4361"/>
                    <a:pt x="4276" y="4361"/>
                  </a:cubicBezTo>
                  <a:cubicBezTo>
                    <a:pt x="4859" y="4361"/>
                    <a:pt x="5418" y="4094"/>
                    <a:pt x="5831" y="3681"/>
                  </a:cubicBezTo>
                  <a:cubicBezTo>
                    <a:pt x="6001" y="3487"/>
                    <a:pt x="6073" y="3244"/>
                    <a:pt x="6049" y="3001"/>
                  </a:cubicBezTo>
                  <a:cubicBezTo>
                    <a:pt x="5976" y="2710"/>
                    <a:pt x="5733" y="2491"/>
                    <a:pt x="5442" y="2467"/>
                  </a:cubicBezTo>
                  <a:cubicBezTo>
                    <a:pt x="5636" y="1908"/>
                    <a:pt x="5612" y="1252"/>
                    <a:pt x="5126" y="912"/>
                  </a:cubicBezTo>
                  <a:cubicBezTo>
                    <a:pt x="4972" y="781"/>
                    <a:pt x="4776" y="715"/>
                    <a:pt x="4580" y="715"/>
                  </a:cubicBezTo>
                  <a:cubicBezTo>
                    <a:pt x="4376" y="715"/>
                    <a:pt x="4170" y="787"/>
                    <a:pt x="4009" y="936"/>
                  </a:cubicBezTo>
                  <a:cubicBezTo>
                    <a:pt x="3887" y="548"/>
                    <a:pt x="3571" y="256"/>
                    <a:pt x="3207" y="110"/>
                  </a:cubicBezTo>
                  <a:cubicBezTo>
                    <a:pt x="3052" y="36"/>
                    <a:pt x="2889" y="1"/>
                    <a:pt x="27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" name="Google Shape;94;p3"/>
          <p:cNvGrpSpPr/>
          <p:nvPr/>
        </p:nvGrpSpPr>
        <p:grpSpPr>
          <a:xfrm>
            <a:off x="6118692" y="214682"/>
            <a:ext cx="2525833" cy="1610805"/>
            <a:chOff x="7239867" y="1514545"/>
            <a:chExt cx="2525833" cy="1610805"/>
          </a:xfrm>
        </p:grpSpPr>
        <p:grpSp>
          <p:nvGrpSpPr>
            <p:cNvPr id="95" name="Google Shape;95;p3"/>
            <p:cNvGrpSpPr/>
            <p:nvPr/>
          </p:nvGrpSpPr>
          <p:grpSpPr>
            <a:xfrm>
              <a:off x="7346663" y="1514545"/>
              <a:ext cx="2419037" cy="1551678"/>
              <a:chOff x="7410211" y="1555302"/>
              <a:chExt cx="2355440" cy="1510884"/>
            </a:xfrm>
          </p:grpSpPr>
          <p:grpSp>
            <p:nvGrpSpPr>
              <p:cNvPr id="96" name="Google Shape;96;p3"/>
              <p:cNvGrpSpPr/>
              <p:nvPr/>
            </p:nvGrpSpPr>
            <p:grpSpPr>
              <a:xfrm>
                <a:off x="7410211" y="1555302"/>
                <a:ext cx="2355440" cy="1510884"/>
                <a:chOff x="761258" y="2062480"/>
                <a:chExt cx="1646470" cy="1056119"/>
              </a:xfrm>
            </p:grpSpPr>
            <p:sp>
              <p:nvSpPr>
                <p:cNvPr id="97" name="Google Shape;97;p3"/>
                <p:cNvSpPr/>
                <p:nvPr/>
              </p:nvSpPr>
              <p:spPr>
                <a:xfrm rot="-1481318">
                  <a:off x="1087094" y="2126891"/>
                  <a:ext cx="430227" cy="556678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" name="Google Shape;98;p3"/>
                <p:cNvSpPr/>
                <p:nvPr/>
              </p:nvSpPr>
              <p:spPr>
                <a:xfrm>
                  <a:off x="1415418" y="2201127"/>
                  <a:ext cx="557700" cy="4926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" name="Google Shape;99;p3"/>
                <p:cNvSpPr/>
                <p:nvPr/>
              </p:nvSpPr>
              <p:spPr>
                <a:xfrm>
                  <a:off x="761258" y="2379293"/>
                  <a:ext cx="492600" cy="4926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" name="Google Shape;100;p3"/>
                <p:cNvSpPr/>
                <p:nvPr/>
              </p:nvSpPr>
              <p:spPr>
                <a:xfrm>
                  <a:off x="899445" y="2606080"/>
                  <a:ext cx="469500" cy="4695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" name="Google Shape;101;p3"/>
                <p:cNvSpPr/>
                <p:nvPr/>
              </p:nvSpPr>
              <p:spPr>
                <a:xfrm>
                  <a:off x="1250808" y="2594534"/>
                  <a:ext cx="492600" cy="4926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" name="Google Shape;102;p3"/>
                <p:cNvSpPr/>
                <p:nvPr/>
              </p:nvSpPr>
              <p:spPr>
                <a:xfrm rot="-2967336">
                  <a:off x="1706888" y="2475460"/>
                  <a:ext cx="622580" cy="492779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03" name="Google Shape;103;p3"/>
              <p:cNvSpPr/>
              <p:nvPr/>
            </p:nvSpPr>
            <p:spPr>
              <a:xfrm>
                <a:off x="7933212" y="2119383"/>
                <a:ext cx="704700" cy="7047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3"/>
              <p:cNvSpPr/>
              <p:nvPr/>
            </p:nvSpPr>
            <p:spPr>
              <a:xfrm>
                <a:off x="8386462" y="2119383"/>
                <a:ext cx="704700" cy="7047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5" name="Google Shape;105;p3"/>
            <p:cNvSpPr/>
            <p:nvPr/>
          </p:nvSpPr>
          <p:spPr>
            <a:xfrm>
              <a:off x="7239867" y="1792171"/>
              <a:ext cx="2256600" cy="1333178"/>
            </a:xfrm>
            <a:custGeom>
              <a:avLst/>
              <a:gdLst/>
              <a:ahLst/>
              <a:cxnLst/>
              <a:rect l="l" t="t" r="r" b="b"/>
              <a:pathLst>
                <a:path w="4957" h="2929" extrusionOk="0">
                  <a:moveTo>
                    <a:pt x="1215" y="718"/>
                  </a:moveTo>
                  <a:cubicBezTo>
                    <a:pt x="1312" y="743"/>
                    <a:pt x="1337" y="767"/>
                    <a:pt x="1361" y="815"/>
                  </a:cubicBezTo>
                  <a:cubicBezTo>
                    <a:pt x="1361" y="840"/>
                    <a:pt x="1312" y="888"/>
                    <a:pt x="1288" y="913"/>
                  </a:cubicBezTo>
                  <a:cubicBezTo>
                    <a:pt x="1264" y="913"/>
                    <a:pt x="1264" y="937"/>
                    <a:pt x="1215" y="937"/>
                  </a:cubicBezTo>
                  <a:cubicBezTo>
                    <a:pt x="1215" y="864"/>
                    <a:pt x="1215" y="815"/>
                    <a:pt x="1215" y="743"/>
                  </a:cubicBezTo>
                  <a:lnTo>
                    <a:pt x="1215" y="718"/>
                  </a:lnTo>
                  <a:close/>
                  <a:moveTo>
                    <a:pt x="2527" y="475"/>
                  </a:moveTo>
                  <a:cubicBezTo>
                    <a:pt x="2624" y="597"/>
                    <a:pt x="2673" y="767"/>
                    <a:pt x="2624" y="937"/>
                  </a:cubicBezTo>
                  <a:cubicBezTo>
                    <a:pt x="2601" y="983"/>
                    <a:pt x="2567" y="1007"/>
                    <a:pt x="2530" y="1007"/>
                  </a:cubicBezTo>
                  <a:cubicBezTo>
                    <a:pt x="2489" y="1007"/>
                    <a:pt x="2444" y="977"/>
                    <a:pt x="2405" y="913"/>
                  </a:cubicBezTo>
                  <a:cubicBezTo>
                    <a:pt x="2333" y="767"/>
                    <a:pt x="2381" y="573"/>
                    <a:pt x="2527" y="475"/>
                  </a:cubicBezTo>
                  <a:close/>
                  <a:moveTo>
                    <a:pt x="3984" y="1010"/>
                  </a:moveTo>
                  <a:lnTo>
                    <a:pt x="3984" y="1010"/>
                  </a:lnTo>
                  <a:cubicBezTo>
                    <a:pt x="4009" y="1107"/>
                    <a:pt x="3984" y="1228"/>
                    <a:pt x="3936" y="1326"/>
                  </a:cubicBezTo>
                  <a:cubicBezTo>
                    <a:pt x="3912" y="1350"/>
                    <a:pt x="3912" y="1350"/>
                    <a:pt x="3887" y="1350"/>
                  </a:cubicBezTo>
                  <a:cubicBezTo>
                    <a:pt x="3863" y="1350"/>
                    <a:pt x="3839" y="1326"/>
                    <a:pt x="3814" y="1326"/>
                  </a:cubicBezTo>
                  <a:cubicBezTo>
                    <a:pt x="3766" y="1277"/>
                    <a:pt x="3766" y="1277"/>
                    <a:pt x="3766" y="1204"/>
                  </a:cubicBezTo>
                  <a:cubicBezTo>
                    <a:pt x="3790" y="1131"/>
                    <a:pt x="3863" y="1058"/>
                    <a:pt x="3984" y="1010"/>
                  </a:cubicBezTo>
                  <a:close/>
                  <a:moveTo>
                    <a:pt x="1045" y="1860"/>
                  </a:moveTo>
                  <a:cubicBezTo>
                    <a:pt x="948" y="1957"/>
                    <a:pt x="851" y="2030"/>
                    <a:pt x="754" y="2079"/>
                  </a:cubicBezTo>
                  <a:cubicBezTo>
                    <a:pt x="778" y="1982"/>
                    <a:pt x="875" y="1909"/>
                    <a:pt x="972" y="1860"/>
                  </a:cubicBezTo>
                  <a:close/>
                  <a:moveTo>
                    <a:pt x="3159" y="1957"/>
                  </a:moveTo>
                  <a:cubicBezTo>
                    <a:pt x="3159" y="1957"/>
                    <a:pt x="3183" y="1957"/>
                    <a:pt x="3231" y="2006"/>
                  </a:cubicBezTo>
                  <a:cubicBezTo>
                    <a:pt x="3280" y="2054"/>
                    <a:pt x="3304" y="2152"/>
                    <a:pt x="3280" y="2224"/>
                  </a:cubicBezTo>
                  <a:cubicBezTo>
                    <a:pt x="3159" y="2127"/>
                    <a:pt x="3159" y="2006"/>
                    <a:pt x="3159" y="1957"/>
                  </a:cubicBezTo>
                  <a:close/>
                  <a:moveTo>
                    <a:pt x="1701" y="2030"/>
                  </a:moveTo>
                  <a:cubicBezTo>
                    <a:pt x="1750" y="2054"/>
                    <a:pt x="1798" y="2079"/>
                    <a:pt x="1822" y="2127"/>
                  </a:cubicBezTo>
                  <a:cubicBezTo>
                    <a:pt x="1847" y="2249"/>
                    <a:pt x="1822" y="2346"/>
                    <a:pt x="1774" y="2443"/>
                  </a:cubicBezTo>
                  <a:cubicBezTo>
                    <a:pt x="1677" y="2346"/>
                    <a:pt x="1628" y="2200"/>
                    <a:pt x="1652" y="2054"/>
                  </a:cubicBezTo>
                  <a:cubicBezTo>
                    <a:pt x="1652" y="2030"/>
                    <a:pt x="1677" y="2030"/>
                    <a:pt x="1677" y="2030"/>
                  </a:cubicBezTo>
                  <a:close/>
                  <a:moveTo>
                    <a:pt x="1688" y="116"/>
                  </a:moveTo>
                  <a:cubicBezTo>
                    <a:pt x="1796" y="116"/>
                    <a:pt x="1923" y="140"/>
                    <a:pt x="2065" y="184"/>
                  </a:cubicBezTo>
                  <a:cubicBezTo>
                    <a:pt x="2211" y="232"/>
                    <a:pt x="2333" y="305"/>
                    <a:pt x="2454" y="427"/>
                  </a:cubicBezTo>
                  <a:cubicBezTo>
                    <a:pt x="2284" y="548"/>
                    <a:pt x="2235" y="791"/>
                    <a:pt x="2333" y="961"/>
                  </a:cubicBezTo>
                  <a:cubicBezTo>
                    <a:pt x="2430" y="1083"/>
                    <a:pt x="2503" y="1131"/>
                    <a:pt x="2551" y="1131"/>
                  </a:cubicBezTo>
                  <a:cubicBezTo>
                    <a:pt x="2648" y="1107"/>
                    <a:pt x="2721" y="1058"/>
                    <a:pt x="2746" y="986"/>
                  </a:cubicBezTo>
                  <a:cubicBezTo>
                    <a:pt x="2794" y="791"/>
                    <a:pt x="2746" y="573"/>
                    <a:pt x="2624" y="427"/>
                  </a:cubicBezTo>
                  <a:cubicBezTo>
                    <a:pt x="2818" y="305"/>
                    <a:pt x="3061" y="232"/>
                    <a:pt x="3304" y="232"/>
                  </a:cubicBezTo>
                  <a:lnTo>
                    <a:pt x="3450" y="232"/>
                  </a:lnTo>
                  <a:cubicBezTo>
                    <a:pt x="3742" y="330"/>
                    <a:pt x="3960" y="597"/>
                    <a:pt x="3984" y="888"/>
                  </a:cubicBezTo>
                  <a:cubicBezTo>
                    <a:pt x="3839" y="937"/>
                    <a:pt x="3717" y="1034"/>
                    <a:pt x="3693" y="1180"/>
                  </a:cubicBezTo>
                  <a:cubicBezTo>
                    <a:pt x="3669" y="1277"/>
                    <a:pt x="3693" y="1350"/>
                    <a:pt x="3766" y="1423"/>
                  </a:cubicBezTo>
                  <a:cubicBezTo>
                    <a:pt x="3802" y="1459"/>
                    <a:pt x="3845" y="1477"/>
                    <a:pt x="3887" y="1477"/>
                  </a:cubicBezTo>
                  <a:cubicBezTo>
                    <a:pt x="3930" y="1477"/>
                    <a:pt x="3972" y="1459"/>
                    <a:pt x="4009" y="1423"/>
                  </a:cubicBezTo>
                  <a:cubicBezTo>
                    <a:pt x="4082" y="1277"/>
                    <a:pt x="4106" y="1131"/>
                    <a:pt x="4082" y="986"/>
                  </a:cubicBezTo>
                  <a:cubicBezTo>
                    <a:pt x="4130" y="986"/>
                    <a:pt x="4203" y="961"/>
                    <a:pt x="4252" y="961"/>
                  </a:cubicBezTo>
                  <a:cubicBezTo>
                    <a:pt x="4470" y="961"/>
                    <a:pt x="4640" y="1083"/>
                    <a:pt x="4738" y="1277"/>
                  </a:cubicBezTo>
                  <a:cubicBezTo>
                    <a:pt x="4835" y="1544"/>
                    <a:pt x="4810" y="1836"/>
                    <a:pt x="4665" y="2079"/>
                  </a:cubicBezTo>
                  <a:cubicBezTo>
                    <a:pt x="4483" y="2341"/>
                    <a:pt x="4201" y="2486"/>
                    <a:pt x="3902" y="2486"/>
                  </a:cubicBezTo>
                  <a:cubicBezTo>
                    <a:pt x="3841" y="2486"/>
                    <a:pt x="3779" y="2480"/>
                    <a:pt x="3717" y="2467"/>
                  </a:cubicBezTo>
                  <a:cubicBezTo>
                    <a:pt x="3572" y="2443"/>
                    <a:pt x="3450" y="2370"/>
                    <a:pt x="3353" y="2297"/>
                  </a:cubicBezTo>
                  <a:cubicBezTo>
                    <a:pt x="3401" y="2176"/>
                    <a:pt x="3377" y="2030"/>
                    <a:pt x="3304" y="1933"/>
                  </a:cubicBezTo>
                  <a:cubicBezTo>
                    <a:pt x="3244" y="1884"/>
                    <a:pt x="3189" y="1860"/>
                    <a:pt x="3143" y="1860"/>
                  </a:cubicBezTo>
                  <a:cubicBezTo>
                    <a:pt x="3098" y="1860"/>
                    <a:pt x="3061" y="1884"/>
                    <a:pt x="3037" y="1933"/>
                  </a:cubicBezTo>
                  <a:cubicBezTo>
                    <a:pt x="3037" y="2103"/>
                    <a:pt x="3086" y="2249"/>
                    <a:pt x="3231" y="2322"/>
                  </a:cubicBezTo>
                  <a:cubicBezTo>
                    <a:pt x="3071" y="2620"/>
                    <a:pt x="2781" y="2809"/>
                    <a:pt x="2442" y="2809"/>
                  </a:cubicBezTo>
                  <a:cubicBezTo>
                    <a:pt x="2422" y="2809"/>
                    <a:pt x="2402" y="2809"/>
                    <a:pt x="2381" y="2807"/>
                  </a:cubicBezTo>
                  <a:cubicBezTo>
                    <a:pt x="2187" y="2807"/>
                    <a:pt x="1968" y="2686"/>
                    <a:pt x="1847" y="2516"/>
                  </a:cubicBezTo>
                  <a:cubicBezTo>
                    <a:pt x="1920" y="2394"/>
                    <a:pt x="1968" y="2249"/>
                    <a:pt x="1920" y="2103"/>
                  </a:cubicBezTo>
                  <a:cubicBezTo>
                    <a:pt x="1895" y="2030"/>
                    <a:pt x="1822" y="1957"/>
                    <a:pt x="1725" y="1933"/>
                  </a:cubicBezTo>
                  <a:cubicBezTo>
                    <a:pt x="1712" y="1928"/>
                    <a:pt x="1699" y="1926"/>
                    <a:pt x="1685" y="1926"/>
                  </a:cubicBezTo>
                  <a:cubicBezTo>
                    <a:pt x="1627" y="1926"/>
                    <a:pt x="1575" y="1966"/>
                    <a:pt x="1555" y="2006"/>
                  </a:cubicBezTo>
                  <a:cubicBezTo>
                    <a:pt x="1531" y="2200"/>
                    <a:pt x="1580" y="2394"/>
                    <a:pt x="1725" y="2540"/>
                  </a:cubicBezTo>
                  <a:cubicBezTo>
                    <a:pt x="1604" y="2662"/>
                    <a:pt x="1434" y="2735"/>
                    <a:pt x="1264" y="2759"/>
                  </a:cubicBezTo>
                  <a:lnTo>
                    <a:pt x="1191" y="2759"/>
                  </a:lnTo>
                  <a:cubicBezTo>
                    <a:pt x="1045" y="2759"/>
                    <a:pt x="924" y="2686"/>
                    <a:pt x="826" y="2589"/>
                  </a:cubicBezTo>
                  <a:cubicBezTo>
                    <a:pt x="729" y="2467"/>
                    <a:pt x="705" y="2346"/>
                    <a:pt x="729" y="2224"/>
                  </a:cubicBezTo>
                  <a:cubicBezTo>
                    <a:pt x="924" y="2152"/>
                    <a:pt x="1167" y="1957"/>
                    <a:pt x="1142" y="1836"/>
                  </a:cubicBezTo>
                  <a:cubicBezTo>
                    <a:pt x="1142" y="1801"/>
                    <a:pt x="1118" y="1767"/>
                    <a:pt x="1052" y="1767"/>
                  </a:cubicBezTo>
                  <a:cubicBezTo>
                    <a:pt x="1025" y="1767"/>
                    <a:pt x="991" y="1773"/>
                    <a:pt x="948" y="1787"/>
                  </a:cubicBezTo>
                  <a:cubicBezTo>
                    <a:pt x="802" y="1836"/>
                    <a:pt x="681" y="1982"/>
                    <a:pt x="656" y="2152"/>
                  </a:cubicBezTo>
                  <a:cubicBezTo>
                    <a:pt x="638" y="2154"/>
                    <a:pt x="621" y="2155"/>
                    <a:pt x="603" y="2155"/>
                  </a:cubicBezTo>
                  <a:cubicBezTo>
                    <a:pt x="414" y="2155"/>
                    <a:pt x="286" y="2032"/>
                    <a:pt x="219" y="1787"/>
                  </a:cubicBezTo>
                  <a:cubicBezTo>
                    <a:pt x="98" y="1520"/>
                    <a:pt x="122" y="1228"/>
                    <a:pt x="243" y="961"/>
                  </a:cubicBezTo>
                  <a:cubicBezTo>
                    <a:pt x="389" y="791"/>
                    <a:pt x="608" y="694"/>
                    <a:pt x="851" y="694"/>
                  </a:cubicBezTo>
                  <a:lnTo>
                    <a:pt x="1142" y="694"/>
                  </a:lnTo>
                  <a:lnTo>
                    <a:pt x="1142" y="743"/>
                  </a:lnTo>
                  <a:cubicBezTo>
                    <a:pt x="1118" y="840"/>
                    <a:pt x="1142" y="937"/>
                    <a:pt x="1191" y="1010"/>
                  </a:cubicBezTo>
                  <a:cubicBezTo>
                    <a:pt x="1204" y="1036"/>
                    <a:pt x="1232" y="1056"/>
                    <a:pt x="1271" y="1056"/>
                  </a:cubicBezTo>
                  <a:cubicBezTo>
                    <a:pt x="1302" y="1056"/>
                    <a:pt x="1341" y="1043"/>
                    <a:pt x="1385" y="1010"/>
                  </a:cubicBezTo>
                  <a:cubicBezTo>
                    <a:pt x="1482" y="913"/>
                    <a:pt x="1507" y="888"/>
                    <a:pt x="1482" y="791"/>
                  </a:cubicBezTo>
                  <a:cubicBezTo>
                    <a:pt x="1458" y="718"/>
                    <a:pt x="1385" y="645"/>
                    <a:pt x="1239" y="621"/>
                  </a:cubicBezTo>
                  <a:cubicBezTo>
                    <a:pt x="1239" y="475"/>
                    <a:pt x="1288" y="330"/>
                    <a:pt x="1385" y="232"/>
                  </a:cubicBezTo>
                  <a:cubicBezTo>
                    <a:pt x="1452" y="152"/>
                    <a:pt x="1556" y="116"/>
                    <a:pt x="1688" y="116"/>
                  </a:cubicBezTo>
                  <a:close/>
                  <a:moveTo>
                    <a:pt x="1650" y="1"/>
                  </a:moveTo>
                  <a:cubicBezTo>
                    <a:pt x="1501" y="1"/>
                    <a:pt x="1380" y="43"/>
                    <a:pt x="1288" y="135"/>
                  </a:cubicBezTo>
                  <a:cubicBezTo>
                    <a:pt x="1191" y="257"/>
                    <a:pt x="1118" y="427"/>
                    <a:pt x="1118" y="597"/>
                  </a:cubicBezTo>
                  <a:cubicBezTo>
                    <a:pt x="1069" y="585"/>
                    <a:pt x="1021" y="579"/>
                    <a:pt x="972" y="579"/>
                  </a:cubicBezTo>
                  <a:cubicBezTo>
                    <a:pt x="924" y="579"/>
                    <a:pt x="875" y="585"/>
                    <a:pt x="826" y="597"/>
                  </a:cubicBezTo>
                  <a:cubicBezTo>
                    <a:pt x="559" y="597"/>
                    <a:pt x="316" y="694"/>
                    <a:pt x="146" y="888"/>
                  </a:cubicBezTo>
                  <a:cubicBezTo>
                    <a:pt x="1" y="1180"/>
                    <a:pt x="1" y="1520"/>
                    <a:pt x="122" y="1811"/>
                  </a:cubicBezTo>
                  <a:cubicBezTo>
                    <a:pt x="219" y="2152"/>
                    <a:pt x="414" y="2224"/>
                    <a:pt x="559" y="2224"/>
                  </a:cubicBezTo>
                  <a:lnTo>
                    <a:pt x="608" y="2224"/>
                  </a:lnTo>
                  <a:cubicBezTo>
                    <a:pt x="608" y="2394"/>
                    <a:pt x="656" y="2540"/>
                    <a:pt x="754" y="2637"/>
                  </a:cubicBezTo>
                  <a:cubicBezTo>
                    <a:pt x="851" y="2783"/>
                    <a:pt x="1021" y="2856"/>
                    <a:pt x="1191" y="2856"/>
                  </a:cubicBezTo>
                  <a:lnTo>
                    <a:pt x="1264" y="2856"/>
                  </a:lnTo>
                  <a:cubicBezTo>
                    <a:pt x="1458" y="2832"/>
                    <a:pt x="1652" y="2759"/>
                    <a:pt x="1774" y="2613"/>
                  </a:cubicBezTo>
                  <a:cubicBezTo>
                    <a:pt x="1944" y="2783"/>
                    <a:pt x="2163" y="2905"/>
                    <a:pt x="2381" y="2929"/>
                  </a:cubicBezTo>
                  <a:lnTo>
                    <a:pt x="2430" y="2929"/>
                  </a:lnTo>
                  <a:cubicBezTo>
                    <a:pt x="2794" y="2905"/>
                    <a:pt x="3134" y="2710"/>
                    <a:pt x="3304" y="2394"/>
                  </a:cubicBezTo>
                  <a:cubicBezTo>
                    <a:pt x="3426" y="2467"/>
                    <a:pt x="3547" y="2516"/>
                    <a:pt x="3693" y="2540"/>
                  </a:cubicBezTo>
                  <a:cubicBezTo>
                    <a:pt x="3766" y="2559"/>
                    <a:pt x="3841" y="2567"/>
                    <a:pt x="3916" y="2567"/>
                  </a:cubicBezTo>
                  <a:cubicBezTo>
                    <a:pt x="4239" y="2567"/>
                    <a:pt x="4560" y="2403"/>
                    <a:pt x="4738" y="2127"/>
                  </a:cubicBezTo>
                  <a:cubicBezTo>
                    <a:pt x="4932" y="1860"/>
                    <a:pt x="4956" y="1496"/>
                    <a:pt x="4835" y="1204"/>
                  </a:cubicBezTo>
                  <a:cubicBezTo>
                    <a:pt x="4738" y="986"/>
                    <a:pt x="4495" y="840"/>
                    <a:pt x="4252" y="840"/>
                  </a:cubicBezTo>
                  <a:cubicBezTo>
                    <a:pt x="4203" y="840"/>
                    <a:pt x="4130" y="840"/>
                    <a:pt x="4057" y="864"/>
                  </a:cubicBezTo>
                  <a:cubicBezTo>
                    <a:pt x="4033" y="500"/>
                    <a:pt x="3790" y="232"/>
                    <a:pt x="3450" y="135"/>
                  </a:cubicBezTo>
                  <a:cubicBezTo>
                    <a:pt x="3426" y="123"/>
                    <a:pt x="3395" y="117"/>
                    <a:pt x="3365" y="117"/>
                  </a:cubicBezTo>
                  <a:cubicBezTo>
                    <a:pt x="3335" y="117"/>
                    <a:pt x="3304" y="123"/>
                    <a:pt x="3280" y="135"/>
                  </a:cubicBezTo>
                  <a:cubicBezTo>
                    <a:pt x="3013" y="135"/>
                    <a:pt x="2746" y="208"/>
                    <a:pt x="2527" y="330"/>
                  </a:cubicBezTo>
                  <a:cubicBezTo>
                    <a:pt x="2405" y="232"/>
                    <a:pt x="2235" y="135"/>
                    <a:pt x="2090" y="87"/>
                  </a:cubicBezTo>
                  <a:cubicBezTo>
                    <a:pt x="1923" y="31"/>
                    <a:pt x="1776" y="1"/>
                    <a:pt x="1650" y="1"/>
                  </a:cubicBezTo>
                  <a:close/>
                </a:path>
              </a:pathLst>
            </a:custGeom>
            <a:solidFill>
              <a:srgbClr val="261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" name="Google Shape;106;p3"/>
          <p:cNvSpPr/>
          <p:nvPr/>
        </p:nvSpPr>
        <p:spPr>
          <a:xfrm>
            <a:off x="710027" y="4529276"/>
            <a:ext cx="2759105" cy="634799"/>
          </a:xfrm>
          <a:custGeom>
            <a:avLst/>
            <a:gdLst/>
            <a:ahLst/>
            <a:cxnLst/>
            <a:rect l="l" t="t" r="r" b="b"/>
            <a:pathLst>
              <a:path w="7289" h="1677" extrusionOk="0">
                <a:moveTo>
                  <a:pt x="2819" y="1"/>
                </a:moveTo>
                <a:lnTo>
                  <a:pt x="2114" y="1191"/>
                </a:lnTo>
                <a:lnTo>
                  <a:pt x="1604" y="268"/>
                </a:lnTo>
                <a:lnTo>
                  <a:pt x="1118" y="1361"/>
                </a:lnTo>
                <a:lnTo>
                  <a:pt x="584" y="754"/>
                </a:lnTo>
                <a:lnTo>
                  <a:pt x="1" y="1677"/>
                </a:lnTo>
                <a:lnTo>
                  <a:pt x="7289" y="1677"/>
                </a:lnTo>
                <a:lnTo>
                  <a:pt x="6657" y="559"/>
                </a:lnTo>
                <a:lnTo>
                  <a:pt x="6001" y="1191"/>
                </a:lnTo>
                <a:lnTo>
                  <a:pt x="5394" y="268"/>
                </a:lnTo>
                <a:lnTo>
                  <a:pt x="4738" y="1191"/>
                </a:lnTo>
                <a:lnTo>
                  <a:pt x="4252" y="1"/>
                </a:lnTo>
                <a:lnTo>
                  <a:pt x="3353" y="1118"/>
                </a:lnTo>
                <a:lnTo>
                  <a:pt x="281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>
            <a:spLocks noGrp="1"/>
          </p:cNvSpPr>
          <p:nvPr>
            <p:ph type="body" idx="1"/>
          </p:nvPr>
        </p:nvSpPr>
        <p:spPr>
          <a:xfrm>
            <a:off x="753825" y="1084825"/>
            <a:ext cx="7590300" cy="3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AutoNum type="arabicPeriod"/>
              <a:defRPr sz="11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lab Regular"/>
              <a:buAutoNum type="alphaLcPeriod"/>
              <a:defRPr>
                <a:solidFill>
                  <a:schemeClr val="dk1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lab Regular"/>
              <a:buAutoNum type="romanLcPeriod"/>
              <a:defRPr>
                <a:solidFill>
                  <a:schemeClr val="dk1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lab Regular"/>
              <a:buAutoNum type="arabicPeriod"/>
              <a:defRPr>
                <a:solidFill>
                  <a:schemeClr val="dk1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lab Regular"/>
              <a:buAutoNum type="alphaLcPeriod"/>
              <a:defRPr>
                <a:solidFill>
                  <a:schemeClr val="dk1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lab Regular"/>
              <a:buAutoNum type="romanLcPeriod"/>
              <a:defRPr>
                <a:solidFill>
                  <a:schemeClr val="dk1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lab Regular"/>
              <a:buAutoNum type="arabicPeriod"/>
              <a:defRPr>
                <a:solidFill>
                  <a:schemeClr val="dk1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lab Regular"/>
              <a:buAutoNum type="alphaLcPeriod"/>
              <a:defRPr>
                <a:solidFill>
                  <a:schemeClr val="dk1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lab Regular"/>
              <a:buAutoNum type="romanLcPeriod"/>
              <a:defRPr>
                <a:solidFill>
                  <a:schemeClr val="dk1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9pPr>
          </a:lstStyle>
          <a:p>
            <a:endParaRPr/>
          </a:p>
        </p:txBody>
      </p:sp>
      <p:sp>
        <p:nvSpPr>
          <p:cNvPr id="109" name="Google Shape;109;p4"/>
          <p:cNvSpPr txBox="1">
            <a:spLocks noGrp="1"/>
          </p:cNvSpPr>
          <p:nvPr>
            <p:ph type="title"/>
          </p:nvPr>
        </p:nvSpPr>
        <p:spPr>
          <a:xfrm>
            <a:off x="753825" y="420100"/>
            <a:ext cx="74448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10" name="Google Shape;110;p4"/>
          <p:cNvGrpSpPr/>
          <p:nvPr/>
        </p:nvGrpSpPr>
        <p:grpSpPr>
          <a:xfrm>
            <a:off x="7844079" y="226728"/>
            <a:ext cx="1373387" cy="1246991"/>
            <a:chOff x="7844079" y="226728"/>
            <a:chExt cx="1373387" cy="1246991"/>
          </a:xfrm>
        </p:grpSpPr>
        <p:sp>
          <p:nvSpPr>
            <p:cNvPr id="111" name="Google Shape;111;p4"/>
            <p:cNvSpPr/>
            <p:nvPr/>
          </p:nvSpPr>
          <p:spPr>
            <a:xfrm rot="-1688081">
              <a:off x="8295818" y="1015024"/>
              <a:ext cx="222185" cy="222398"/>
            </a:xfrm>
            <a:custGeom>
              <a:avLst/>
              <a:gdLst/>
              <a:ahLst/>
              <a:cxnLst/>
              <a:rect l="l" t="t" r="r" b="b"/>
              <a:pathLst>
                <a:path w="1118" h="1119" extrusionOk="0">
                  <a:moveTo>
                    <a:pt x="607" y="98"/>
                  </a:moveTo>
                  <a:cubicBezTo>
                    <a:pt x="607" y="147"/>
                    <a:pt x="632" y="219"/>
                    <a:pt x="632" y="268"/>
                  </a:cubicBezTo>
                  <a:cubicBezTo>
                    <a:pt x="656" y="317"/>
                    <a:pt x="656" y="389"/>
                    <a:pt x="680" y="438"/>
                  </a:cubicBezTo>
                  <a:cubicBezTo>
                    <a:pt x="705" y="438"/>
                    <a:pt x="729" y="462"/>
                    <a:pt x="826" y="487"/>
                  </a:cubicBezTo>
                  <a:lnTo>
                    <a:pt x="972" y="560"/>
                  </a:lnTo>
                  <a:cubicBezTo>
                    <a:pt x="899" y="584"/>
                    <a:pt x="802" y="632"/>
                    <a:pt x="705" y="657"/>
                  </a:cubicBezTo>
                  <a:cubicBezTo>
                    <a:pt x="705" y="657"/>
                    <a:pt x="705" y="657"/>
                    <a:pt x="680" y="681"/>
                  </a:cubicBezTo>
                  <a:cubicBezTo>
                    <a:pt x="656" y="802"/>
                    <a:pt x="583" y="924"/>
                    <a:pt x="559" y="972"/>
                  </a:cubicBezTo>
                  <a:cubicBezTo>
                    <a:pt x="535" y="924"/>
                    <a:pt x="486" y="802"/>
                    <a:pt x="462" y="681"/>
                  </a:cubicBezTo>
                  <a:cubicBezTo>
                    <a:pt x="462" y="657"/>
                    <a:pt x="437" y="657"/>
                    <a:pt x="413" y="632"/>
                  </a:cubicBezTo>
                  <a:cubicBezTo>
                    <a:pt x="316" y="632"/>
                    <a:pt x="194" y="584"/>
                    <a:pt x="122" y="584"/>
                  </a:cubicBezTo>
                  <a:cubicBezTo>
                    <a:pt x="219" y="511"/>
                    <a:pt x="340" y="462"/>
                    <a:pt x="462" y="414"/>
                  </a:cubicBezTo>
                  <a:cubicBezTo>
                    <a:pt x="462" y="414"/>
                    <a:pt x="462" y="389"/>
                    <a:pt x="486" y="389"/>
                  </a:cubicBezTo>
                  <a:cubicBezTo>
                    <a:pt x="510" y="292"/>
                    <a:pt x="559" y="195"/>
                    <a:pt x="607" y="98"/>
                  </a:cubicBezTo>
                  <a:close/>
                  <a:moveTo>
                    <a:pt x="607" y="1"/>
                  </a:moveTo>
                  <a:cubicBezTo>
                    <a:pt x="583" y="1"/>
                    <a:pt x="535" y="1"/>
                    <a:pt x="389" y="341"/>
                  </a:cubicBezTo>
                  <a:cubicBezTo>
                    <a:pt x="24" y="487"/>
                    <a:pt x="0" y="560"/>
                    <a:pt x="0" y="560"/>
                  </a:cubicBezTo>
                  <a:cubicBezTo>
                    <a:pt x="0" y="584"/>
                    <a:pt x="0" y="608"/>
                    <a:pt x="0" y="608"/>
                  </a:cubicBezTo>
                  <a:cubicBezTo>
                    <a:pt x="0" y="632"/>
                    <a:pt x="49" y="657"/>
                    <a:pt x="364" y="730"/>
                  </a:cubicBezTo>
                  <a:cubicBezTo>
                    <a:pt x="462" y="1118"/>
                    <a:pt x="510" y="1118"/>
                    <a:pt x="535" y="1118"/>
                  </a:cubicBezTo>
                  <a:lnTo>
                    <a:pt x="559" y="1118"/>
                  </a:lnTo>
                  <a:cubicBezTo>
                    <a:pt x="583" y="1118"/>
                    <a:pt x="607" y="1118"/>
                    <a:pt x="777" y="754"/>
                  </a:cubicBezTo>
                  <a:cubicBezTo>
                    <a:pt x="875" y="705"/>
                    <a:pt x="996" y="681"/>
                    <a:pt x="1093" y="608"/>
                  </a:cubicBezTo>
                  <a:cubicBezTo>
                    <a:pt x="1118" y="608"/>
                    <a:pt x="1118" y="584"/>
                    <a:pt x="1118" y="560"/>
                  </a:cubicBezTo>
                  <a:cubicBezTo>
                    <a:pt x="1118" y="511"/>
                    <a:pt x="1045" y="487"/>
                    <a:pt x="875" y="414"/>
                  </a:cubicBezTo>
                  <a:lnTo>
                    <a:pt x="753" y="389"/>
                  </a:lnTo>
                  <a:cubicBezTo>
                    <a:pt x="753" y="341"/>
                    <a:pt x="729" y="317"/>
                    <a:pt x="729" y="268"/>
                  </a:cubicBezTo>
                  <a:cubicBezTo>
                    <a:pt x="729" y="171"/>
                    <a:pt x="680" y="98"/>
                    <a:pt x="656" y="25"/>
                  </a:cubicBezTo>
                  <a:cubicBezTo>
                    <a:pt x="632" y="1"/>
                    <a:pt x="632" y="1"/>
                    <a:pt x="6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4"/>
            <p:cNvSpPr/>
            <p:nvPr/>
          </p:nvSpPr>
          <p:spPr>
            <a:xfrm rot="-1688081">
              <a:off x="8403840" y="292330"/>
              <a:ext cx="164354" cy="141707"/>
            </a:xfrm>
            <a:custGeom>
              <a:avLst/>
              <a:gdLst/>
              <a:ahLst/>
              <a:cxnLst/>
              <a:rect l="l" t="t" r="r" b="b"/>
              <a:pathLst>
                <a:path w="827" h="713" extrusionOk="0">
                  <a:moveTo>
                    <a:pt x="462" y="105"/>
                  </a:moveTo>
                  <a:cubicBezTo>
                    <a:pt x="802" y="105"/>
                    <a:pt x="802" y="615"/>
                    <a:pt x="462" y="615"/>
                  </a:cubicBezTo>
                  <a:cubicBezTo>
                    <a:pt x="317" y="591"/>
                    <a:pt x="219" y="494"/>
                    <a:pt x="219" y="348"/>
                  </a:cubicBezTo>
                  <a:cubicBezTo>
                    <a:pt x="219" y="202"/>
                    <a:pt x="341" y="105"/>
                    <a:pt x="462" y="105"/>
                  </a:cubicBezTo>
                  <a:close/>
                  <a:moveTo>
                    <a:pt x="481" y="1"/>
                  </a:moveTo>
                  <a:cubicBezTo>
                    <a:pt x="392" y="1"/>
                    <a:pt x="299" y="33"/>
                    <a:pt x="219" y="105"/>
                  </a:cubicBezTo>
                  <a:cubicBezTo>
                    <a:pt x="1" y="324"/>
                    <a:pt x="171" y="688"/>
                    <a:pt x="462" y="712"/>
                  </a:cubicBezTo>
                  <a:cubicBezTo>
                    <a:pt x="657" y="712"/>
                    <a:pt x="827" y="542"/>
                    <a:pt x="827" y="348"/>
                  </a:cubicBezTo>
                  <a:cubicBezTo>
                    <a:pt x="827" y="136"/>
                    <a:pt x="663" y="1"/>
                    <a:pt x="4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 rot="-1688081">
              <a:off x="7886315" y="509903"/>
              <a:ext cx="222384" cy="213454"/>
            </a:xfrm>
            <a:custGeom>
              <a:avLst/>
              <a:gdLst/>
              <a:ahLst/>
              <a:cxnLst/>
              <a:rect l="l" t="t" r="r" b="b"/>
              <a:pathLst>
                <a:path w="1119" h="1074" extrusionOk="0">
                  <a:moveTo>
                    <a:pt x="681" y="441"/>
                  </a:moveTo>
                  <a:cubicBezTo>
                    <a:pt x="681" y="441"/>
                    <a:pt x="681" y="441"/>
                    <a:pt x="681" y="466"/>
                  </a:cubicBezTo>
                  <a:cubicBezTo>
                    <a:pt x="681" y="466"/>
                    <a:pt x="657" y="490"/>
                    <a:pt x="584" y="490"/>
                  </a:cubicBezTo>
                  <a:cubicBezTo>
                    <a:pt x="608" y="466"/>
                    <a:pt x="632" y="441"/>
                    <a:pt x="657" y="441"/>
                  </a:cubicBezTo>
                  <a:close/>
                  <a:moveTo>
                    <a:pt x="384" y="97"/>
                  </a:moveTo>
                  <a:cubicBezTo>
                    <a:pt x="401" y="97"/>
                    <a:pt x="420" y="98"/>
                    <a:pt x="438" y="101"/>
                  </a:cubicBezTo>
                  <a:cubicBezTo>
                    <a:pt x="559" y="101"/>
                    <a:pt x="681" y="126"/>
                    <a:pt x="778" y="150"/>
                  </a:cubicBezTo>
                  <a:cubicBezTo>
                    <a:pt x="924" y="199"/>
                    <a:pt x="1021" y="369"/>
                    <a:pt x="972" y="514"/>
                  </a:cubicBezTo>
                  <a:cubicBezTo>
                    <a:pt x="924" y="733"/>
                    <a:pt x="705" y="976"/>
                    <a:pt x="559" y="976"/>
                  </a:cubicBezTo>
                  <a:lnTo>
                    <a:pt x="511" y="976"/>
                  </a:lnTo>
                  <a:cubicBezTo>
                    <a:pt x="414" y="879"/>
                    <a:pt x="438" y="733"/>
                    <a:pt x="511" y="612"/>
                  </a:cubicBezTo>
                  <a:cubicBezTo>
                    <a:pt x="608" y="587"/>
                    <a:pt x="754" y="563"/>
                    <a:pt x="778" y="490"/>
                  </a:cubicBezTo>
                  <a:cubicBezTo>
                    <a:pt x="802" y="441"/>
                    <a:pt x="778" y="393"/>
                    <a:pt x="754" y="369"/>
                  </a:cubicBezTo>
                  <a:cubicBezTo>
                    <a:pt x="730" y="344"/>
                    <a:pt x="705" y="344"/>
                    <a:pt x="681" y="344"/>
                  </a:cubicBezTo>
                  <a:cubicBezTo>
                    <a:pt x="608" y="344"/>
                    <a:pt x="535" y="417"/>
                    <a:pt x="462" y="514"/>
                  </a:cubicBezTo>
                  <a:cubicBezTo>
                    <a:pt x="441" y="519"/>
                    <a:pt x="419" y="521"/>
                    <a:pt x="398" y="521"/>
                  </a:cubicBezTo>
                  <a:cubicBezTo>
                    <a:pt x="299" y="521"/>
                    <a:pt x="202" y="477"/>
                    <a:pt x="122" y="417"/>
                  </a:cubicBezTo>
                  <a:cubicBezTo>
                    <a:pt x="98" y="369"/>
                    <a:pt x="98" y="344"/>
                    <a:pt x="122" y="296"/>
                  </a:cubicBezTo>
                  <a:cubicBezTo>
                    <a:pt x="165" y="168"/>
                    <a:pt x="263" y="97"/>
                    <a:pt x="384" y="97"/>
                  </a:cubicBezTo>
                  <a:close/>
                  <a:moveTo>
                    <a:pt x="386" y="1"/>
                  </a:moveTo>
                  <a:cubicBezTo>
                    <a:pt x="230" y="1"/>
                    <a:pt x="69" y="97"/>
                    <a:pt x="25" y="271"/>
                  </a:cubicBezTo>
                  <a:cubicBezTo>
                    <a:pt x="1" y="344"/>
                    <a:pt x="1" y="417"/>
                    <a:pt x="49" y="466"/>
                  </a:cubicBezTo>
                  <a:cubicBezTo>
                    <a:pt x="147" y="563"/>
                    <a:pt x="292" y="612"/>
                    <a:pt x="414" y="612"/>
                  </a:cubicBezTo>
                  <a:cubicBezTo>
                    <a:pt x="341" y="733"/>
                    <a:pt x="341" y="927"/>
                    <a:pt x="462" y="1049"/>
                  </a:cubicBezTo>
                  <a:cubicBezTo>
                    <a:pt x="487" y="1073"/>
                    <a:pt x="511" y="1073"/>
                    <a:pt x="559" y="1073"/>
                  </a:cubicBezTo>
                  <a:cubicBezTo>
                    <a:pt x="754" y="1073"/>
                    <a:pt x="1021" y="782"/>
                    <a:pt x="1070" y="539"/>
                  </a:cubicBezTo>
                  <a:cubicBezTo>
                    <a:pt x="1118" y="320"/>
                    <a:pt x="997" y="126"/>
                    <a:pt x="827" y="77"/>
                  </a:cubicBezTo>
                  <a:cubicBezTo>
                    <a:pt x="705" y="29"/>
                    <a:pt x="584" y="4"/>
                    <a:pt x="438" y="4"/>
                  </a:cubicBezTo>
                  <a:cubicBezTo>
                    <a:pt x="421" y="2"/>
                    <a:pt x="403" y="1"/>
                    <a:pt x="3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 rot="-1688081">
              <a:off x="7968779" y="265401"/>
              <a:ext cx="217416" cy="213057"/>
            </a:xfrm>
            <a:custGeom>
              <a:avLst/>
              <a:gdLst/>
              <a:ahLst/>
              <a:cxnLst/>
              <a:rect l="l" t="t" r="r" b="b"/>
              <a:pathLst>
                <a:path w="1094" h="1072" extrusionOk="0">
                  <a:moveTo>
                    <a:pt x="484" y="620"/>
                  </a:moveTo>
                  <a:cubicBezTo>
                    <a:pt x="474" y="660"/>
                    <a:pt x="413" y="681"/>
                    <a:pt x="413" y="681"/>
                  </a:cubicBezTo>
                  <a:cubicBezTo>
                    <a:pt x="433" y="641"/>
                    <a:pt x="452" y="634"/>
                    <a:pt x="484" y="620"/>
                  </a:cubicBezTo>
                  <a:close/>
                  <a:moveTo>
                    <a:pt x="480" y="88"/>
                  </a:moveTo>
                  <a:cubicBezTo>
                    <a:pt x="512" y="88"/>
                    <a:pt x="542" y="105"/>
                    <a:pt x="559" y="122"/>
                  </a:cubicBezTo>
                  <a:cubicBezTo>
                    <a:pt x="607" y="243"/>
                    <a:pt x="607" y="365"/>
                    <a:pt x="559" y="486"/>
                  </a:cubicBezTo>
                  <a:cubicBezTo>
                    <a:pt x="462" y="486"/>
                    <a:pt x="389" y="535"/>
                    <a:pt x="340" y="608"/>
                  </a:cubicBezTo>
                  <a:cubicBezTo>
                    <a:pt x="316" y="632"/>
                    <a:pt x="316" y="681"/>
                    <a:pt x="340" y="681"/>
                  </a:cubicBezTo>
                  <a:cubicBezTo>
                    <a:pt x="365" y="729"/>
                    <a:pt x="389" y="753"/>
                    <a:pt x="437" y="753"/>
                  </a:cubicBezTo>
                  <a:cubicBezTo>
                    <a:pt x="535" y="753"/>
                    <a:pt x="607" y="632"/>
                    <a:pt x="632" y="559"/>
                  </a:cubicBezTo>
                  <a:lnTo>
                    <a:pt x="778" y="559"/>
                  </a:lnTo>
                  <a:cubicBezTo>
                    <a:pt x="790" y="555"/>
                    <a:pt x="804" y="553"/>
                    <a:pt x="818" y="553"/>
                  </a:cubicBezTo>
                  <a:cubicBezTo>
                    <a:pt x="883" y="553"/>
                    <a:pt x="956" y="596"/>
                    <a:pt x="996" y="656"/>
                  </a:cubicBezTo>
                  <a:cubicBezTo>
                    <a:pt x="996" y="681"/>
                    <a:pt x="996" y="729"/>
                    <a:pt x="972" y="753"/>
                  </a:cubicBezTo>
                  <a:cubicBezTo>
                    <a:pt x="850" y="899"/>
                    <a:pt x="656" y="972"/>
                    <a:pt x="462" y="972"/>
                  </a:cubicBezTo>
                  <a:cubicBezTo>
                    <a:pt x="449" y="974"/>
                    <a:pt x="437" y="975"/>
                    <a:pt x="424" y="975"/>
                  </a:cubicBezTo>
                  <a:cubicBezTo>
                    <a:pt x="268" y="975"/>
                    <a:pt x="122" y="838"/>
                    <a:pt x="122" y="681"/>
                  </a:cubicBezTo>
                  <a:cubicBezTo>
                    <a:pt x="97" y="511"/>
                    <a:pt x="146" y="316"/>
                    <a:pt x="243" y="170"/>
                  </a:cubicBezTo>
                  <a:cubicBezTo>
                    <a:pt x="292" y="122"/>
                    <a:pt x="365" y="98"/>
                    <a:pt x="437" y="98"/>
                  </a:cubicBezTo>
                  <a:cubicBezTo>
                    <a:pt x="452" y="90"/>
                    <a:pt x="466" y="88"/>
                    <a:pt x="480" y="88"/>
                  </a:cubicBezTo>
                  <a:close/>
                  <a:moveTo>
                    <a:pt x="437" y="0"/>
                  </a:moveTo>
                  <a:cubicBezTo>
                    <a:pt x="340" y="0"/>
                    <a:pt x="243" y="49"/>
                    <a:pt x="170" y="122"/>
                  </a:cubicBezTo>
                  <a:cubicBezTo>
                    <a:pt x="49" y="292"/>
                    <a:pt x="0" y="511"/>
                    <a:pt x="24" y="705"/>
                  </a:cubicBezTo>
                  <a:cubicBezTo>
                    <a:pt x="24" y="910"/>
                    <a:pt x="195" y="1072"/>
                    <a:pt x="396" y="1072"/>
                  </a:cubicBezTo>
                  <a:cubicBezTo>
                    <a:pt x="410" y="1072"/>
                    <a:pt x="423" y="1071"/>
                    <a:pt x="437" y="1069"/>
                  </a:cubicBezTo>
                  <a:cubicBezTo>
                    <a:pt x="656" y="1069"/>
                    <a:pt x="875" y="972"/>
                    <a:pt x="1045" y="826"/>
                  </a:cubicBezTo>
                  <a:cubicBezTo>
                    <a:pt x="1069" y="753"/>
                    <a:pt x="1093" y="705"/>
                    <a:pt x="1069" y="632"/>
                  </a:cubicBezTo>
                  <a:cubicBezTo>
                    <a:pt x="1006" y="548"/>
                    <a:pt x="906" y="482"/>
                    <a:pt x="801" y="482"/>
                  </a:cubicBezTo>
                  <a:cubicBezTo>
                    <a:pt x="785" y="482"/>
                    <a:pt x="769" y="483"/>
                    <a:pt x="753" y="486"/>
                  </a:cubicBezTo>
                  <a:lnTo>
                    <a:pt x="656" y="486"/>
                  </a:lnTo>
                  <a:cubicBezTo>
                    <a:pt x="705" y="365"/>
                    <a:pt x="680" y="219"/>
                    <a:pt x="632" y="98"/>
                  </a:cubicBezTo>
                  <a:cubicBezTo>
                    <a:pt x="583" y="49"/>
                    <a:pt x="510" y="0"/>
                    <a:pt x="4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4"/>
            <p:cNvSpPr/>
            <p:nvPr/>
          </p:nvSpPr>
          <p:spPr>
            <a:xfrm rot="-1688081">
              <a:off x="8097363" y="456906"/>
              <a:ext cx="198138" cy="172512"/>
            </a:xfrm>
            <a:custGeom>
              <a:avLst/>
              <a:gdLst/>
              <a:ahLst/>
              <a:cxnLst/>
              <a:rect l="l" t="t" r="r" b="b"/>
              <a:pathLst>
                <a:path w="997" h="868" extrusionOk="0">
                  <a:moveTo>
                    <a:pt x="405" y="1"/>
                  </a:moveTo>
                  <a:cubicBezTo>
                    <a:pt x="214" y="1"/>
                    <a:pt x="67" y="97"/>
                    <a:pt x="49" y="168"/>
                  </a:cubicBezTo>
                  <a:cubicBezTo>
                    <a:pt x="0" y="363"/>
                    <a:pt x="49" y="557"/>
                    <a:pt x="195" y="703"/>
                  </a:cubicBezTo>
                  <a:cubicBezTo>
                    <a:pt x="350" y="801"/>
                    <a:pt x="529" y="867"/>
                    <a:pt x="667" y="867"/>
                  </a:cubicBezTo>
                  <a:cubicBezTo>
                    <a:pt x="767" y="867"/>
                    <a:pt x="844" y="833"/>
                    <a:pt x="875" y="751"/>
                  </a:cubicBezTo>
                  <a:cubicBezTo>
                    <a:pt x="996" y="484"/>
                    <a:pt x="875" y="168"/>
                    <a:pt x="632" y="47"/>
                  </a:cubicBezTo>
                  <a:cubicBezTo>
                    <a:pt x="553" y="14"/>
                    <a:pt x="476" y="1"/>
                    <a:pt x="4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4"/>
            <p:cNvSpPr/>
            <p:nvPr/>
          </p:nvSpPr>
          <p:spPr>
            <a:xfrm rot="-1688081">
              <a:off x="8096253" y="485759"/>
              <a:ext cx="92014" cy="96790"/>
            </a:xfrm>
            <a:custGeom>
              <a:avLst/>
              <a:gdLst/>
              <a:ahLst/>
              <a:cxnLst/>
              <a:rect l="l" t="t" r="r" b="b"/>
              <a:pathLst>
                <a:path w="463" h="487" extrusionOk="0">
                  <a:moveTo>
                    <a:pt x="462" y="0"/>
                  </a:moveTo>
                  <a:lnTo>
                    <a:pt x="1" y="486"/>
                  </a:lnTo>
                  <a:cubicBezTo>
                    <a:pt x="1" y="486"/>
                    <a:pt x="438" y="98"/>
                    <a:pt x="4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4"/>
            <p:cNvSpPr/>
            <p:nvPr/>
          </p:nvSpPr>
          <p:spPr>
            <a:xfrm rot="-1688081">
              <a:off x="8086573" y="475658"/>
              <a:ext cx="111093" cy="116466"/>
            </a:xfrm>
            <a:custGeom>
              <a:avLst/>
              <a:gdLst/>
              <a:ahLst/>
              <a:cxnLst/>
              <a:rect l="l" t="t" r="r" b="b"/>
              <a:pathLst>
                <a:path w="559" h="586" extrusionOk="0">
                  <a:moveTo>
                    <a:pt x="504" y="1"/>
                  </a:moveTo>
                  <a:cubicBezTo>
                    <a:pt x="487" y="1"/>
                    <a:pt x="471" y="9"/>
                    <a:pt x="462" y="27"/>
                  </a:cubicBezTo>
                  <a:cubicBezTo>
                    <a:pt x="340" y="197"/>
                    <a:pt x="195" y="367"/>
                    <a:pt x="25" y="489"/>
                  </a:cubicBezTo>
                  <a:cubicBezTo>
                    <a:pt x="0" y="513"/>
                    <a:pt x="0" y="537"/>
                    <a:pt x="25" y="562"/>
                  </a:cubicBezTo>
                  <a:cubicBezTo>
                    <a:pt x="25" y="562"/>
                    <a:pt x="49" y="562"/>
                    <a:pt x="49" y="586"/>
                  </a:cubicBezTo>
                  <a:cubicBezTo>
                    <a:pt x="73" y="562"/>
                    <a:pt x="73" y="562"/>
                    <a:pt x="73" y="562"/>
                  </a:cubicBezTo>
                  <a:cubicBezTo>
                    <a:pt x="267" y="416"/>
                    <a:pt x="413" y="246"/>
                    <a:pt x="559" y="51"/>
                  </a:cubicBezTo>
                  <a:cubicBezTo>
                    <a:pt x="559" y="21"/>
                    <a:pt x="531" y="1"/>
                    <a:pt x="5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4"/>
            <p:cNvSpPr/>
            <p:nvPr/>
          </p:nvSpPr>
          <p:spPr>
            <a:xfrm rot="-1688081">
              <a:off x="8145749" y="485303"/>
              <a:ext cx="101553" cy="116068"/>
            </a:xfrm>
            <a:custGeom>
              <a:avLst/>
              <a:gdLst/>
              <a:ahLst/>
              <a:cxnLst/>
              <a:rect l="l" t="t" r="r" b="b"/>
              <a:pathLst>
                <a:path w="511" h="584" extrusionOk="0">
                  <a:moveTo>
                    <a:pt x="510" y="1"/>
                  </a:moveTo>
                  <a:lnTo>
                    <a:pt x="0" y="584"/>
                  </a:lnTo>
                  <a:cubicBezTo>
                    <a:pt x="194" y="390"/>
                    <a:pt x="365" y="195"/>
                    <a:pt x="5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4"/>
            <p:cNvSpPr/>
            <p:nvPr/>
          </p:nvSpPr>
          <p:spPr>
            <a:xfrm rot="-1688081">
              <a:off x="8132238" y="479541"/>
              <a:ext cx="125600" cy="132564"/>
            </a:xfrm>
            <a:custGeom>
              <a:avLst/>
              <a:gdLst/>
              <a:ahLst/>
              <a:cxnLst/>
              <a:rect l="l" t="t" r="r" b="b"/>
              <a:pathLst>
                <a:path w="632" h="667" extrusionOk="0">
                  <a:moveTo>
                    <a:pt x="563" y="1"/>
                  </a:moveTo>
                  <a:cubicBezTo>
                    <a:pt x="547" y="1"/>
                    <a:pt x="535" y="18"/>
                    <a:pt x="535" y="35"/>
                  </a:cubicBezTo>
                  <a:cubicBezTo>
                    <a:pt x="389" y="254"/>
                    <a:pt x="219" y="448"/>
                    <a:pt x="25" y="594"/>
                  </a:cubicBezTo>
                  <a:cubicBezTo>
                    <a:pt x="0" y="618"/>
                    <a:pt x="0" y="642"/>
                    <a:pt x="25" y="667"/>
                  </a:cubicBezTo>
                  <a:lnTo>
                    <a:pt x="97" y="667"/>
                  </a:lnTo>
                  <a:cubicBezTo>
                    <a:pt x="292" y="496"/>
                    <a:pt x="486" y="278"/>
                    <a:pt x="632" y="59"/>
                  </a:cubicBezTo>
                  <a:cubicBezTo>
                    <a:pt x="632" y="35"/>
                    <a:pt x="608" y="11"/>
                    <a:pt x="583" y="11"/>
                  </a:cubicBezTo>
                  <a:cubicBezTo>
                    <a:pt x="576" y="3"/>
                    <a:pt x="569" y="1"/>
                    <a:pt x="5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4"/>
            <p:cNvSpPr/>
            <p:nvPr/>
          </p:nvSpPr>
          <p:spPr>
            <a:xfrm rot="-1688081">
              <a:off x="7848968" y="476562"/>
              <a:ext cx="144878" cy="57040"/>
            </a:xfrm>
            <a:custGeom>
              <a:avLst/>
              <a:gdLst/>
              <a:ahLst/>
              <a:cxnLst/>
              <a:rect l="l" t="t" r="r" b="b"/>
              <a:pathLst>
                <a:path w="729" h="287" extrusionOk="0">
                  <a:moveTo>
                    <a:pt x="254" y="0"/>
                  </a:moveTo>
                  <a:cubicBezTo>
                    <a:pt x="184" y="0"/>
                    <a:pt x="114" y="14"/>
                    <a:pt x="49" y="43"/>
                  </a:cubicBezTo>
                  <a:cubicBezTo>
                    <a:pt x="0" y="68"/>
                    <a:pt x="25" y="140"/>
                    <a:pt x="73" y="140"/>
                  </a:cubicBezTo>
                  <a:cubicBezTo>
                    <a:pt x="133" y="118"/>
                    <a:pt x="196" y="107"/>
                    <a:pt x="258" y="107"/>
                  </a:cubicBezTo>
                  <a:cubicBezTo>
                    <a:pt x="396" y="107"/>
                    <a:pt x="531" y="161"/>
                    <a:pt x="632" y="262"/>
                  </a:cubicBezTo>
                  <a:cubicBezTo>
                    <a:pt x="656" y="286"/>
                    <a:pt x="656" y="286"/>
                    <a:pt x="680" y="286"/>
                  </a:cubicBezTo>
                  <a:lnTo>
                    <a:pt x="705" y="286"/>
                  </a:lnTo>
                  <a:cubicBezTo>
                    <a:pt x="729" y="262"/>
                    <a:pt x="729" y="213"/>
                    <a:pt x="705" y="213"/>
                  </a:cubicBezTo>
                  <a:cubicBezTo>
                    <a:pt x="585" y="77"/>
                    <a:pt x="418" y="0"/>
                    <a:pt x="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4"/>
            <p:cNvSpPr/>
            <p:nvPr/>
          </p:nvSpPr>
          <p:spPr>
            <a:xfrm rot="-1688081">
              <a:off x="8202326" y="503855"/>
              <a:ext cx="77308" cy="91821"/>
            </a:xfrm>
            <a:custGeom>
              <a:avLst/>
              <a:gdLst/>
              <a:ahLst/>
              <a:cxnLst/>
              <a:rect l="l" t="t" r="r" b="b"/>
              <a:pathLst>
                <a:path w="389" h="462" extrusionOk="0">
                  <a:moveTo>
                    <a:pt x="389" y="0"/>
                  </a:moveTo>
                  <a:lnTo>
                    <a:pt x="0" y="462"/>
                  </a:lnTo>
                  <a:cubicBezTo>
                    <a:pt x="0" y="462"/>
                    <a:pt x="364" y="146"/>
                    <a:pt x="3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4"/>
            <p:cNvSpPr/>
            <p:nvPr/>
          </p:nvSpPr>
          <p:spPr>
            <a:xfrm rot="-1688081">
              <a:off x="8187819" y="494119"/>
              <a:ext cx="101553" cy="112491"/>
            </a:xfrm>
            <a:custGeom>
              <a:avLst/>
              <a:gdLst/>
              <a:ahLst/>
              <a:cxnLst/>
              <a:rect l="l" t="t" r="r" b="b"/>
              <a:pathLst>
                <a:path w="511" h="566" extrusionOk="0">
                  <a:moveTo>
                    <a:pt x="462" y="1"/>
                  </a:moveTo>
                  <a:cubicBezTo>
                    <a:pt x="444" y="1"/>
                    <a:pt x="425" y="19"/>
                    <a:pt x="413" y="55"/>
                  </a:cubicBezTo>
                  <a:cubicBezTo>
                    <a:pt x="389" y="152"/>
                    <a:pt x="170" y="371"/>
                    <a:pt x="24" y="468"/>
                  </a:cubicBezTo>
                  <a:cubicBezTo>
                    <a:pt x="0" y="493"/>
                    <a:pt x="0" y="517"/>
                    <a:pt x="24" y="541"/>
                  </a:cubicBezTo>
                  <a:cubicBezTo>
                    <a:pt x="24" y="541"/>
                    <a:pt x="49" y="565"/>
                    <a:pt x="73" y="565"/>
                  </a:cubicBezTo>
                  <a:cubicBezTo>
                    <a:pt x="73" y="565"/>
                    <a:pt x="73" y="541"/>
                    <a:pt x="73" y="541"/>
                  </a:cubicBezTo>
                  <a:cubicBezTo>
                    <a:pt x="122" y="493"/>
                    <a:pt x="486" y="225"/>
                    <a:pt x="510" y="55"/>
                  </a:cubicBezTo>
                  <a:cubicBezTo>
                    <a:pt x="498" y="19"/>
                    <a:pt x="480" y="1"/>
                    <a:pt x="4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4"/>
            <p:cNvSpPr/>
            <p:nvPr/>
          </p:nvSpPr>
          <p:spPr>
            <a:xfrm rot="-1688081">
              <a:off x="7905638" y="365861"/>
              <a:ext cx="77507" cy="138924"/>
            </a:xfrm>
            <a:custGeom>
              <a:avLst/>
              <a:gdLst/>
              <a:ahLst/>
              <a:cxnLst/>
              <a:rect l="l" t="t" r="r" b="b"/>
              <a:pathLst>
                <a:path w="390" h="699" extrusionOk="0">
                  <a:moveTo>
                    <a:pt x="158" y="0"/>
                  </a:moveTo>
                  <a:cubicBezTo>
                    <a:pt x="146" y="0"/>
                    <a:pt x="134" y="6"/>
                    <a:pt x="122" y="18"/>
                  </a:cubicBezTo>
                  <a:cubicBezTo>
                    <a:pt x="0" y="237"/>
                    <a:pt x="98" y="529"/>
                    <a:pt x="292" y="699"/>
                  </a:cubicBezTo>
                  <a:lnTo>
                    <a:pt x="365" y="699"/>
                  </a:lnTo>
                  <a:cubicBezTo>
                    <a:pt x="389" y="674"/>
                    <a:pt x="389" y="650"/>
                    <a:pt x="365" y="626"/>
                  </a:cubicBezTo>
                  <a:cubicBezTo>
                    <a:pt x="171" y="504"/>
                    <a:pt x="122" y="261"/>
                    <a:pt x="195" y="67"/>
                  </a:cubicBezTo>
                  <a:cubicBezTo>
                    <a:pt x="219" y="43"/>
                    <a:pt x="219" y="18"/>
                    <a:pt x="195" y="18"/>
                  </a:cubicBezTo>
                  <a:cubicBezTo>
                    <a:pt x="183" y="6"/>
                    <a:pt x="171" y="0"/>
                    <a:pt x="1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4"/>
            <p:cNvSpPr/>
            <p:nvPr/>
          </p:nvSpPr>
          <p:spPr>
            <a:xfrm rot="-1688081">
              <a:off x="8626261" y="406849"/>
              <a:ext cx="367262" cy="1041832"/>
            </a:xfrm>
            <a:custGeom>
              <a:avLst/>
              <a:gdLst/>
              <a:ahLst/>
              <a:cxnLst/>
              <a:rect l="l" t="t" r="r" b="b"/>
              <a:pathLst>
                <a:path w="1848" h="5242" extrusionOk="0">
                  <a:moveTo>
                    <a:pt x="156" y="1"/>
                  </a:moveTo>
                  <a:cubicBezTo>
                    <a:pt x="122" y="1"/>
                    <a:pt x="86" y="7"/>
                    <a:pt x="49" y="19"/>
                  </a:cubicBezTo>
                  <a:cubicBezTo>
                    <a:pt x="25" y="19"/>
                    <a:pt x="1" y="43"/>
                    <a:pt x="1" y="68"/>
                  </a:cubicBezTo>
                  <a:cubicBezTo>
                    <a:pt x="25" y="92"/>
                    <a:pt x="25" y="116"/>
                    <a:pt x="49" y="116"/>
                  </a:cubicBezTo>
                  <a:lnTo>
                    <a:pt x="74" y="92"/>
                  </a:lnTo>
                  <a:lnTo>
                    <a:pt x="244" y="92"/>
                  </a:lnTo>
                  <a:cubicBezTo>
                    <a:pt x="251" y="99"/>
                    <a:pt x="258" y="102"/>
                    <a:pt x="265" y="102"/>
                  </a:cubicBezTo>
                  <a:cubicBezTo>
                    <a:pt x="280" y="102"/>
                    <a:pt x="292" y="85"/>
                    <a:pt x="292" y="68"/>
                  </a:cubicBezTo>
                  <a:cubicBezTo>
                    <a:pt x="292" y="43"/>
                    <a:pt x="268" y="19"/>
                    <a:pt x="244" y="19"/>
                  </a:cubicBezTo>
                  <a:cubicBezTo>
                    <a:pt x="220" y="7"/>
                    <a:pt x="189" y="1"/>
                    <a:pt x="156" y="1"/>
                  </a:cubicBezTo>
                  <a:close/>
                  <a:moveTo>
                    <a:pt x="438" y="43"/>
                  </a:moveTo>
                  <a:cubicBezTo>
                    <a:pt x="414" y="43"/>
                    <a:pt x="390" y="68"/>
                    <a:pt x="390" y="92"/>
                  </a:cubicBezTo>
                  <a:cubicBezTo>
                    <a:pt x="390" y="116"/>
                    <a:pt x="390" y="141"/>
                    <a:pt x="414" y="141"/>
                  </a:cubicBezTo>
                  <a:cubicBezTo>
                    <a:pt x="487" y="165"/>
                    <a:pt x="535" y="165"/>
                    <a:pt x="584" y="189"/>
                  </a:cubicBezTo>
                  <a:lnTo>
                    <a:pt x="608" y="189"/>
                  </a:lnTo>
                  <a:cubicBezTo>
                    <a:pt x="632" y="189"/>
                    <a:pt x="632" y="189"/>
                    <a:pt x="657" y="165"/>
                  </a:cubicBezTo>
                  <a:cubicBezTo>
                    <a:pt x="657" y="141"/>
                    <a:pt x="657" y="116"/>
                    <a:pt x="632" y="116"/>
                  </a:cubicBezTo>
                  <a:cubicBezTo>
                    <a:pt x="560" y="92"/>
                    <a:pt x="511" y="68"/>
                    <a:pt x="438" y="43"/>
                  </a:cubicBezTo>
                  <a:close/>
                  <a:moveTo>
                    <a:pt x="778" y="195"/>
                  </a:moveTo>
                  <a:cubicBezTo>
                    <a:pt x="766" y="195"/>
                    <a:pt x="754" y="201"/>
                    <a:pt x="754" y="213"/>
                  </a:cubicBezTo>
                  <a:cubicBezTo>
                    <a:pt x="730" y="238"/>
                    <a:pt x="730" y="262"/>
                    <a:pt x="754" y="286"/>
                  </a:cubicBezTo>
                  <a:cubicBezTo>
                    <a:pt x="803" y="311"/>
                    <a:pt x="851" y="359"/>
                    <a:pt x="875" y="384"/>
                  </a:cubicBezTo>
                  <a:cubicBezTo>
                    <a:pt x="900" y="408"/>
                    <a:pt x="900" y="408"/>
                    <a:pt x="924" y="408"/>
                  </a:cubicBezTo>
                  <a:lnTo>
                    <a:pt x="973" y="408"/>
                  </a:lnTo>
                  <a:cubicBezTo>
                    <a:pt x="973" y="384"/>
                    <a:pt x="973" y="359"/>
                    <a:pt x="973" y="335"/>
                  </a:cubicBezTo>
                  <a:cubicBezTo>
                    <a:pt x="924" y="286"/>
                    <a:pt x="875" y="238"/>
                    <a:pt x="803" y="213"/>
                  </a:cubicBezTo>
                  <a:cubicBezTo>
                    <a:pt x="803" y="201"/>
                    <a:pt x="790" y="195"/>
                    <a:pt x="778" y="195"/>
                  </a:cubicBezTo>
                  <a:close/>
                  <a:moveTo>
                    <a:pt x="1033" y="438"/>
                  </a:moveTo>
                  <a:cubicBezTo>
                    <a:pt x="1021" y="438"/>
                    <a:pt x="1009" y="444"/>
                    <a:pt x="997" y="456"/>
                  </a:cubicBezTo>
                  <a:cubicBezTo>
                    <a:pt x="973" y="456"/>
                    <a:pt x="973" y="505"/>
                    <a:pt x="997" y="529"/>
                  </a:cubicBezTo>
                  <a:cubicBezTo>
                    <a:pt x="1021" y="578"/>
                    <a:pt x="1045" y="626"/>
                    <a:pt x="1070" y="675"/>
                  </a:cubicBezTo>
                  <a:cubicBezTo>
                    <a:pt x="1070" y="699"/>
                    <a:pt x="1094" y="724"/>
                    <a:pt x="1118" y="724"/>
                  </a:cubicBezTo>
                  <a:lnTo>
                    <a:pt x="1118" y="699"/>
                  </a:lnTo>
                  <a:cubicBezTo>
                    <a:pt x="1143" y="675"/>
                    <a:pt x="1167" y="651"/>
                    <a:pt x="1143" y="626"/>
                  </a:cubicBezTo>
                  <a:cubicBezTo>
                    <a:pt x="1118" y="578"/>
                    <a:pt x="1094" y="505"/>
                    <a:pt x="1070" y="456"/>
                  </a:cubicBezTo>
                  <a:cubicBezTo>
                    <a:pt x="1058" y="444"/>
                    <a:pt x="1045" y="438"/>
                    <a:pt x="1033" y="438"/>
                  </a:cubicBezTo>
                  <a:close/>
                  <a:moveTo>
                    <a:pt x="1143" y="796"/>
                  </a:moveTo>
                  <a:cubicBezTo>
                    <a:pt x="1118" y="821"/>
                    <a:pt x="1118" y="845"/>
                    <a:pt x="1118" y="869"/>
                  </a:cubicBezTo>
                  <a:cubicBezTo>
                    <a:pt x="1118" y="918"/>
                    <a:pt x="1143" y="991"/>
                    <a:pt x="1143" y="991"/>
                  </a:cubicBezTo>
                  <a:lnTo>
                    <a:pt x="1143" y="1039"/>
                  </a:lnTo>
                  <a:cubicBezTo>
                    <a:pt x="1143" y="1064"/>
                    <a:pt x="1167" y="1088"/>
                    <a:pt x="1191" y="1088"/>
                  </a:cubicBezTo>
                  <a:cubicBezTo>
                    <a:pt x="1215" y="1088"/>
                    <a:pt x="1240" y="1064"/>
                    <a:pt x="1240" y="1039"/>
                  </a:cubicBezTo>
                  <a:cubicBezTo>
                    <a:pt x="1240" y="1015"/>
                    <a:pt x="1240" y="1015"/>
                    <a:pt x="1240" y="991"/>
                  </a:cubicBezTo>
                  <a:cubicBezTo>
                    <a:pt x="1215" y="942"/>
                    <a:pt x="1215" y="894"/>
                    <a:pt x="1215" y="845"/>
                  </a:cubicBezTo>
                  <a:cubicBezTo>
                    <a:pt x="1191" y="821"/>
                    <a:pt x="1167" y="796"/>
                    <a:pt x="1143" y="796"/>
                  </a:cubicBezTo>
                  <a:close/>
                  <a:moveTo>
                    <a:pt x="1191" y="1185"/>
                  </a:moveTo>
                  <a:cubicBezTo>
                    <a:pt x="1167" y="1185"/>
                    <a:pt x="1143" y="1209"/>
                    <a:pt x="1143" y="1234"/>
                  </a:cubicBezTo>
                  <a:cubicBezTo>
                    <a:pt x="1143" y="1282"/>
                    <a:pt x="1143" y="1355"/>
                    <a:pt x="1118" y="1404"/>
                  </a:cubicBezTo>
                  <a:cubicBezTo>
                    <a:pt x="1118" y="1428"/>
                    <a:pt x="1143" y="1452"/>
                    <a:pt x="1167" y="1452"/>
                  </a:cubicBezTo>
                  <a:cubicBezTo>
                    <a:pt x="1191" y="1452"/>
                    <a:pt x="1215" y="1452"/>
                    <a:pt x="1215" y="1428"/>
                  </a:cubicBezTo>
                  <a:cubicBezTo>
                    <a:pt x="1215" y="1355"/>
                    <a:pt x="1240" y="1307"/>
                    <a:pt x="1240" y="1234"/>
                  </a:cubicBezTo>
                  <a:cubicBezTo>
                    <a:pt x="1240" y="1209"/>
                    <a:pt x="1215" y="1185"/>
                    <a:pt x="1191" y="1185"/>
                  </a:cubicBezTo>
                  <a:close/>
                  <a:moveTo>
                    <a:pt x="1107" y="1549"/>
                  </a:moveTo>
                  <a:cubicBezTo>
                    <a:pt x="1093" y="1549"/>
                    <a:pt x="1078" y="1557"/>
                    <a:pt x="1070" y="1574"/>
                  </a:cubicBezTo>
                  <a:cubicBezTo>
                    <a:pt x="1045" y="1622"/>
                    <a:pt x="997" y="1695"/>
                    <a:pt x="973" y="1744"/>
                  </a:cubicBezTo>
                  <a:cubicBezTo>
                    <a:pt x="948" y="1744"/>
                    <a:pt x="948" y="1792"/>
                    <a:pt x="973" y="1792"/>
                  </a:cubicBezTo>
                  <a:lnTo>
                    <a:pt x="1045" y="1792"/>
                  </a:lnTo>
                  <a:cubicBezTo>
                    <a:pt x="1094" y="1744"/>
                    <a:pt x="1118" y="1671"/>
                    <a:pt x="1143" y="1622"/>
                  </a:cubicBezTo>
                  <a:cubicBezTo>
                    <a:pt x="1158" y="1575"/>
                    <a:pt x="1133" y="1549"/>
                    <a:pt x="1107" y="1549"/>
                  </a:cubicBezTo>
                  <a:close/>
                  <a:moveTo>
                    <a:pt x="438" y="1792"/>
                  </a:moveTo>
                  <a:cubicBezTo>
                    <a:pt x="394" y="1792"/>
                    <a:pt x="390" y="1893"/>
                    <a:pt x="426" y="1893"/>
                  </a:cubicBezTo>
                  <a:cubicBezTo>
                    <a:pt x="430" y="1893"/>
                    <a:pt x="434" y="1892"/>
                    <a:pt x="438" y="1890"/>
                  </a:cubicBezTo>
                  <a:lnTo>
                    <a:pt x="632" y="1890"/>
                  </a:lnTo>
                  <a:cubicBezTo>
                    <a:pt x="657" y="1890"/>
                    <a:pt x="681" y="1890"/>
                    <a:pt x="681" y="1841"/>
                  </a:cubicBezTo>
                  <a:cubicBezTo>
                    <a:pt x="681" y="1817"/>
                    <a:pt x="657" y="1817"/>
                    <a:pt x="632" y="1792"/>
                  </a:cubicBezTo>
                  <a:close/>
                  <a:moveTo>
                    <a:pt x="244" y="1841"/>
                  </a:moveTo>
                  <a:cubicBezTo>
                    <a:pt x="171" y="1865"/>
                    <a:pt x="98" y="1914"/>
                    <a:pt x="74" y="1963"/>
                  </a:cubicBezTo>
                  <a:cubicBezTo>
                    <a:pt x="49" y="1987"/>
                    <a:pt x="49" y="2011"/>
                    <a:pt x="74" y="2011"/>
                  </a:cubicBezTo>
                  <a:cubicBezTo>
                    <a:pt x="74" y="2023"/>
                    <a:pt x="74" y="2029"/>
                    <a:pt x="77" y="2029"/>
                  </a:cubicBezTo>
                  <a:cubicBezTo>
                    <a:pt x="80" y="2029"/>
                    <a:pt x="86" y="2023"/>
                    <a:pt x="98" y="2011"/>
                  </a:cubicBezTo>
                  <a:cubicBezTo>
                    <a:pt x="98" y="2023"/>
                    <a:pt x="104" y="2029"/>
                    <a:pt x="110" y="2029"/>
                  </a:cubicBezTo>
                  <a:cubicBezTo>
                    <a:pt x="116" y="2029"/>
                    <a:pt x="122" y="2023"/>
                    <a:pt x="122" y="2011"/>
                  </a:cubicBezTo>
                  <a:cubicBezTo>
                    <a:pt x="171" y="1987"/>
                    <a:pt x="220" y="1938"/>
                    <a:pt x="268" y="1938"/>
                  </a:cubicBezTo>
                  <a:cubicBezTo>
                    <a:pt x="292" y="1938"/>
                    <a:pt x="317" y="1914"/>
                    <a:pt x="292" y="1865"/>
                  </a:cubicBezTo>
                  <a:cubicBezTo>
                    <a:pt x="292" y="1841"/>
                    <a:pt x="268" y="1841"/>
                    <a:pt x="244" y="1841"/>
                  </a:cubicBezTo>
                  <a:close/>
                  <a:moveTo>
                    <a:pt x="803" y="1841"/>
                  </a:moveTo>
                  <a:cubicBezTo>
                    <a:pt x="778" y="1841"/>
                    <a:pt x="754" y="1841"/>
                    <a:pt x="754" y="1865"/>
                  </a:cubicBezTo>
                  <a:cubicBezTo>
                    <a:pt x="754" y="1890"/>
                    <a:pt x="754" y="1914"/>
                    <a:pt x="778" y="1938"/>
                  </a:cubicBezTo>
                  <a:lnTo>
                    <a:pt x="705" y="1987"/>
                  </a:lnTo>
                  <a:cubicBezTo>
                    <a:pt x="681" y="2011"/>
                    <a:pt x="681" y="2035"/>
                    <a:pt x="705" y="2060"/>
                  </a:cubicBezTo>
                  <a:lnTo>
                    <a:pt x="754" y="2060"/>
                  </a:lnTo>
                  <a:cubicBezTo>
                    <a:pt x="754" y="2060"/>
                    <a:pt x="754" y="2060"/>
                    <a:pt x="754" y="2035"/>
                  </a:cubicBezTo>
                  <a:cubicBezTo>
                    <a:pt x="803" y="2011"/>
                    <a:pt x="827" y="1987"/>
                    <a:pt x="875" y="1938"/>
                  </a:cubicBezTo>
                  <a:lnTo>
                    <a:pt x="948" y="1963"/>
                  </a:lnTo>
                  <a:cubicBezTo>
                    <a:pt x="955" y="1970"/>
                    <a:pt x="963" y="1973"/>
                    <a:pt x="970" y="1973"/>
                  </a:cubicBezTo>
                  <a:cubicBezTo>
                    <a:pt x="987" y="1973"/>
                    <a:pt x="1004" y="1955"/>
                    <a:pt x="1021" y="1938"/>
                  </a:cubicBezTo>
                  <a:cubicBezTo>
                    <a:pt x="1021" y="1914"/>
                    <a:pt x="997" y="1890"/>
                    <a:pt x="997" y="1890"/>
                  </a:cubicBezTo>
                  <a:lnTo>
                    <a:pt x="900" y="1841"/>
                  </a:lnTo>
                  <a:close/>
                  <a:moveTo>
                    <a:pt x="1143" y="1993"/>
                  </a:moveTo>
                  <a:cubicBezTo>
                    <a:pt x="1130" y="1993"/>
                    <a:pt x="1118" y="1999"/>
                    <a:pt x="1118" y="2011"/>
                  </a:cubicBezTo>
                  <a:cubicBezTo>
                    <a:pt x="1094" y="2035"/>
                    <a:pt x="1094" y="2060"/>
                    <a:pt x="1118" y="2084"/>
                  </a:cubicBezTo>
                  <a:cubicBezTo>
                    <a:pt x="1167" y="2108"/>
                    <a:pt x="1191" y="2157"/>
                    <a:pt x="1240" y="2205"/>
                  </a:cubicBezTo>
                  <a:cubicBezTo>
                    <a:pt x="1240" y="2205"/>
                    <a:pt x="1264" y="2205"/>
                    <a:pt x="1264" y="2230"/>
                  </a:cubicBezTo>
                  <a:lnTo>
                    <a:pt x="1313" y="2230"/>
                  </a:lnTo>
                  <a:cubicBezTo>
                    <a:pt x="1337" y="2205"/>
                    <a:pt x="1337" y="2181"/>
                    <a:pt x="1313" y="2157"/>
                  </a:cubicBezTo>
                  <a:cubicBezTo>
                    <a:pt x="1264" y="2108"/>
                    <a:pt x="1215" y="2060"/>
                    <a:pt x="1167" y="2011"/>
                  </a:cubicBezTo>
                  <a:cubicBezTo>
                    <a:pt x="1167" y="1999"/>
                    <a:pt x="1155" y="1993"/>
                    <a:pt x="1143" y="1993"/>
                  </a:cubicBezTo>
                  <a:close/>
                  <a:moveTo>
                    <a:pt x="585" y="2074"/>
                  </a:moveTo>
                  <a:cubicBezTo>
                    <a:pt x="576" y="2074"/>
                    <a:pt x="567" y="2077"/>
                    <a:pt x="560" y="2084"/>
                  </a:cubicBezTo>
                  <a:cubicBezTo>
                    <a:pt x="511" y="2108"/>
                    <a:pt x="462" y="2133"/>
                    <a:pt x="414" y="2157"/>
                  </a:cubicBezTo>
                  <a:cubicBezTo>
                    <a:pt x="365" y="2157"/>
                    <a:pt x="365" y="2230"/>
                    <a:pt x="414" y="2254"/>
                  </a:cubicBezTo>
                  <a:lnTo>
                    <a:pt x="438" y="2230"/>
                  </a:lnTo>
                  <a:cubicBezTo>
                    <a:pt x="487" y="2205"/>
                    <a:pt x="560" y="2181"/>
                    <a:pt x="608" y="2157"/>
                  </a:cubicBezTo>
                  <a:cubicBezTo>
                    <a:pt x="632" y="2157"/>
                    <a:pt x="632" y="2133"/>
                    <a:pt x="632" y="2108"/>
                  </a:cubicBezTo>
                  <a:cubicBezTo>
                    <a:pt x="632" y="2091"/>
                    <a:pt x="608" y="2074"/>
                    <a:pt x="585" y="2074"/>
                  </a:cubicBezTo>
                  <a:close/>
                  <a:moveTo>
                    <a:pt x="49" y="2108"/>
                  </a:moveTo>
                  <a:cubicBezTo>
                    <a:pt x="25" y="2133"/>
                    <a:pt x="1" y="2157"/>
                    <a:pt x="25" y="2181"/>
                  </a:cubicBezTo>
                  <a:cubicBezTo>
                    <a:pt x="74" y="2230"/>
                    <a:pt x="147" y="2278"/>
                    <a:pt x="220" y="2278"/>
                  </a:cubicBezTo>
                  <a:lnTo>
                    <a:pt x="244" y="2278"/>
                  </a:lnTo>
                  <a:cubicBezTo>
                    <a:pt x="244" y="2278"/>
                    <a:pt x="268" y="2254"/>
                    <a:pt x="268" y="2230"/>
                  </a:cubicBezTo>
                  <a:cubicBezTo>
                    <a:pt x="268" y="2205"/>
                    <a:pt x="244" y="2181"/>
                    <a:pt x="220" y="2181"/>
                  </a:cubicBezTo>
                  <a:cubicBezTo>
                    <a:pt x="195" y="2181"/>
                    <a:pt x="122" y="2181"/>
                    <a:pt x="98" y="2133"/>
                  </a:cubicBezTo>
                  <a:cubicBezTo>
                    <a:pt x="98" y="2108"/>
                    <a:pt x="74" y="2108"/>
                    <a:pt x="49" y="2108"/>
                  </a:cubicBezTo>
                  <a:close/>
                  <a:moveTo>
                    <a:pt x="1361" y="2278"/>
                  </a:moveTo>
                  <a:cubicBezTo>
                    <a:pt x="1337" y="2303"/>
                    <a:pt x="1313" y="2327"/>
                    <a:pt x="1337" y="2351"/>
                  </a:cubicBezTo>
                  <a:cubicBezTo>
                    <a:pt x="1337" y="2400"/>
                    <a:pt x="1361" y="2448"/>
                    <a:pt x="1361" y="2521"/>
                  </a:cubicBezTo>
                  <a:cubicBezTo>
                    <a:pt x="1361" y="2546"/>
                    <a:pt x="1386" y="2570"/>
                    <a:pt x="1410" y="2570"/>
                  </a:cubicBezTo>
                  <a:cubicBezTo>
                    <a:pt x="1434" y="2570"/>
                    <a:pt x="1458" y="2546"/>
                    <a:pt x="1458" y="2521"/>
                  </a:cubicBezTo>
                  <a:cubicBezTo>
                    <a:pt x="1458" y="2448"/>
                    <a:pt x="1434" y="2375"/>
                    <a:pt x="1410" y="2327"/>
                  </a:cubicBezTo>
                  <a:cubicBezTo>
                    <a:pt x="1410" y="2303"/>
                    <a:pt x="1361" y="2278"/>
                    <a:pt x="1361" y="2278"/>
                  </a:cubicBezTo>
                  <a:close/>
                  <a:moveTo>
                    <a:pt x="1402" y="2657"/>
                  </a:moveTo>
                  <a:cubicBezTo>
                    <a:pt x="1383" y="2657"/>
                    <a:pt x="1378" y="2674"/>
                    <a:pt x="1361" y="2691"/>
                  </a:cubicBezTo>
                  <a:cubicBezTo>
                    <a:pt x="1361" y="2764"/>
                    <a:pt x="1337" y="2813"/>
                    <a:pt x="1313" y="2861"/>
                  </a:cubicBezTo>
                  <a:cubicBezTo>
                    <a:pt x="1313" y="2886"/>
                    <a:pt x="1337" y="2910"/>
                    <a:pt x="1361" y="2934"/>
                  </a:cubicBezTo>
                  <a:cubicBezTo>
                    <a:pt x="1386" y="2934"/>
                    <a:pt x="1410" y="2934"/>
                    <a:pt x="1410" y="2910"/>
                  </a:cubicBezTo>
                  <a:cubicBezTo>
                    <a:pt x="1434" y="2837"/>
                    <a:pt x="1458" y="2764"/>
                    <a:pt x="1458" y="2716"/>
                  </a:cubicBezTo>
                  <a:cubicBezTo>
                    <a:pt x="1458" y="2691"/>
                    <a:pt x="1458" y="2667"/>
                    <a:pt x="1434" y="2667"/>
                  </a:cubicBezTo>
                  <a:cubicBezTo>
                    <a:pt x="1420" y="2660"/>
                    <a:pt x="1410" y="2657"/>
                    <a:pt x="1402" y="2657"/>
                  </a:cubicBezTo>
                  <a:close/>
                  <a:moveTo>
                    <a:pt x="1288" y="3021"/>
                  </a:moveTo>
                  <a:cubicBezTo>
                    <a:pt x="1272" y="3021"/>
                    <a:pt x="1256" y="3031"/>
                    <a:pt x="1240" y="3031"/>
                  </a:cubicBezTo>
                  <a:lnTo>
                    <a:pt x="1167" y="3201"/>
                  </a:lnTo>
                  <a:cubicBezTo>
                    <a:pt x="1143" y="3226"/>
                    <a:pt x="1167" y="3250"/>
                    <a:pt x="1191" y="3274"/>
                  </a:cubicBezTo>
                  <a:cubicBezTo>
                    <a:pt x="1215" y="3274"/>
                    <a:pt x="1240" y="3274"/>
                    <a:pt x="1240" y="3250"/>
                  </a:cubicBezTo>
                  <a:cubicBezTo>
                    <a:pt x="1264" y="3201"/>
                    <a:pt x="1313" y="3153"/>
                    <a:pt x="1337" y="3080"/>
                  </a:cubicBezTo>
                  <a:cubicBezTo>
                    <a:pt x="1337" y="3056"/>
                    <a:pt x="1337" y="3031"/>
                    <a:pt x="1313" y="3031"/>
                  </a:cubicBezTo>
                  <a:cubicBezTo>
                    <a:pt x="1305" y="3023"/>
                    <a:pt x="1296" y="3021"/>
                    <a:pt x="1288" y="3021"/>
                  </a:cubicBezTo>
                  <a:close/>
                  <a:moveTo>
                    <a:pt x="1124" y="3351"/>
                  </a:moveTo>
                  <a:cubicBezTo>
                    <a:pt x="1112" y="3351"/>
                    <a:pt x="1101" y="3357"/>
                    <a:pt x="1094" y="3371"/>
                  </a:cubicBezTo>
                  <a:cubicBezTo>
                    <a:pt x="1045" y="3444"/>
                    <a:pt x="1021" y="3493"/>
                    <a:pt x="997" y="3542"/>
                  </a:cubicBezTo>
                  <a:cubicBezTo>
                    <a:pt x="973" y="3542"/>
                    <a:pt x="973" y="3566"/>
                    <a:pt x="997" y="3590"/>
                  </a:cubicBezTo>
                  <a:lnTo>
                    <a:pt x="1070" y="3590"/>
                  </a:lnTo>
                  <a:cubicBezTo>
                    <a:pt x="1094" y="3542"/>
                    <a:pt x="1143" y="3493"/>
                    <a:pt x="1167" y="3420"/>
                  </a:cubicBezTo>
                  <a:cubicBezTo>
                    <a:pt x="1184" y="3386"/>
                    <a:pt x="1153" y="3351"/>
                    <a:pt x="1124" y="3351"/>
                  </a:cubicBezTo>
                  <a:close/>
                  <a:moveTo>
                    <a:pt x="705" y="3566"/>
                  </a:moveTo>
                  <a:cubicBezTo>
                    <a:pt x="632" y="3566"/>
                    <a:pt x="560" y="3590"/>
                    <a:pt x="511" y="3639"/>
                  </a:cubicBezTo>
                  <a:cubicBezTo>
                    <a:pt x="487" y="3639"/>
                    <a:pt x="487" y="3687"/>
                    <a:pt x="511" y="3687"/>
                  </a:cubicBezTo>
                  <a:cubicBezTo>
                    <a:pt x="511" y="3699"/>
                    <a:pt x="511" y="3705"/>
                    <a:pt x="514" y="3705"/>
                  </a:cubicBezTo>
                  <a:cubicBezTo>
                    <a:pt x="517" y="3705"/>
                    <a:pt x="523" y="3699"/>
                    <a:pt x="535" y="3687"/>
                  </a:cubicBezTo>
                  <a:cubicBezTo>
                    <a:pt x="535" y="3687"/>
                    <a:pt x="535" y="3712"/>
                    <a:pt x="560" y="3712"/>
                  </a:cubicBezTo>
                  <a:cubicBezTo>
                    <a:pt x="608" y="3663"/>
                    <a:pt x="657" y="3663"/>
                    <a:pt x="705" y="3663"/>
                  </a:cubicBezTo>
                  <a:cubicBezTo>
                    <a:pt x="730" y="3663"/>
                    <a:pt x="754" y="3639"/>
                    <a:pt x="754" y="3614"/>
                  </a:cubicBezTo>
                  <a:cubicBezTo>
                    <a:pt x="754" y="3590"/>
                    <a:pt x="730" y="3566"/>
                    <a:pt x="705" y="3566"/>
                  </a:cubicBezTo>
                  <a:close/>
                  <a:moveTo>
                    <a:pt x="900" y="3590"/>
                  </a:moveTo>
                  <a:cubicBezTo>
                    <a:pt x="875" y="3590"/>
                    <a:pt x="851" y="3614"/>
                    <a:pt x="851" y="3639"/>
                  </a:cubicBezTo>
                  <a:cubicBezTo>
                    <a:pt x="827" y="3639"/>
                    <a:pt x="851" y="3663"/>
                    <a:pt x="851" y="3687"/>
                  </a:cubicBezTo>
                  <a:cubicBezTo>
                    <a:pt x="827" y="3736"/>
                    <a:pt x="778" y="3760"/>
                    <a:pt x="730" y="3809"/>
                  </a:cubicBezTo>
                  <a:cubicBezTo>
                    <a:pt x="730" y="3833"/>
                    <a:pt x="730" y="3857"/>
                    <a:pt x="730" y="3882"/>
                  </a:cubicBezTo>
                  <a:lnTo>
                    <a:pt x="803" y="3882"/>
                  </a:lnTo>
                  <a:cubicBezTo>
                    <a:pt x="851" y="3833"/>
                    <a:pt x="900" y="3784"/>
                    <a:pt x="948" y="3736"/>
                  </a:cubicBezTo>
                  <a:cubicBezTo>
                    <a:pt x="948" y="3736"/>
                    <a:pt x="948" y="3712"/>
                    <a:pt x="948" y="3712"/>
                  </a:cubicBezTo>
                  <a:cubicBezTo>
                    <a:pt x="973" y="3712"/>
                    <a:pt x="1021" y="3736"/>
                    <a:pt x="1045" y="3736"/>
                  </a:cubicBezTo>
                  <a:cubicBezTo>
                    <a:pt x="1053" y="3743"/>
                    <a:pt x="1060" y="3746"/>
                    <a:pt x="1067" y="3746"/>
                  </a:cubicBezTo>
                  <a:cubicBezTo>
                    <a:pt x="1084" y="3746"/>
                    <a:pt x="1101" y="3729"/>
                    <a:pt x="1118" y="3712"/>
                  </a:cubicBezTo>
                  <a:cubicBezTo>
                    <a:pt x="1118" y="3712"/>
                    <a:pt x="1118" y="3663"/>
                    <a:pt x="1094" y="3663"/>
                  </a:cubicBezTo>
                  <a:cubicBezTo>
                    <a:pt x="1021" y="3639"/>
                    <a:pt x="973" y="3614"/>
                    <a:pt x="900" y="3590"/>
                  </a:cubicBezTo>
                  <a:close/>
                  <a:moveTo>
                    <a:pt x="1231" y="3742"/>
                  </a:moveTo>
                  <a:cubicBezTo>
                    <a:pt x="1222" y="3742"/>
                    <a:pt x="1215" y="3748"/>
                    <a:pt x="1215" y="3760"/>
                  </a:cubicBezTo>
                  <a:cubicBezTo>
                    <a:pt x="1191" y="3784"/>
                    <a:pt x="1191" y="3809"/>
                    <a:pt x="1215" y="3833"/>
                  </a:cubicBezTo>
                  <a:cubicBezTo>
                    <a:pt x="1264" y="3857"/>
                    <a:pt x="1313" y="3882"/>
                    <a:pt x="1361" y="3930"/>
                  </a:cubicBezTo>
                  <a:lnTo>
                    <a:pt x="1386" y="3930"/>
                  </a:lnTo>
                  <a:cubicBezTo>
                    <a:pt x="1386" y="3930"/>
                    <a:pt x="1396" y="3941"/>
                    <a:pt x="1411" y="3941"/>
                  </a:cubicBezTo>
                  <a:cubicBezTo>
                    <a:pt x="1418" y="3941"/>
                    <a:pt x="1426" y="3938"/>
                    <a:pt x="1434" y="3930"/>
                  </a:cubicBezTo>
                  <a:cubicBezTo>
                    <a:pt x="1434" y="3930"/>
                    <a:pt x="1434" y="3882"/>
                    <a:pt x="1434" y="3882"/>
                  </a:cubicBezTo>
                  <a:cubicBezTo>
                    <a:pt x="1386" y="3833"/>
                    <a:pt x="1313" y="3784"/>
                    <a:pt x="1264" y="3760"/>
                  </a:cubicBezTo>
                  <a:cubicBezTo>
                    <a:pt x="1252" y="3748"/>
                    <a:pt x="1240" y="3742"/>
                    <a:pt x="1231" y="3742"/>
                  </a:cubicBezTo>
                  <a:close/>
                  <a:moveTo>
                    <a:pt x="462" y="3784"/>
                  </a:moveTo>
                  <a:cubicBezTo>
                    <a:pt x="438" y="3784"/>
                    <a:pt x="414" y="3809"/>
                    <a:pt x="438" y="3833"/>
                  </a:cubicBezTo>
                  <a:cubicBezTo>
                    <a:pt x="438" y="3906"/>
                    <a:pt x="487" y="3979"/>
                    <a:pt x="584" y="3979"/>
                  </a:cubicBezTo>
                  <a:lnTo>
                    <a:pt x="608" y="3979"/>
                  </a:lnTo>
                  <a:cubicBezTo>
                    <a:pt x="632" y="3979"/>
                    <a:pt x="657" y="3954"/>
                    <a:pt x="657" y="3906"/>
                  </a:cubicBezTo>
                  <a:cubicBezTo>
                    <a:pt x="632" y="3882"/>
                    <a:pt x="608" y="3882"/>
                    <a:pt x="584" y="3882"/>
                  </a:cubicBezTo>
                  <a:cubicBezTo>
                    <a:pt x="560" y="3882"/>
                    <a:pt x="511" y="3882"/>
                    <a:pt x="511" y="3809"/>
                  </a:cubicBezTo>
                  <a:cubicBezTo>
                    <a:pt x="511" y="3784"/>
                    <a:pt x="487" y="3784"/>
                    <a:pt x="462" y="3784"/>
                  </a:cubicBezTo>
                  <a:close/>
                  <a:moveTo>
                    <a:pt x="1520" y="3963"/>
                  </a:moveTo>
                  <a:cubicBezTo>
                    <a:pt x="1480" y="3963"/>
                    <a:pt x="1445" y="4014"/>
                    <a:pt x="1483" y="4052"/>
                  </a:cubicBezTo>
                  <a:cubicBezTo>
                    <a:pt x="1507" y="4100"/>
                    <a:pt x="1556" y="4149"/>
                    <a:pt x="1580" y="4197"/>
                  </a:cubicBezTo>
                  <a:cubicBezTo>
                    <a:pt x="1604" y="4197"/>
                    <a:pt x="1604" y="4222"/>
                    <a:pt x="1628" y="4222"/>
                  </a:cubicBezTo>
                  <a:lnTo>
                    <a:pt x="1628" y="4197"/>
                  </a:lnTo>
                  <a:lnTo>
                    <a:pt x="1653" y="4197"/>
                  </a:lnTo>
                  <a:cubicBezTo>
                    <a:pt x="1677" y="4197"/>
                    <a:pt x="1677" y="4173"/>
                    <a:pt x="1677" y="4149"/>
                  </a:cubicBezTo>
                  <a:cubicBezTo>
                    <a:pt x="1628" y="4100"/>
                    <a:pt x="1604" y="4027"/>
                    <a:pt x="1556" y="3979"/>
                  </a:cubicBezTo>
                  <a:cubicBezTo>
                    <a:pt x="1544" y="3967"/>
                    <a:pt x="1532" y="3963"/>
                    <a:pt x="1520" y="3963"/>
                  </a:cubicBezTo>
                  <a:close/>
                  <a:moveTo>
                    <a:pt x="1722" y="4285"/>
                  </a:moveTo>
                  <a:cubicBezTo>
                    <a:pt x="1716" y="4285"/>
                    <a:pt x="1708" y="4287"/>
                    <a:pt x="1701" y="4295"/>
                  </a:cubicBezTo>
                  <a:cubicBezTo>
                    <a:pt x="1677" y="4295"/>
                    <a:pt x="1653" y="4319"/>
                    <a:pt x="1677" y="4343"/>
                  </a:cubicBezTo>
                  <a:cubicBezTo>
                    <a:pt x="1701" y="4416"/>
                    <a:pt x="1726" y="4465"/>
                    <a:pt x="1726" y="4513"/>
                  </a:cubicBezTo>
                  <a:cubicBezTo>
                    <a:pt x="1726" y="4537"/>
                    <a:pt x="1750" y="4562"/>
                    <a:pt x="1774" y="4562"/>
                  </a:cubicBezTo>
                  <a:cubicBezTo>
                    <a:pt x="1799" y="4562"/>
                    <a:pt x="1823" y="4513"/>
                    <a:pt x="1823" y="4489"/>
                  </a:cubicBezTo>
                  <a:cubicBezTo>
                    <a:pt x="1799" y="4440"/>
                    <a:pt x="1774" y="4367"/>
                    <a:pt x="1750" y="4319"/>
                  </a:cubicBezTo>
                  <a:cubicBezTo>
                    <a:pt x="1750" y="4302"/>
                    <a:pt x="1738" y="4285"/>
                    <a:pt x="1722" y="4285"/>
                  </a:cubicBezTo>
                  <a:close/>
                  <a:moveTo>
                    <a:pt x="1799" y="4635"/>
                  </a:moveTo>
                  <a:cubicBezTo>
                    <a:pt x="1774" y="4659"/>
                    <a:pt x="1750" y="4683"/>
                    <a:pt x="1750" y="4708"/>
                  </a:cubicBezTo>
                  <a:lnTo>
                    <a:pt x="1750" y="4780"/>
                  </a:lnTo>
                  <a:lnTo>
                    <a:pt x="1750" y="4878"/>
                  </a:lnTo>
                  <a:cubicBezTo>
                    <a:pt x="1750" y="4902"/>
                    <a:pt x="1774" y="4926"/>
                    <a:pt x="1799" y="4926"/>
                  </a:cubicBezTo>
                  <a:cubicBezTo>
                    <a:pt x="1823" y="4926"/>
                    <a:pt x="1847" y="4902"/>
                    <a:pt x="1847" y="4878"/>
                  </a:cubicBezTo>
                  <a:lnTo>
                    <a:pt x="1847" y="4780"/>
                  </a:lnTo>
                  <a:lnTo>
                    <a:pt x="1847" y="4683"/>
                  </a:lnTo>
                  <a:cubicBezTo>
                    <a:pt x="1847" y="4659"/>
                    <a:pt x="1823" y="4635"/>
                    <a:pt x="1799" y="4635"/>
                  </a:cubicBezTo>
                  <a:close/>
                  <a:moveTo>
                    <a:pt x="1799" y="5023"/>
                  </a:moveTo>
                  <a:cubicBezTo>
                    <a:pt x="1774" y="5023"/>
                    <a:pt x="1750" y="5023"/>
                    <a:pt x="1750" y="5048"/>
                  </a:cubicBezTo>
                  <a:cubicBezTo>
                    <a:pt x="1726" y="5096"/>
                    <a:pt x="1726" y="5145"/>
                    <a:pt x="1726" y="5169"/>
                  </a:cubicBezTo>
                  <a:cubicBezTo>
                    <a:pt x="1701" y="5193"/>
                    <a:pt x="1726" y="5218"/>
                    <a:pt x="1750" y="5242"/>
                  </a:cubicBezTo>
                  <a:cubicBezTo>
                    <a:pt x="1774" y="5242"/>
                    <a:pt x="1799" y="5218"/>
                    <a:pt x="1799" y="5193"/>
                  </a:cubicBezTo>
                  <a:cubicBezTo>
                    <a:pt x="1823" y="5169"/>
                    <a:pt x="1823" y="5121"/>
                    <a:pt x="1823" y="5072"/>
                  </a:cubicBezTo>
                  <a:cubicBezTo>
                    <a:pt x="1847" y="5048"/>
                    <a:pt x="1823" y="5023"/>
                    <a:pt x="1799" y="50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" name="Google Shape;125;p4"/>
          <p:cNvGrpSpPr/>
          <p:nvPr/>
        </p:nvGrpSpPr>
        <p:grpSpPr>
          <a:xfrm>
            <a:off x="91757" y="3957734"/>
            <a:ext cx="708344" cy="1228537"/>
            <a:chOff x="-1056319" y="1385262"/>
            <a:chExt cx="212940" cy="369285"/>
          </a:xfrm>
        </p:grpSpPr>
        <p:sp>
          <p:nvSpPr>
            <p:cNvPr id="126" name="Google Shape;126;p4"/>
            <p:cNvSpPr/>
            <p:nvPr/>
          </p:nvSpPr>
          <p:spPr>
            <a:xfrm>
              <a:off x="-933315" y="1467563"/>
              <a:ext cx="27460" cy="279194"/>
            </a:xfrm>
            <a:custGeom>
              <a:avLst/>
              <a:gdLst/>
              <a:ahLst/>
              <a:cxnLst/>
              <a:rect l="l" t="t" r="r" b="b"/>
              <a:pathLst>
                <a:path w="705" h="7168" extrusionOk="0">
                  <a:moveTo>
                    <a:pt x="680" y="1"/>
                  </a:moveTo>
                  <a:cubicBezTo>
                    <a:pt x="656" y="1"/>
                    <a:pt x="632" y="25"/>
                    <a:pt x="632" y="50"/>
                  </a:cubicBezTo>
                  <a:cubicBezTo>
                    <a:pt x="608" y="292"/>
                    <a:pt x="0" y="6123"/>
                    <a:pt x="170" y="7119"/>
                  </a:cubicBezTo>
                  <a:cubicBezTo>
                    <a:pt x="170" y="7143"/>
                    <a:pt x="170" y="7167"/>
                    <a:pt x="195" y="7167"/>
                  </a:cubicBezTo>
                  <a:lnTo>
                    <a:pt x="219" y="7167"/>
                  </a:lnTo>
                  <a:cubicBezTo>
                    <a:pt x="243" y="7143"/>
                    <a:pt x="243" y="7119"/>
                    <a:pt x="243" y="7094"/>
                  </a:cubicBezTo>
                  <a:cubicBezTo>
                    <a:pt x="97" y="6123"/>
                    <a:pt x="705" y="122"/>
                    <a:pt x="705" y="74"/>
                  </a:cubicBezTo>
                  <a:cubicBezTo>
                    <a:pt x="705" y="25"/>
                    <a:pt x="705" y="25"/>
                    <a:pt x="6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-968331" y="1385262"/>
              <a:ext cx="124952" cy="123978"/>
            </a:xfrm>
            <a:custGeom>
              <a:avLst/>
              <a:gdLst/>
              <a:ahLst/>
              <a:cxnLst/>
              <a:rect l="l" t="t" r="r" b="b"/>
              <a:pathLst>
                <a:path w="3208" h="3183" extrusionOk="0">
                  <a:moveTo>
                    <a:pt x="1555" y="98"/>
                  </a:moveTo>
                  <a:cubicBezTo>
                    <a:pt x="1871" y="171"/>
                    <a:pt x="1871" y="705"/>
                    <a:pt x="1871" y="705"/>
                  </a:cubicBezTo>
                  <a:cubicBezTo>
                    <a:pt x="1871" y="729"/>
                    <a:pt x="1895" y="754"/>
                    <a:pt x="1920" y="754"/>
                  </a:cubicBezTo>
                  <a:cubicBezTo>
                    <a:pt x="1944" y="754"/>
                    <a:pt x="1968" y="754"/>
                    <a:pt x="1968" y="729"/>
                  </a:cubicBezTo>
                  <a:cubicBezTo>
                    <a:pt x="2065" y="535"/>
                    <a:pt x="2260" y="243"/>
                    <a:pt x="2381" y="243"/>
                  </a:cubicBezTo>
                  <a:cubicBezTo>
                    <a:pt x="2405" y="243"/>
                    <a:pt x="2430" y="243"/>
                    <a:pt x="2430" y="268"/>
                  </a:cubicBezTo>
                  <a:cubicBezTo>
                    <a:pt x="2600" y="389"/>
                    <a:pt x="2478" y="802"/>
                    <a:pt x="2405" y="948"/>
                  </a:cubicBezTo>
                  <a:cubicBezTo>
                    <a:pt x="2386" y="988"/>
                    <a:pt x="2414" y="1027"/>
                    <a:pt x="2452" y="1027"/>
                  </a:cubicBezTo>
                  <a:cubicBezTo>
                    <a:pt x="2460" y="1027"/>
                    <a:pt x="2469" y="1025"/>
                    <a:pt x="2478" y="1021"/>
                  </a:cubicBezTo>
                  <a:cubicBezTo>
                    <a:pt x="2600" y="972"/>
                    <a:pt x="2745" y="924"/>
                    <a:pt x="2891" y="924"/>
                  </a:cubicBezTo>
                  <a:cubicBezTo>
                    <a:pt x="2940" y="924"/>
                    <a:pt x="3013" y="924"/>
                    <a:pt x="3061" y="972"/>
                  </a:cubicBezTo>
                  <a:cubicBezTo>
                    <a:pt x="3061" y="972"/>
                    <a:pt x="3061" y="996"/>
                    <a:pt x="3061" y="996"/>
                  </a:cubicBezTo>
                  <a:cubicBezTo>
                    <a:pt x="3037" y="1142"/>
                    <a:pt x="2745" y="1409"/>
                    <a:pt x="2551" y="1580"/>
                  </a:cubicBezTo>
                  <a:cubicBezTo>
                    <a:pt x="2527" y="1580"/>
                    <a:pt x="2527" y="1604"/>
                    <a:pt x="2527" y="1628"/>
                  </a:cubicBezTo>
                  <a:cubicBezTo>
                    <a:pt x="2551" y="1628"/>
                    <a:pt x="2551" y="1652"/>
                    <a:pt x="2575" y="1652"/>
                  </a:cubicBezTo>
                  <a:cubicBezTo>
                    <a:pt x="2721" y="1652"/>
                    <a:pt x="3134" y="1725"/>
                    <a:pt x="3134" y="1920"/>
                  </a:cubicBezTo>
                  <a:cubicBezTo>
                    <a:pt x="3134" y="2114"/>
                    <a:pt x="2624" y="2163"/>
                    <a:pt x="2430" y="2163"/>
                  </a:cubicBezTo>
                  <a:cubicBezTo>
                    <a:pt x="2430" y="2163"/>
                    <a:pt x="2405" y="2163"/>
                    <a:pt x="2405" y="2187"/>
                  </a:cubicBezTo>
                  <a:cubicBezTo>
                    <a:pt x="2381" y="2211"/>
                    <a:pt x="2381" y="2211"/>
                    <a:pt x="2405" y="2235"/>
                  </a:cubicBezTo>
                  <a:cubicBezTo>
                    <a:pt x="2405" y="2235"/>
                    <a:pt x="2697" y="2551"/>
                    <a:pt x="2527" y="2794"/>
                  </a:cubicBezTo>
                  <a:cubicBezTo>
                    <a:pt x="2503" y="2818"/>
                    <a:pt x="2454" y="2843"/>
                    <a:pt x="2430" y="2843"/>
                  </a:cubicBezTo>
                  <a:cubicBezTo>
                    <a:pt x="2260" y="2843"/>
                    <a:pt x="1992" y="2503"/>
                    <a:pt x="1895" y="2381"/>
                  </a:cubicBezTo>
                  <a:cubicBezTo>
                    <a:pt x="1883" y="2369"/>
                    <a:pt x="1871" y="2363"/>
                    <a:pt x="1862" y="2363"/>
                  </a:cubicBezTo>
                  <a:cubicBezTo>
                    <a:pt x="1853" y="2363"/>
                    <a:pt x="1847" y="2369"/>
                    <a:pt x="1847" y="2381"/>
                  </a:cubicBezTo>
                  <a:cubicBezTo>
                    <a:pt x="1822" y="2381"/>
                    <a:pt x="1798" y="2405"/>
                    <a:pt x="1798" y="2430"/>
                  </a:cubicBezTo>
                  <a:cubicBezTo>
                    <a:pt x="1798" y="2430"/>
                    <a:pt x="1871" y="2964"/>
                    <a:pt x="1579" y="3086"/>
                  </a:cubicBezTo>
                  <a:lnTo>
                    <a:pt x="1507" y="3086"/>
                  </a:lnTo>
                  <a:cubicBezTo>
                    <a:pt x="1312" y="3086"/>
                    <a:pt x="1215" y="2624"/>
                    <a:pt x="1215" y="2454"/>
                  </a:cubicBezTo>
                  <a:cubicBezTo>
                    <a:pt x="1215" y="2430"/>
                    <a:pt x="1191" y="2430"/>
                    <a:pt x="1166" y="2430"/>
                  </a:cubicBezTo>
                  <a:cubicBezTo>
                    <a:pt x="1166" y="2430"/>
                    <a:pt x="1166" y="2454"/>
                    <a:pt x="1166" y="2454"/>
                  </a:cubicBezTo>
                  <a:cubicBezTo>
                    <a:pt x="1045" y="2551"/>
                    <a:pt x="899" y="2624"/>
                    <a:pt x="754" y="2624"/>
                  </a:cubicBezTo>
                  <a:cubicBezTo>
                    <a:pt x="656" y="2624"/>
                    <a:pt x="583" y="2600"/>
                    <a:pt x="511" y="2575"/>
                  </a:cubicBezTo>
                  <a:cubicBezTo>
                    <a:pt x="462" y="2551"/>
                    <a:pt x="413" y="2503"/>
                    <a:pt x="413" y="2454"/>
                  </a:cubicBezTo>
                  <a:cubicBezTo>
                    <a:pt x="389" y="2235"/>
                    <a:pt x="729" y="1871"/>
                    <a:pt x="875" y="1725"/>
                  </a:cubicBezTo>
                  <a:cubicBezTo>
                    <a:pt x="875" y="1701"/>
                    <a:pt x="875" y="1701"/>
                    <a:pt x="875" y="1677"/>
                  </a:cubicBezTo>
                  <a:cubicBezTo>
                    <a:pt x="851" y="1652"/>
                    <a:pt x="826" y="1652"/>
                    <a:pt x="826" y="1652"/>
                  </a:cubicBezTo>
                  <a:lnTo>
                    <a:pt x="705" y="1652"/>
                  </a:lnTo>
                  <a:cubicBezTo>
                    <a:pt x="535" y="1652"/>
                    <a:pt x="195" y="1628"/>
                    <a:pt x="146" y="1409"/>
                  </a:cubicBezTo>
                  <a:cubicBezTo>
                    <a:pt x="122" y="1385"/>
                    <a:pt x="122" y="1361"/>
                    <a:pt x="146" y="1337"/>
                  </a:cubicBezTo>
                  <a:cubicBezTo>
                    <a:pt x="219" y="1215"/>
                    <a:pt x="559" y="1191"/>
                    <a:pt x="826" y="1191"/>
                  </a:cubicBezTo>
                  <a:lnTo>
                    <a:pt x="851" y="1191"/>
                  </a:lnTo>
                  <a:cubicBezTo>
                    <a:pt x="899" y="1167"/>
                    <a:pt x="924" y="1118"/>
                    <a:pt x="875" y="1094"/>
                  </a:cubicBezTo>
                  <a:cubicBezTo>
                    <a:pt x="778" y="1021"/>
                    <a:pt x="511" y="778"/>
                    <a:pt x="511" y="608"/>
                  </a:cubicBezTo>
                  <a:cubicBezTo>
                    <a:pt x="511" y="559"/>
                    <a:pt x="511" y="535"/>
                    <a:pt x="535" y="511"/>
                  </a:cubicBezTo>
                  <a:cubicBezTo>
                    <a:pt x="583" y="486"/>
                    <a:pt x="608" y="462"/>
                    <a:pt x="656" y="462"/>
                  </a:cubicBezTo>
                  <a:cubicBezTo>
                    <a:pt x="899" y="511"/>
                    <a:pt x="1118" y="632"/>
                    <a:pt x="1312" y="778"/>
                  </a:cubicBezTo>
                  <a:lnTo>
                    <a:pt x="1361" y="778"/>
                  </a:lnTo>
                  <a:cubicBezTo>
                    <a:pt x="1385" y="754"/>
                    <a:pt x="1385" y="754"/>
                    <a:pt x="1385" y="729"/>
                  </a:cubicBezTo>
                  <a:cubicBezTo>
                    <a:pt x="1361" y="608"/>
                    <a:pt x="1337" y="268"/>
                    <a:pt x="1434" y="146"/>
                  </a:cubicBezTo>
                  <a:cubicBezTo>
                    <a:pt x="1458" y="98"/>
                    <a:pt x="1507" y="98"/>
                    <a:pt x="1555" y="98"/>
                  </a:cubicBezTo>
                  <a:close/>
                  <a:moveTo>
                    <a:pt x="1531" y="1"/>
                  </a:moveTo>
                  <a:cubicBezTo>
                    <a:pt x="1458" y="1"/>
                    <a:pt x="1385" y="25"/>
                    <a:pt x="1337" y="73"/>
                  </a:cubicBezTo>
                  <a:cubicBezTo>
                    <a:pt x="1239" y="243"/>
                    <a:pt x="1215" y="438"/>
                    <a:pt x="1239" y="632"/>
                  </a:cubicBezTo>
                  <a:cubicBezTo>
                    <a:pt x="1069" y="486"/>
                    <a:pt x="875" y="389"/>
                    <a:pt x="632" y="365"/>
                  </a:cubicBezTo>
                  <a:cubicBezTo>
                    <a:pt x="583" y="365"/>
                    <a:pt x="511" y="389"/>
                    <a:pt x="462" y="413"/>
                  </a:cubicBezTo>
                  <a:cubicBezTo>
                    <a:pt x="413" y="462"/>
                    <a:pt x="389" y="535"/>
                    <a:pt x="389" y="584"/>
                  </a:cubicBezTo>
                  <a:cubicBezTo>
                    <a:pt x="438" y="778"/>
                    <a:pt x="559" y="948"/>
                    <a:pt x="705" y="1069"/>
                  </a:cubicBezTo>
                  <a:cubicBezTo>
                    <a:pt x="511" y="1069"/>
                    <a:pt x="171" y="1118"/>
                    <a:pt x="49" y="1264"/>
                  </a:cubicBezTo>
                  <a:cubicBezTo>
                    <a:pt x="0" y="1312"/>
                    <a:pt x="0" y="1361"/>
                    <a:pt x="0" y="1434"/>
                  </a:cubicBezTo>
                  <a:cubicBezTo>
                    <a:pt x="73" y="1701"/>
                    <a:pt x="462" y="1725"/>
                    <a:pt x="681" y="1725"/>
                  </a:cubicBezTo>
                  <a:cubicBezTo>
                    <a:pt x="511" y="1895"/>
                    <a:pt x="243" y="2211"/>
                    <a:pt x="268" y="2454"/>
                  </a:cubicBezTo>
                  <a:cubicBezTo>
                    <a:pt x="292" y="2527"/>
                    <a:pt x="341" y="2600"/>
                    <a:pt x="413" y="2624"/>
                  </a:cubicBezTo>
                  <a:cubicBezTo>
                    <a:pt x="511" y="2673"/>
                    <a:pt x="608" y="2697"/>
                    <a:pt x="705" y="2697"/>
                  </a:cubicBezTo>
                  <a:cubicBezTo>
                    <a:pt x="851" y="2697"/>
                    <a:pt x="996" y="2648"/>
                    <a:pt x="1118" y="2551"/>
                  </a:cubicBezTo>
                  <a:cubicBezTo>
                    <a:pt x="1166" y="2746"/>
                    <a:pt x="1264" y="3183"/>
                    <a:pt x="1507" y="3183"/>
                  </a:cubicBezTo>
                  <a:cubicBezTo>
                    <a:pt x="1531" y="3183"/>
                    <a:pt x="1579" y="3183"/>
                    <a:pt x="1604" y="3159"/>
                  </a:cubicBezTo>
                  <a:cubicBezTo>
                    <a:pt x="1822" y="3037"/>
                    <a:pt x="1944" y="2794"/>
                    <a:pt x="1895" y="2551"/>
                  </a:cubicBezTo>
                  <a:lnTo>
                    <a:pt x="1895" y="2551"/>
                  </a:lnTo>
                  <a:cubicBezTo>
                    <a:pt x="2041" y="2721"/>
                    <a:pt x="2260" y="2940"/>
                    <a:pt x="2430" y="2940"/>
                  </a:cubicBezTo>
                  <a:cubicBezTo>
                    <a:pt x="2503" y="2940"/>
                    <a:pt x="2551" y="2916"/>
                    <a:pt x="2600" y="2867"/>
                  </a:cubicBezTo>
                  <a:cubicBezTo>
                    <a:pt x="2697" y="2648"/>
                    <a:pt x="2673" y="2405"/>
                    <a:pt x="2527" y="2260"/>
                  </a:cubicBezTo>
                  <a:cubicBezTo>
                    <a:pt x="2745" y="2235"/>
                    <a:pt x="3207" y="2163"/>
                    <a:pt x="3207" y="1920"/>
                  </a:cubicBezTo>
                  <a:cubicBezTo>
                    <a:pt x="3207" y="1677"/>
                    <a:pt x="2867" y="1604"/>
                    <a:pt x="2673" y="1580"/>
                  </a:cubicBezTo>
                  <a:cubicBezTo>
                    <a:pt x="2818" y="1434"/>
                    <a:pt x="3134" y="1191"/>
                    <a:pt x="3134" y="1021"/>
                  </a:cubicBezTo>
                  <a:cubicBezTo>
                    <a:pt x="3134" y="972"/>
                    <a:pt x="3110" y="948"/>
                    <a:pt x="3086" y="899"/>
                  </a:cubicBezTo>
                  <a:cubicBezTo>
                    <a:pt x="3037" y="851"/>
                    <a:pt x="2940" y="826"/>
                    <a:pt x="2867" y="826"/>
                  </a:cubicBezTo>
                  <a:cubicBezTo>
                    <a:pt x="2745" y="826"/>
                    <a:pt x="2624" y="851"/>
                    <a:pt x="2503" y="899"/>
                  </a:cubicBezTo>
                  <a:cubicBezTo>
                    <a:pt x="2551" y="729"/>
                    <a:pt x="2648" y="341"/>
                    <a:pt x="2478" y="195"/>
                  </a:cubicBezTo>
                  <a:cubicBezTo>
                    <a:pt x="2430" y="171"/>
                    <a:pt x="2405" y="146"/>
                    <a:pt x="2357" y="146"/>
                  </a:cubicBezTo>
                  <a:cubicBezTo>
                    <a:pt x="2187" y="146"/>
                    <a:pt x="2017" y="389"/>
                    <a:pt x="1920" y="559"/>
                  </a:cubicBezTo>
                  <a:cubicBezTo>
                    <a:pt x="1895" y="365"/>
                    <a:pt x="1798" y="73"/>
                    <a:pt x="15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-990104" y="1535297"/>
              <a:ext cx="60606" cy="203864"/>
            </a:xfrm>
            <a:custGeom>
              <a:avLst/>
              <a:gdLst/>
              <a:ahLst/>
              <a:cxnLst/>
              <a:rect l="l" t="t" r="r" b="b"/>
              <a:pathLst>
                <a:path w="1556" h="5234" extrusionOk="0">
                  <a:moveTo>
                    <a:pt x="70" y="1"/>
                  </a:moveTo>
                  <a:cubicBezTo>
                    <a:pt x="64" y="1"/>
                    <a:pt x="56" y="4"/>
                    <a:pt x="49" y="11"/>
                  </a:cubicBezTo>
                  <a:cubicBezTo>
                    <a:pt x="25" y="11"/>
                    <a:pt x="1" y="35"/>
                    <a:pt x="25" y="60"/>
                  </a:cubicBezTo>
                  <a:cubicBezTo>
                    <a:pt x="49" y="108"/>
                    <a:pt x="1458" y="3290"/>
                    <a:pt x="948" y="5185"/>
                  </a:cubicBezTo>
                  <a:cubicBezTo>
                    <a:pt x="948" y="5210"/>
                    <a:pt x="948" y="5234"/>
                    <a:pt x="972" y="5234"/>
                  </a:cubicBezTo>
                  <a:cubicBezTo>
                    <a:pt x="1021" y="5234"/>
                    <a:pt x="1045" y="5234"/>
                    <a:pt x="1045" y="5185"/>
                  </a:cubicBezTo>
                  <a:cubicBezTo>
                    <a:pt x="1555" y="3290"/>
                    <a:pt x="122" y="60"/>
                    <a:pt x="98" y="35"/>
                  </a:cubicBezTo>
                  <a:cubicBezTo>
                    <a:pt x="98" y="18"/>
                    <a:pt x="86" y="1"/>
                    <a:pt x="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-1056319" y="1471965"/>
              <a:ext cx="125886" cy="123394"/>
            </a:xfrm>
            <a:custGeom>
              <a:avLst/>
              <a:gdLst/>
              <a:ahLst/>
              <a:cxnLst/>
              <a:rect l="l" t="t" r="r" b="b"/>
              <a:pathLst>
                <a:path w="3232" h="3168" extrusionOk="0">
                  <a:moveTo>
                    <a:pt x="1513" y="97"/>
                  </a:moveTo>
                  <a:cubicBezTo>
                    <a:pt x="1527" y="97"/>
                    <a:pt x="1541" y="99"/>
                    <a:pt x="1555" y="107"/>
                  </a:cubicBezTo>
                  <a:cubicBezTo>
                    <a:pt x="1871" y="155"/>
                    <a:pt x="1895" y="714"/>
                    <a:pt x="1895" y="714"/>
                  </a:cubicBezTo>
                  <a:cubicBezTo>
                    <a:pt x="1895" y="738"/>
                    <a:pt x="1895" y="738"/>
                    <a:pt x="1919" y="738"/>
                  </a:cubicBezTo>
                  <a:cubicBezTo>
                    <a:pt x="1926" y="745"/>
                    <a:pt x="1934" y="748"/>
                    <a:pt x="1940" y="748"/>
                  </a:cubicBezTo>
                  <a:cubicBezTo>
                    <a:pt x="1956" y="748"/>
                    <a:pt x="1968" y="731"/>
                    <a:pt x="1968" y="714"/>
                  </a:cubicBezTo>
                  <a:cubicBezTo>
                    <a:pt x="2065" y="544"/>
                    <a:pt x="2259" y="228"/>
                    <a:pt x="2381" y="228"/>
                  </a:cubicBezTo>
                  <a:cubicBezTo>
                    <a:pt x="2405" y="228"/>
                    <a:pt x="2430" y="252"/>
                    <a:pt x="2454" y="252"/>
                  </a:cubicBezTo>
                  <a:cubicBezTo>
                    <a:pt x="2600" y="398"/>
                    <a:pt x="2478" y="811"/>
                    <a:pt x="2430" y="957"/>
                  </a:cubicBezTo>
                  <a:cubicBezTo>
                    <a:pt x="2405" y="957"/>
                    <a:pt x="2405" y="981"/>
                    <a:pt x="2430" y="1005"/>
                  </a:cubicBezTo>
                  <a:lnTo>
                    <a:pt x="2478" y="1005"/>
                  </a:lnTo>
                  <a:cubicBezTo>
                    <a:pt x="2600" y="933"/>
                    <a:pt x="2745" y="908"/>
                    <a:pt x="2891" y="908"/>
                  </a:cubicBezTo>
                  <a:cubicBezTo>
                    <a:pt x="2940" y="908"/>
                    <a:pt x="3013" y="908"/>
                    <a:pt x="3061" y="957"/>
                  </a:cubicBezTo>
                  <a:cubicBezTo>
                    <a:pt x="3061" y="957"/>
                    <a:pt x="3061" y="981"/>
                    <a:pt x="3061" y="981"/>
                  </a:cubicBezTo>
                  <a:cubicBezTo>
                    <a:pt x="3037" y="1127"/>
                    <a:pt x="2745" y="1394"/>
                    <a:pt x="2551" y="1540"/>
                  </a:cubicBezTo>
                  <a:cubicBezTo>
                    <a:pt x="2551" y="1564"/>
                    <a:pt x="2527" y="1588"/>
                    <a:pt x="2527" y="1588"/>
                  </a:cubicBezTo>
                  <a:cubicBezTo>
                    <a:pt x="2551" y="1613"/>
                    <a:pt x="2551" y="1637"/>
                    <a:pt x="2575" y="1637"/>
                  </a:cubicBezTo>
                  <a:cubicBezTo>
                    <a:pt x="2575" y="1637"/>
                    <a:pt x="3134" y="1710"/>
                    <a:pt x="3134" y="1904"/>
                  </a:cubicBezTo>
                  <a:cubicBezTo>
                    <a:pt x="3134" y="2099"/>
                    <a:pt x="2624" y="2147"/>
                    <a:pt x="2454" y="2147"/>
                  </a:cubicBezTo>
                  <a:cubicBezTo>
                    <a:pt x="2430" y="2147"/>
                    <a:pt x="2405" y="2147"/>
                    <a:pt x="2405" y="2171"/>
                  </a:cubicBezTo>
                  <a:cubicBezTo>
                    <a:pt x="2381" y="2171"/>
                    <a:pt x="2381" y="2196"/>
                    <a:pt x="2405" y="2220"/>
                  </a:cubicBezTo>
                  <a:cubicBezTo>
                    <a:pt x="2405" y="2220"/>
                    <a:pt x="2697" y="2536"/>
                    <a:pt x="2527" y="2779"/>
                  </a:cubicBezTo>
                  <a:cubicBezTo>
                    <a:pt x="2502" y="2803"/>
                    <a:pt x="2478" y="2827"/>
                    <a:pt x="2430" y="2827"/>
                  </a:cubicBezTo>
                  <a:cubicBezTo>
                    <a:pt x="2259" y="2827"/>
                    <a:pt x="1992" y="2487"/>
                    <a:pt x="1895" y="2341"/>
                  </a:cubicBezTo>
                  <a:cubicBezTo>
                    <a:pt x="1895" y="2341"/>
                    <a:pt x="1884" y="2331"/>
                    <a:pt x="1870" y="2331"/>
                  </a:cubicBezTo>
                  <a:cubicBezTo>
                    <a:pt x="1863" y="2331"/>
                    <a:pt x="1855" y="2333"/>
                    <a:pt x="1846" y="2341"/>
                  </a:cubicBezTo>
                  <a:cubicBezTo>
                    <a:pt x="1822" y="2341"/>
                    <a:pt x="1822" y="2366"/>
                    <a:pt x="1822" y="2390"/>
                  </a:cubicBezTo>
                  <a:cubicBezTo>
                    <a:pt x="1822" y="2390"/>
                    <a:pt x="1895" y="2924"/>
                    <a:pt x="1579" y="3046"/>
                  </a:cubicBezTo>
                  <a:lnTo>
                    <a:pt x="1531" y="3046"/>
                  </a:lnTo>
                  <a:cubicBezTo>
                    <a:pt x="1336" y="3046"/>
                    <a:pt x="1239" y="2609"/>
                    <a:pt x="1215" y="2439"/>
                  </a:cubicBezTo>
                  <a:cubicBezTo>
                    <a:pt x="1215" y="2414"/>
                    <a:pt x="1191" y="2414"/>
                    <a:pt x="1191" y="2414"/>
                  </a:cubicBezTo>
                  <a:lnTo>
                    <a:pt x="1142" y="2414"/>
                  </a:lnTo>
                  <a:cubicBezTo>
                    <a:pt x="1021" y="2512"/>
                    <a:pt x="875" y="2584"/>
                    <a:pt x="705" y="2584"/>
                  </a:cubicBezTo>
                  <a:cubicBezTo>
                    <a:pt x="632" y="2584"/>
                    <a:pt x="535" y="2560"/>
                    <a:pt x="462" y="2536"/>
                  </a:cubicBezTo>
                  <a:cubicBezTo>
                    <a:pt x="413" y="2512"/>
                    <a:pt x="389" y="2463"/>
                    <a:pt x="365" y="2414"/>
                  </a:cubicBezTo>
                  <a:cubicBezTo>
                    <a:pt x="340" y="2220"/>
                    <a:pt x="705" y="1831"/>
                    <a:pt x="826" y="1686"/>
                  </a:cubicBezTo>
                  <a:cubicBezTo>
                    <a:pt x="851" y="1661"/>
                    <a:pt x="826" y="1613"/>
                    <a:pt x="802" y="1613"/>
                  </a:cubicBezTo>
                  <a:lnTo>
                    <a:pt x="656" y="1613"/>
                  </a:lnTo>
                  <a:cubicBezTo>
                    <a:pt x="510" y="1613"/>
                    <a:pt x="170" y="1588"/>
                    <a:pt x="122" y="1394"/>
                  </a:cubicBezTo>
                  <a:cubicBezTo>
                    <a:pt x="122" y="1370"/>
                    <a:pt x="122" y="1345"/>
                    <a:pt x="146" y="1321"/>
                  </a:cubicBezTo>
                  <a:cubicBezTo>
                    <a:pt x="219" y="1200"/>
                    <a:pt x="559" y="1175"/>
                    <a:pt x="826" y="1175"/>
                  </a:cubicBezTo>
                  <a:lnTo>
                    <a:pt x="875" y="1175"/>
                  </a:lnTo>
                  <a:cubicBezTo>
                    <a:pt x="875" y="1175"/>
                    <a:pt x="899" y="1151"/>
                    <a:pt x="923" y="1151"/>
                  </a:cubicBezTo>
                  <a:cubicBezTo>
                    <a:pt x="923" y="1127"/>
                    <a:pt x="899" y="1103"/>
                    <a:pt x="899" y="1078"/>
                  </a:cubicBezTo>
                  <a:cubicBezTo>
                    <a:pt x="802" y="1005"/>
                    <a:pt x="510" y="762"/>
                    <a:pt x="510" y="592"/>
                  </a:cubicBezTo>
                  <a:cubicBezTo>
                    <a:pt x="510" y="568"/>
                    <a:pt x="535" y="520"/>
                    <a:pt x="559" y="495"/>
                  </a:cubicBezTo>
                  <a:cubicBezTo>
                    <a:pt x="583" y="471"/>
                    <a:pt x="632" y="471"/>
                    <a:pt x="680" y="471"/>
                  </a:cubicBezTo>
                  <a:cubicBezTo>
                    <a:pt x="899" y="520"/>
                    <a:pt x="1142" y="617"/>
                    <a:pt x="1312" y="762"/>
                  </a:cubicBezTo>
                  <a:cubicBezTo>
                    <a:pt x="1324" y="775"/>
                    <a:pt x="1336" y="781"/>
                    <a:pt x="1345" y="781"/>
                  </a:cubicBezTo>
                  <a:cubicBezTo>
                    <a:pt x="1355" y="781"/>
                    <a:pt x="1361" y="775"/>
                    <a:pt x="1361" y="762"/>
                  </a:cubicBezTo>
                  <a:cubicBezTo>
                    <a:pt x="1385" y="762"/>
                    <a:pt x="1409" y="738"/>
                    <a:pt x="1385" y="714"/>
                  </a:cubicBezTo>
                  <a:cubicBezTo>
                    <a:pt x="1361" y="592"/>
                    <a:pt x="1336" y="252"/>
                    <a:pt x="1434" y="131"/>
                  </a:cubicBezTo>
                  <a:cubicBezTo>
                    <a:pt x="1451" y="114"/>
                    <a:pt x="1480" y="97"/>
                    <a:pt x="1513" y="97"/>
                  </a:cubicBezTo>
                  <a:close/>
                  <a:moveTo>
                    <a:pt x="1497" y="0"/>
                  </a:moveTo>
                  <a:cubicBezTo>
                    <a:pt x="1437" y="0"/>
                    <a:pt x="1373" y="28"/>
                    <a:pt x="1336" y="82"/>
                  </a:cubicBezTo>
                  <a:cubicBezTo>
                    <a:pt x="1263" y="252"/>
                    <a:pt x="1215" y="447"/>
                    <a:pt x="1263" y="617"/>
                  </a:cubicBezTo>
                  <a:cubicBezTo>
                    <a:pt x="1093" y="471"/>
                    <a:pt x="875" y="398"/>
                    <a:pt x="656" y="349"/>
                  </a:cubicBezTo>
                  <a:cubicBezTo>
                    <a:pt x="583" y="349"/>
                    <a:pt x="535" y="374"/>
                    <a:pt x="462" y="422"/>
                  </a:cubicBezTo>
                  <a:cubicBezTo>
                    <a:pt x="413" y="447"/>
                    <a:pt x="389" y="520"/>
                    <a:pt x="389" y="568"/>
                  </a:cubicBezTo>
                  <a:cubicBezTo>
                    <a:pt x="413" y="762"/>
                    <a:pt x="608" y="957"/>
                    <a:pt x="729" y="1054"/>
                  </a:cubicBezTo>
                  <a:cubicBezTo>
                    <a:pt x="510" y="1078"/>
                    <a:pt x="170" y="1103"/>
                    <a:pt x="49" y="1248"/>
                  </a:cubicBezTo>
                  <a:cubicBezTo>
                    <a:pt x="25" y="1297"/>
                    <a:pt x="0" y="1370"/>
                    <a:pt x="25" y="1418"/>
                  </a:cubicBezTo>
                  <a:cubicBezTo>
                    <a:pt x="73" y="1686"/>
                    <a:pt x="462" y="1710"/>
                    <a:pt x="680" y="1710"/>
                  </a:cubicBezTo>
                  <a:cubicBezTo>
                    <a:pt x="535" y="1880"/>
                    <a:pt x="243" y="2220"/>
                    <a:pt x="292" y="2439"/>
                  </a:cubicBezTo>
                  <a:cubicBezTo>
                    <a:pt x="292" y="2536"/>
                    <a:pt x="340" y="2584"/>
                    <a:pt x="438" y="2633"/>
                  </a:cubicBezTo>
                  <a:cubicBezTo>
                    <a:pt x="510" y="2682"/>
                    <a:pt x="608" y="2706"/>
                    <a:pt x="705" y="2706"/>
                  </a:cubicBezTo>
                  <a:cubicBezTo>
                    <a:pt x="875" y="2682"/>
                    <a:pt x="1021" y="2633"/>
                    <a:pt x="1142" y="2560"/>
                  </a:cubicBezTo>
                  <a:cubicBezTo>
                    <a:pt x="1166" y="2730"/>
                    <a:pt x="1263" y="3167"/>
                    <a:pt x="1531" y="3167"/>
                  </a:cubicBezTo>
                  <a:lnTo>
                    <a:pt x="1628" y="3167"/>
                  </a:lnTo>
                  <a:cubicBezTo>
                    <a:pt x="1822" y="3046"/>
                    <a:pt x="1944" y="2803"/>
                    <a:pt x="1919" y="2560"/>
                  </a:cubicBezTo>
                  <a:lnTo>
                    <a:pt x="1919" y="2560"/>
                  </a:lnTo>
                  <a:cubicBezTo>
                    <a:pt x="2041" y="2706"/>
                    <a:pt x="2259" y="2949"/>
                    <a:pt x="2454" y="2949"/>
                  </a:cubicBezTo>
                  <a:cubicBezTo>
                    <a:pt x="2502" y="2949"/>
                    <a:pt x="2575" y="2900"/>
                    <a:pt x="2600" y="2852"/>
                  </a:cubicBezTo>
                  <a:cubicBezTo>
                    <a:pt x="2721" y="2657"/>
                    <a:pt x="2697" y="2414"/>
                    <a:pt x="2551" y="2244"/>
                  </a:cubicBezTo>
                  <a:cubicBezTo>
                    <a:pt x="2745" y="2220"/>
                    <a:pt x="3231" y="2147"/>
                    <a:pt x="3231" y="1904"/>
                  </a:cubicBezTo>
                  <a:cubicBezTo>
                    <a:pt x="3231" y="1661"/>
                    <a:pt x="2891" y="1588"/>
                    <a:pt x="2697" y="1564"/>
                  </a:cubicBezTo>
                  <a:cubicBezTo>
                    <a:pt x="2842" y="1443"/>
                    <a:pt x="3134" y="1175"/>
                    <a:pt x="3134" y="1005"/>
                  </a:cubicBezTo>
                  <a:cubicBezTo>
                    <a:pt x="3134" y="981"/>
                    <a:pt x="3134" y="933"/>
                    <a:pt x="3110" y="908"/>
                  </a:cubicBezTo>
                  <a:cubicBezTo>
                    <a:pt x="3055" y="854"/>
                    <a:pt x="3000" y="826"/>
                    <a:pt x="2935" y="826"/>
                  </a:cubicBezTo>
                  <a:cubicBezTo>
                    <a:pt x="2914" y="826"/>
                    <a:pt x="2891" y="829"/>
                    <a:pt x="2867" y="835"/>
                  </a:cubicBezTo>
                  <a:cubicBezTo>
                    <a:pt x="2745" y="835"/>
                    <a:pt x="2624" y="860"/>
                    <a:pt x="2527" y="884"/>
                  </a:cubicBezTo>
                  <a:cubicBezTo>
                    <a:pt x="2575" y="714"/>
                    <a:pt x="2672" y="349"/>
                    <a:pt x="2478" y="179"/>
                  </a:cubicBezTo>
                  <a:cubicBezTo>
                    <a:pt x="2454" y="155"/>
                    <a:pt x="2405" y="155"/>
                    <a:pt x="2381" y="131"/>
                  </a:cubicBezTo>
                  <a:cubicBezTo>
                    <a:pt x="2211" y="131"/>
                    <a:pt x="2041" y="374"/>
                    <a:pt x="1944" y="544"/>
                  </a:cubicBezTo>
                  <a:cubicBezTo>
                    <a:pt x="1919" y="349"/>
                    <a:pt x="1822" y="58"/>
                    <a:pt x="1555" y="9"/>
                  </a:cubicBezTo>
                  <a:cubicBezTo>
                    <a:pt x="1537" y="3"/>
                    <a:pt x="1517" y="0"/>
                    <a:pt x="14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-933315" y="1418369"/>
              <a:ext cx="55854" cy="54919"/>
            </a:xfrm>
            <a:custGeom>
              <a:avLst/>
              <a:gdLst/>
              <a:ahLst/>
              <a:cxnLst/>
              <a:rect l="l" t="t" r="r" b="b"/>
              <a:pathLst>
                <a:path w="1434" h="1410" extrusionOk="0">
                  <a:moveTo>
                    <a:pt x="729" y="1"/>
                  </a:moveTo>
                  <a:cubicBezTo>
                    <a:pt x="340" y="1"/>
                    <a:pt x="0" y="317"/>
                    <a:pt x="0" y="705"/>
                  </a:cubicBezTo>
                  <a:cubicBezTo>
                    <a:pt x="0" y="1094"/>
                    <a:pt x="340" y="1410"/>
                    <a:pt x="729" y="1410"/>
                  </a:cubicBezTo>
                  <a:cubicBezTo>
                    <a:pt x="1118" y="1410"/>
                    <a:pt x="1434" y="1094"/>
                    <a:pt x="1434" y="705"/>
                  </a:cubicBezTo>
                  <a:cubicBezTo>
                    <a:pt x="1434" y="317"/>
                    <a:pt x="1118" y="1"/>
                    <a:pt x="7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-1021303" y="1507331"/>
              <a:ext cx="55854" cy="54919"/>
            </a:xfrm>
            <a:custGeom>
              <a:avLst/>
              <a:gdLst/>
              <a:ahLst/>
              <a:cxnLst/>
              <a:rect l="l" t="t" r="r" b="b"/>
              <a:pathLst>
                <a:path w="1434" h="1410" extrusionOk="0">
                  <a:moveTo>
                    <a:pt x="705" y="0"/>
                  </a:moveTo>
                  <a:cubicBezTo>
                    <a:pt x="316" y="0"/>
                    <a:pt x="0" y="316"/>
                    <a:pt x="0" y="705"/>
                  </a:cubicBezTo>
                  <a:cubicBezTo>
                    <a:pt x="0" y="1093"/>
                    <a:pt x="316" y="1409"/>
                    <a:pt x="705" y="1409"/>
                  </a:cubicBezTo>
                  <a:cubicBezTo>
                    <a:pt x="1118" y="1409"/>
                    <a:pt x="1433" y="1093"/>
                    <a:pt x="1433" y="705"/>
                  </a:cubicBezTo>
                  <a:cubicBezTo>
                    <a:pt x="1433" y="316"/>
                    <a:pt x="1118" y="0"/>
                    <a:pt x="7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-1029833" y="1690513"/>
              <a:ext cx="173717" cy="64034"/>
            </a:xfrm>
            <a:custGeom>
              <a:avLst/>
              <a:gdLst/>
              <a:ahLst/>
              <a:cxnLst/>
              <a:rect l="l" t="t" r="r" b="b"/>
              <a:pathLst>
                <a:path w="4460" h="1644" extrusionOk="0">
                  <a:moveTo>
                    <a:pt x="2533" y="0"/>
                  </a:moveTo>
                  <a:cubicBezTo>
                    <a:pt x="2511" y="0"/>
                    <a:pt x="2492" y="11"/>
                    <a:pt x="2478" y="34"/>
                  </a:cubicBezTo>
                  <a:cubicBezTo>
                    <a:pt x="2308" y="253"/>
                    <a:pt x="1920" y="763"/>
                    <a:pt x="1920" y="763"/>
                  </a:cubicBezTo>
                  <a:cubicBezTo>
                    <a:pt x="1920" y="763"/>
                    <a:pt x="1830" y="97"/>
                    <a:pt x="1603" y="97"/>
                  </a:cubicBezTo>
                  <a:cubicBezTo>
                    <a:pt x="1567" y="97"/>
                    <a:pt x="1526" y="115"/>
                    <a:pt x="1482" y="156"/>
                  </a:cubicBezTo>
                  <a:cubicBezTo>
                    <a:pt x="1288" y="350"/>
                    <a:pt x="1094" y="544"/>
                    <a:pt x="924" y="739"/>
                  </a:cubicBezTo>
                  <a:cubicBezTo>
                    <a:pt x="924" y="739"/>
                    <a:pt x="672" y="73"/>
                    <a:pt x="493" y="73"/>
                  </a:cubicBezTo>
                  <a:cubicBezTo>
                    <a:pt x="464" y="73"/>
                    <a:pt x="437" y="91"/>
                    <a:pt x="413" y="131"/>
                  </a:cubicBezTo>
                  <a:cubicBezTo>
                    <a:pt x="243" y="617"/>
                    <a:pt x="98" y="1103"/>
                    <a:pt x="0" y="1613"/>
                  </a:cubicBezTo>
                  <a:cubicBezTo>
                    <a:pt x="0" y="1613"/>
                    <a:pt x="1039" y="1644"/>
                    <a:pt x="2099" y="1644"/>
                  </a:cubicBezTo>
                  <a:cubicBezTo>
                    <a:pt x="3158" y="1644"/>
                    <a:pt x="4239" y="1613"/>
                    <a:pt x="4324" y="1492"/>
                  </a:cubicBezTo>
                  <a:cubicBezTo>
                    <a:pt x="4459" y="1289"/>
                    <a:pt x="4115" y="108"/>
                    <a:pt x="3813" y="108"/>
                  </a:cubicBezTo>
                  <a:cubicBezTo>
                    <a:pt x="3789" y="108"/>
                    <a:pt x="3765" y="115"/>
                    <a:pt x="3741" y="131"/>
                  </a:cubicBezTo>
                  <a:cubicBezTo>
                    <a:pt x="3523" y="350"/>
                    <a:pt x="3353" y="642"/>
                    <a:pt x="3280" y="933"/>
                  </a:cubicBezTo>
                  <a:cubicBezTo>
                    <a:pt x="3280" y="933"/>
                    <a:pt x="2744" y="0"/>
                    <a:pt x="25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" name="Google Shape;133;p4"/>
          <p:cNvGrpSpPr/>
          <p:nvPr/>
        </p:nvGrpSpPr>
        <p:grpSpPr>
          <a:xfrm>
            <a:off x="8410820" y="4473980"/>
            <a:ext cx="537853" cy="555858"/>
            <a:chOff x="5294267" y="4624350"/>
            <a:chExt cx="383004" cy="395854"/>
          </a:xfrm>
        </p:grpSpPr>
        <p:sp>
          <p:nvSpPr>
            <p:cNvPr id="134" name="Google Shape;134;p4"/>
            <p:cNvSpPr/>
            <p:nvPr/>
          </p:nvSpPr>
          <p:spPr>
            <a:xfrm>
              <a:off x="5358550" y="4859712"/>
              <a:ext cx="58369" cy="160492"/>
            </a:xfrm>
            <a:custGeom>
              <a:avLst/>
              <a:gdLst/>
              <a:ahLst/>
              <a:cxnLst/>
              <a:rect l="l" t="t" r="r" b="b"/>
              <a:pathLst>
                <a:path w="671" h="1845" extrusionOk="0">
                  <a:moveTo>
                    <a:pt x="106" y="0"/>
                  </a:moveTo>
                  <a:cubicBezTo>
                    <a:pt x="55" y="0"/>
                    <a:pt x="0" y="47"/>
                    <a:pt x="15" y="119"/>
                  </a:cubicBezTo>
                  <a:lnTo>
                    <a:pt x="501" y="1796"/>
                  </a:lnTo>
                  <a:cubicBezTo>
                    <a:pt x="501" y="1820"/>
                    <a:pt x="525" y="1844"/>
                    <a:pt x="573" y="1844"/>
                  </a:cubicBezTo>
                  <a:lnTo>
                    <a:pt x="598" y="1844"/>
                  </a:lnTo>
                  <a:cubicBezTo>
                    <a:pt x="646" y="1844"/>
                    <a:pt x="671" y="1796"/>
                    <a:pt x="646" y="1747"/>
                  </a:cubicBezTo>
                  <a:lnTo>
                    <a:pt x="185" y="71"/>
                  </a:lnTo>
                  <a:cubicBezTo>
                    <a:pt x="175" y="22"/>
                    <a:pt x="141" y="0"/>
                    <a:pt x="1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5294267" y="4894594"/>
              <a:ext cx="175454" cy="68546"/>
            </a:xfrm>
            <a:custGeom>
              <a:avLst/>
              <a:gdLst/>
              <a:ahLst/>
              <a:cxnLst/>
              <a:rect l="l" t="t" r="r" b="b"/>
              <a:pathLst>
                <a:path w="2017" h="788" extrusionOk="0">
                  <a:moveTo>
                    <a:pt x="1934" y="0"/>
                  </a:moveTo>
                  <a:cubicBezTo>
                    <a:pt x="1921" y="0"/>
                    <a:pt x="1908" y="3"/>
                    <a:pt x="1895" y="10"/>
                  </a:cubicBezTo>
                  <a:lnTo>
                    <a:pt x="49" y="617"/>
                  </a:lnTo>
                  <a:cubicBezTo>
                    <a:pt x="25" y="642"/>
                    <a:pt x="1" y="666"/>
                    <a:pt x="1" y="714"/>
                  </a:cubicBezTo>
                  <a:cubicBezTo>
                    <a:pt x="1" y="739"/>
                    <a:pt x="49" y="763"/>
                    <a:pt x="74" y="763"/>
                  </a:cubicBezTo>
                  <a:lnTo>
                    <a:pt x="98" y="787"/>
                  </a:lnTo>
                  <a:lnTo>
                    <a:pt x="1944" y="180"/>
                  </a:lnTo>
                  <a:cubicBezTo>
                    <a:pt x="1993" y="156"/>
                    <a:pt x="2017" y="107"/>
                    <a:pt x="1993" y="59"/>
                  </a:cubicBezTo>
                  <a:cubicBezTo>
                    <a:pt x="1993" y="23"/>
                    <a:pt x="1967" y="0"/>
                    <a:pt x="19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5310447" y="4883895"/>
              <a:ext cx="150836" cy="94033"/>
            </a:xfrm>
            <a:custGeom>
              <a:avLst/>
              <a:gdLst/>
              <a:ahLst/>
              <a:cxnLst/>
              <a:rect l="l" t="t" r="r" b="b"/>
              <a:pathLst>
                <a:path w="1734" h="1081" extrusionOk="0">
                  <a:moveTo>
                    <a:pt x="110" y="0"/>
                  </a:moveTo>
                  <a:cubicBezTo>
                    <a:pt x="38" y="0"/>
                    <a:pt x="0" y="92"/>
                    <a:pt x="82" y="133"/>
                  </a:cubicBezTo>
                  <a:lnTo>
                    <a:pt x="1588" y="1080"/>
                  </a:lnTo>
                  <a:lnTo>
                    <a:pt x="1637" y="1080"/>
                  </a:lnTo>
                  <a:cubicBezTo>
                    <a:pt x="1661" y="1080"/>
                    <a:pt x="1685" y="1080"/>
                    <a:pt x="1709" y="1056"/>
                  </a:cubicBezTo>
                  <a:cubicBezTo>
                    <a:pt x="1734" y="1007"/>
                    <a:pt x="1709" y="959"/>
                    <a:pt x="1685" y="935"/>
                  </a:cubicBezTo>
                  <a:lnTo>
                    <a:pt x="155" y="11"/>
                  </a:lnTo>
                  <a:cubicBezTo>
                    <a:pt x="139" y="4"/>
                    <a:pt x="124" y="0"/>
                    <a:pt x="1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5340805" y="4845446"/>
              <a:ext cx="97252" cy="157795"/>
            </a:xfrm>
            <a:custGeom>
              <a:avLst/>
              <a:gdLst/>
              <a:ahLst/>
              <a:cxnLst/>
              <a:rect l="l" t="t" r="r" b="b"/>
              <a:pathLst>
                <a:path w="1118" h="1814" extrusionOk="0">
                  <a:moveTo>
                    <a:pt x="1010" y="0"/>
                  </a:moveTo>
                  <a:cubicBezTo>
                    <a:pt x="984" y="0"/>
                    <a:pt x="962" y="12"/>
                    <a:pt x="947" y="41"/>
                  </a:cubicBezTo>
                  <a:lnTo>
                    <a:pt x="24" y="1717"/>
                  </a:lnTo>
                  <a:cubicBezTo>
                    <a:pt x="0" y="1741"/>
                    <a:pt x="24" y="1790"/>
                    <a:pt x="49" y="1814"/>
                  </a:cubicBezTo>
                  <a:lnTo>
                    <a:pt x="97" y="1814"/>
                  </a:lnTo>
                  <a:cubicBezTo>
                    <a:pt x="122" y="1814"/>
                    <a:pt x="146" y="1814"/>
                    <a:pt x="170" y="1790"/>
                  </a:cubicBezTo>
                  <a:lnTo>
                    <a:pt x="1093" y="113"/>
                  </a:lnTo>
                  <a:cubicBezTo>
                    <a:pt x="1118" y="89"/>
                    <a:pt x="1093" y="41"/>
                    <a:pt x="1069" y="16"/>
                  </a:cubicBezTo>
                  <a:cubicBezTo>
                    <a:pt x="1049" y="6"/>
                    <a:pt x="1029" y="0"/>
                    <a:pt x="10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5499297" y="4624350"/>
              <a:ext cx="175454" cy="150575"/>
            </a:xfrm>
            <a:custGeom>
              <a:avLst/>
              <a:gdLst/>
              <a:ahLst/>
              <a:cxnLst/>
              <a:rect l="l" t="t" r="r" b="b"/>
              <a:pathLst>
                <a:path w="2017" h="1731" extrusionOk="0">
                  <a:moveTo>
                    <a:pt x="1166" y="175"/>
                  </a:moveTo>
                  <a:cubicBezTo>
                    <a:pt x="1555" y="175"/>
                    <a:pt x="1871" y="467"/>
                    <a:pt x="1871" y="856"/>
                  </a:cubicBezTo>
                  <a:cubicBezTo>
                    <a:pt x="1871" y="1285"/>
                    <a:pt x="1511" y="1569"/>
                    <a:pt x="1144" y="1569"/>
                  </a:cubicBezTo>
                  <a:cubicBezTo>
                    <a:pt x="971" y="1569"/>
                    <a:pt x="796" y="1506"/>
                    <a:pt x="656" y="1366"/>
                  </a:cubicBezTo>
                  <a:cubicBezTo>
                    <a:pt x="219" y="929"/>
                    <a:pt x="534" y="175"/>
                    <a:pt x="1166" y="175"/>
                  </a:cubicBezTo>
                  <a:close/>
                  <a:moveTo>
                    <a:pt x="1142" y="1"/>
                  </a:moveTo>
                  <a:cubicBezTo>
                    <a:pt x="930" y="1"/>
                    <a:pt x="714" y="77"/>
                    <a:pt x="534" y="248"/>
                  </a:cubicBezTo>
                  <a:cubicBezTo>
                    <a:pt x="0" y="807"/>
                    <a:pt x="389" y="1730"/>
                    <a:pt x="1166" y="1730"/>
                  </a:cubicBezTo>
                  <a:cubicBezTo>
                    <a:pt x="1628" y="1730"/>
                    <a:pt x="2016" y="1342"/>
                    <a:pt x="2016" y="856"/>
                  </a:cubicBezTo>
                  <a:cubicBezTo>
                    <a:pt x="2016" y="344"/>
                    <a:pt x="1590" y="1"/>
                    <a:pt x="11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5615653" y="4833656"/>
              <a:ext cx="32352" cy="88957"/>
            </a:xfrm>
            <a:custGeom>
              <a:avLst/>
              <a:gdLst/>
              <a:ahLst/>
              <a:cxnLst/>
              <a:rect l="l" t="t" r="r" b="b"/>
              <a:pathLst>
                <a:path w="671" h="1845" extrusionOk="0">
                  <a:moveTo>
                    <a:pt x="106" y="0"/>
                  </a:moveTo>
                  <a:cubicBezTo>
                    <a:pt x="55" y="0"/>
                    <a:pt x="0" y="47"/>
                    <a:pt x="15" y="119"/>
                  </a:cubicBezTo>
                  <a:lnTo>
                    <a:pt x="501" y="1796"/>
                  </a:lnTo>
                  <a:cubicBezTo>
                    <a:pt x="501" y="1820"/>
                    <a:pt x="525" y="1844"/>
                    <a:pt x="573" y="1844"/>
                  </a:cubicBezTo>
                  <a:lnTo>
                    <a:pt x="598" y="1844"/>
                  </a:lnTo>
                  <a:cubicBezTo>
                    <a:pt x="646" y="1844"/>
                    <a:pt x="671" y="1796"/>
                    <a:pt x="646" y="1747"/>
                  </a:cubicBezTo>
                  <a:lnTo>
                    <a:pt x="185" y="71"/>
                  </a:lnTo>
                  <a:cubicBezTo>
                    <a:pt x="175" y="22"/>
                    <a:pt x="141" y="0"/>
                    <a:pt x="1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5580022" y="4852990"/>
              <a:ext cx="97250" cy="37993"/>
            </a:xfrm>
            <a:custGeom>
              <a:avLst/>
              <a:gdLst/>
              <a:ahLst/>
              <a:cxnLst/>
              <a:rect l="l" t="t" r="r" b="b"/>
              <a:pathLst>
                <a:path w="2017" h="788" extrusionOk="0">
                  <a:moveTo>
                    <a:pt x="1934" y="0"/>
                  </a:moveTo>
                  <a:cubicBezTo>
                    <a:pt x="1921" y="0"/>
                    <a:pt x="1908" y="3"/>
                    <a:pt x="1895" y="10"/>
                  </a:cubicBezTo>
                  <a:lnTo>
                    <a:pt x="49" y="617"/>
                  </a:lnTo>
                  <a:cubicBezTo>
                    <a:pt x="25" y="642"/>
                    <a:pt x="1" y="666"/>
                    <a:pt x="1" y="714"/>
                  </a:cubicBezTo>
                  <a:cubicBezTo>
                    <a:pt x="1" y="739"/>
                    <a:pt x="49" y="763"/>
                    <a:pt x="74" y="763"/>
                  </a:cubicBezTo>
                  <a:lnTo>
                    <a:pt x="98" y="787"/>
                  </a:lnTo>
                  <a:lnTo>
                    <a:pt x="1944" y="180"/>
                  </a:lnTo>
                  <a:cubicBezTo>
                    <a:pt x="1993" y="156"/>
                    <a:pt x="2017" y="107"/>
                    <a:pt x="1993" y="59"/>
                  </a:cubicBezTo>
                  <a:cubicBezTo>
                    <a:pt x="1993" y="23"/>
                    <a:pt x="1967" y="0"/>
                    <a:pt x="19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5588990" y="4847059"/>
              <a:ext cx="83605" cy="52120"/>
            </a:xfrm>
            <a:custGeom>
              <a:avLst/>
              <a:gdLst/>
              <a:ahLst/>
              <a:cxnLst/>
              <a:rect l="l" t="t" r="r" b="b"/>
              <a:pathLst>
                <a:path w="1734" h="1081" extrusionOk="0">
                  <a:moveTo>
                    <a:pt x="110" y="0"/>
                  </a:moveTo>
                  <a:cubicBezTo>
                    <a:pt x="38" y="0"/>
                    <a:pt x="0" y="92"/>
                    <a:pt x="82" y="133"/>
                  </a:cubicBezTo>
                  <a:lnTo>
                    <a:pt x="1588" y="1080"/>
                  </a:lnTo>
                  <a:lnTo>
                    <a:pt x="1637" y="1080"/>
                  </a:lnTo>
                  <a:cubicBezTo>
                    <a:pt x="1661" y="1080"/>
                    <a:pt x="1685" y="1080"/>
                    <a:pt x="1709" y="1056"/>
                  </a:cubicBezTo>
                  <a:cubicBezTo>
                    <a:pt x="1734" y="1007"/>
                    <a:pt x="1709" y="959"/>
                    <a:pt x="1685" y="935"/>
                  </a:cubicBezTo>
                  <a:lnTo>
                    <a:pt x="155" y="11"/>
                  </a:lnTo>
                  <a:cubicBezTo>
                    <a:pt x="139" y="4"/>
                    <a:pt x="124" y="0"/>
                    <a:pt x="1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5605817" y="4825749"/>
              <a:ext cx="53904" cy="87462"/>
            </a:xfrm>
            <a:custGeom>
              <a:avLst/>
              <a:gdLst/>
              <a:ahLst/>
              <a:cxnLst/>
              <a:rect l="l" t="t" r="r" b="b"/>
              <a:pathLst>
                <a:path w="1118" h="1814" extrusionOk="0">
                  <a:moveTo>
                    <a:pt x="1010" y="0"/>
                  </a:moveTo>
                  <a:cubicBezTo>
                    <a:pt x="984" y="0"/>
                    <a:pt x="962" y="12"/>
                    <a:pt x="947" y="41"/>
                  </a:cubicBezTo>
                  <a:lnTo>
                    <a:pt x="24" y="1717"/>
                  </a:lnTo>
                  <a:cubicBezTo>
                    <a:pt x="0" y="1741"/>
                    <a:pt x="24" y="1790"/>
                    <a:pt x="49" y="1814"/>
                  </a:cubicBezTo>
                  <a:lnTo>
                    <a:pt x="97" y="1814"/>
                  </a:lnTo>
                  <a:cubicBezTo>
                    <a:pt x="122" y="1814"/>
                    <a:pt x="146" y="1814"/>
                    <a:pt x="170" y="1790"/>
                  </a:cubicBezTo>
                  <a:lnTo>
                    <a:pt x="1093" y="113"/>
                  </a:lnTo>
                  <a:cubicBezTo>
                    <a:pt x="1118" y="89"/>
                    <a:pt x="1093" y="41"/>
                    <a:pt x="1069" y="16"/>
                  </a:cubicBezTo>
                  <a:cubicBezTo>
                    <a:pt x="1049" y="6"/>
                    <a:pt x="1029" y="0"/>
                    <a:pt x="10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" name="Google Shape;143;p4"/>
          <p:cNvGrpSpPr/>
          <p:nvPr/>
        </p:nvGrpSpPr>
        <p:grpSpPr>
          <a:xfrm>
            <a:off x="122839" y="125316"/>
            <a:ext cx="604654" cy="578037"/>
            <a:chOff x="122839" y="125316"/>
            <a:chExt cx="604654" cy="578037"/>
          </a:xfrm>
        </p:grpSpPr>
        <p:sp>
          <p:nvSpPr>
            <p:cNvPr id="144" name="Google Shape;144;p4"/>
            <p:cNvSpPr/>
            <p:nvPr/>
          </p:nvSpPr>
          <p:spPr>
            <a:xfrm rot="10232062">
              <a:off x="183718" y="463675"/>
              <a:ext cx="246284" cy="220932"/>
            </a:xfrm>
            <a:custGeom>
              <a:avLst/>
              <a:gdLst/>
              <a:ahLst/>
              <a:cxnLst/>
              <a:rect l="l" t="t" r="r" b="b"/>
              <a:pathLst>
                <a:path w="2891" h="2593" extrusionOk="0">
                  <a:moveTo>
                    <a:pt x="2397" y="0"/>
                  </a:moveTo>
                  <a:cubicBezTo>
                    <a:pt x="2197" y="0"/>
                    <a:pt x="1879" y="238"/>
                    <a:pt x="1117" y="367"/>
                  </a:cubicBezTo>
                  <a:cubicBezTo>
                    <a:pt x="0" y="586"/>
                    <a:pt x="389" y="2213"/>
                    <a:pt x="389" y="2335"/>
                  </a:cubicBezTo>
                  <a:cubicBezTo>
                    <a:pt x="672" y="2505"/>
                    <a:pt x="988" y="2592"/>
                    <a:pt x="1309" y="2592"/>
                  </a:cubicBezTo>
                  <a:cubicBezTo>
                    <a:pt x="1538" y="2592"/>
                    <a:pt x="1769" y="2547"/>
                    <a:pt x="1992" y="2456"/>
                  </a:cubicBezTo>
                  <a:cubicBezTo>
                    <a:pt x="2891" y="2092"/>
                    <a:pt x="2891" y="683"/>
                    <a:pt x="2648" y="221"/>
                  </a:cubicBezTo>
                  <a:cubicBezTo>
                    <a:pt x="2567" y="59"/>
                    <a:pt x="2497" y="0"/>
                    <a:pt x="23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4"/>
            <p:cNvSpPr/>
            <p:nvPr/>
          </p:nvSpPr>
          <p:spPr>
            <a:xfrm rot="10232062">
              <a:off x="259551" y="505895"/>
              <a:ext cx="122162" cy="100199"/>
            </a:xfrm>
            <a:custGeom>
              <a:avLst/>
              <a:gdLst/>
              <a:ahLst/>
              <a:cxnLst/>
              <a:rect l="l" t="t" r="r" b="b"/>
              <a:pathLst>
                <a:path w="1434" h="1176" extrusionOk="0">
                  <a:moveTo>
                    <a:pt x="1347" y="0"/>
                  </a:moveTo>
                  <a:cubicBezTo>
                    <a:pt x="1312" y="0"/>
                    <a:pt x="1281" y="23"/>
                    <a:pt x="1264" y="58"/>
                  </a:cubicBezTo>
                  <a:cubicBezTo>
                    <a:pt x="1069" y="520"/>
                    <a:pt x="49" y="1030"/>
                    <a:pt x="49" y="1030"/>
                  </a:cubicBezTo>
                  <a:cubicBezTo>
                    <a:pt x="25" y="1054"/>
                    <a:pt x="0" y="1103"/>
                    <a:pt x="25" y="1151"/>
                  </a:cubicBezTo>
                  <a:cubicBezTo>
                    <a:pt x="49" y="1176"/>
                    <a:pt x="73" y="1176"/>
                    <a:pt x="98" y="1176"/>
                  </a:cubicBezTo>
                  <a:lnTo>
                    <a:pt x="122" y="1176"/>
                  </a:lnTo>
                  <a:cubicBezTo>
                    <a:pt x="171" y="1151"/>
                    <a:pt x="1166" y="641"/>
                    <a:pt x="1409" y="107"/>
                  </a:cubicBezTo>
                  <a:cubicBezTo>
                    <a:pt x="1434" y="82"/>
                    <a:pt x="1409" y="34"/>
                    <a:pt x="1385" y="10"/>
                  </a:cubicBezTo>
                  <a:cubicBezTo>
                    <a:pt x="1372" y="3"/>
                    <a:pt x="1359" y="0"/>
                    <a:pt x="1347" y="0"/>
                  </a:cubicBezTo>
                  <a:close/>
                </a:path>
              </a:pathLst>
            </a:custGeom>
            <a:solidFill>
              <a:srgbClr val="261B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4"/>
            <p:cNvSpPr/>
            <p:nvPr/>
          </p:nvSpPr>
          <p:spPr>
            <a:xfrm rot="10232062">
              <a:off x="138246" y="172035"/>
              <a:ext cx="254633" cy="208407"/>
            </a:xfrm>
            <a:custGeom>
              <a:avLst/>
              <a:gdLst/>
              <a:ahLst/>
              <a:cxnLst/>
              <a:rect l="l" t="t" r="r" b="b"/>
              <a:pathLst>
                <a:path w="2989" h="2446" extrusionOk="0">
                  <a:moveTo>
                    <a:pt x="1122" y="0"/>
                  </a:moveTo>
                  <a:cubicBezTo>
                    <a:pt x="708" y="0"/>
                    <a:pt x="337" y="106"/>
                    <a:pt x="292" y="117"/>
                  </a:cubicBezTo>
                  <a:cubicBezTo>
                    <a:pt x="25" y="628"/>
                    <a:pt x="0" y="1211"/>
                    <a:pt x="267" y="1721"/>
                  </a:cubicBezTo>
                  <a:cubicBezTo>
                    <a:pt x="520" y="2255"/>
                    <a:pt x="1145" y="2445"/>
                    <a:pt x="1692" y="2445"/>
                  </a:cubicBezTo>
                  <a:cubicBezTo>
                    <a:pt x="2040" y="2445"/>
                    <a:pt x="2357" y="2368"/>
                    <a:pt x="2527" y="2255"/>
                  </a:cubicBezTo>
                  <a:cubicBezTo>
                    <a:pt x="2988" y="1939"/>
                    <a:pt x="2551" y="1842"/>
                    <a:pt x="2284" y="725"/>
                  </a:cubicBezTo>
                  <a:cubicBezTo>
                    <a:pt x="2128" y="140"/>
                    <a:pt x="1597" y="0"/>
                    <a:pt x="11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4"/>
            <p:cNvSpPr/>
            <p:nvPr/>
          </p:nvSpPr>
          <p:spPr>
            <a:xfrm rot="10232062">
              <a:off x="241030" y="237329"/>
              <a:ext cx="109810" cy="114769"/>
            </a:xfrm>
            <a:custGeom>
              <a:avLst/>
              <a:gdLst/>
              <a:ahLst/>
              <a:cxnLst/>
              <a:rect l="l" t="t" r="r" b="b"/>
              <a:pathLst>
                <a:path w="1289" h="1347" extrusionOk="0">
                  <a:moveTo>
                    <a:pt x="91" y="0"/>
                  </a:moveTo>
                  <a:cubicBezTo>
                    <a:pt x="78" y="0"/>
                    <a:pt x="64" y="3"/>
                    <a:pt x="49" y="11"/>
                  </a:cubicBezTo>
                  <a:cubicBezTo>
                    <a:pt x="1" y="35"/>
                    <a:pt x="1" y="83"/>
                    <a:pt x="25" y="132"/>
                  </a:cubicBezTo>
                  <a:cubicBezTo>
                    <a:pt x="49" y="156"/>
                    <a:pt x="632" y="1128"/>
                    <a:pt x="1167" y="1347"/>
                  </a:cubicBezTo>
                  <a:lnTo>
                    <a:pt x="1191" y="1347"/>
                  </a:lnTo>
                  <a:cubicBezTo>
                    <a:pt x="1215" y="1347"/>
                    <a:pt x="1240" y="1322"/>
                    <a:pt x="1264" y="1298"/>
                  </a:cubicBezTo>
                  <a:cubicBezTo>
                    <a:pt x="1288" y="1249"/>
                    <a:pt x="1264" y="1201"/>
                    <a:pt x="1215" y="1201"/>
                  </a:cubicBezTo>
                  <a:cubicBezTo>
                    <a:pt x="754" y="1006"/>
                    <a:pt x="171" y="35"/>
                    <a:pt x="171" y="35"/>
                  </a:cubicBezTo>
                  <a:cubicBezTo>
                    <a:pt x="154" y="18"/>
                    <a:pt x="124" y="0"/>
                    <a:pt x="91" y="0"/>
                  </a:cubicBezTo>
                  <a:close/>
                </a:path>
              </a:pathLst>
            </a:custGeom>
            <a:solidFill>
              <a:srgbClr val="261B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4"/>
            <p:cNvSpPr/>
            <p:nvPr/>
          </p:nvSpPr>
          <p:spPr>
            <a:xfrm rot="10232062">
              <a:off x="467454" y="143954"/>
              <a:ext cx="244239" cy="212326"/>
            </a:xfrm>
            <a:custGeom>
              <a:avLst/>
              <a:gdLst/>
              <a:ahLst/>
              <a:cxnLst/>
              <a:rect l="l" t="t" r="r" b="b"/>
              <a:pathLst>
                <a:path w="2867" h="2492" extrusionOk="0">
                  <a:moveTo>
                    <a:pt x="1588" y="0"/>
                  </a:moveTo>
                  <a:cubicBezTo>
                    <a:pt x="1396" y="0"/>
                    <a:pt x="1204" y="32"/>
                    <a:pt x="1021" y="99"/>
                  </a:cubicBezTo>
                  <a:cubicBezTo>
                    <a:pt x="122" y="391"/>
                    <a:pt x="0" y="1775"/>
                    <a:pt x="195" y="2261"/>
                  </a:cubicBezTo>
                  <a:cubicBezTo>
                    <a:pt x="272" y="2432"/>
                    <a:pt x="340" y="2492"/>
                    <a:pt x="447" y="2492"/>
                  </a:cubicBezTo>
                  <a:cubicBezTo>
                    <a:pt x="643" y="2492"/>
                    <a:pt x="970" y="2291"/>
                    <a:pt x="1725" y="2213"/>
                  </a:cubicBezTo>
                  <a:cubicBezTo>
                    <a:pt x="2867" y="2115"/>
                    <a:pt x="2624" y="439"/>
                    <a:pt x="2624" y="342"/>
                  </a:cubicBezTo>
                  <a:cubicBezTo>
                    <a:pt x="2321" y="119"/>
                    <a:pt x="1955" y="0"/>
                    <a:pt x="15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4"/>
            <p:cNvSpPr/>
            <p:nvPr/>
          </p:nvSpPr>
          <p:spPr>
            <a:xfrm rot="10232062">
              <a:off x="506806" y="218606"/>
              <a:ext cx="128381" cy="91934"/>
            </a:xfrm>
            <a:custGeom>
              <a:avLst/>
              <a:gdLst/>
              <a:ahLst/>
              <a:cxnLst/>
              <a:rect l="l" t="t" r="r" b="b"/>
              <a:pathLst>
                <a:path w="1507" h="1079" extrusionOk="0">
                  <a:moveTo>
                    <a:pt x="1423" y="0"/>
                  </a:moveTo>
                  <a:cubicBezTo>
                    <a:pt x="1411" y="0"/>
                    <a:pt x="1398" y="3"/>
                    <a:pt x="1385" y="10"/>
                  </a:cubicBezTo>
                  <a:cubicBezTo>
                    <a:pt x="1336" y="34"/>
                    <a:pt x="292" y="471"/>
                    <a:pt x="25" y="957"/>
                  </a:cubicBezTo>
                  <a:cubicBezTo>
                    <a:pt x="0" y="1006"/>
                    <a:pt x="0" y="1054"/>
                    <a:pt x="49" y="1079"/>
                  </a:cubicBezTo>
                  <a:lnTo>
                    <a:pt x="98" y="1079"/>
                  </a:lnTo>
                  <a:cubicBezTo>
                    <a:pt x="122" y="1079"/>
                    <a:pt x="146" y="1054"/>
                    <a:pt x="146" y="1054"/>
                  </a:cubicBezTo>
                  <a:cubicBezTo>
                    <a:pt x="413" y="593"/>
                    <a:pt x="1458" y="156"/>
                    <a:pt x="1458" y="156"/>
                  </a:cubicBezTo>
                  <a:cubicBezTo>
                    <a:pt x="1482" y="131"/>
                    <a:pt x="1506" y="83"/>
                    <a:pt x="1482" y="59"/>
                  </a:cubicBezTo>
                  <a:cubicBezTo>
                    <a:pt x="1482" y="23"/>
                    <a:pt x="1456" y="0"/>
                    <a:pt x="1423" y="0"/>
                  </a:cubicBezTo>
                  <a:close/>
                </a:path>
              </a:pathLst>
            </a:custGeom>
            <a:solidFill>
              <a:srgbClr val="261B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4"/>
            <p:cNvSpPr/>
            <p:nvPr/>
          </p:nvSpPr>
          <p:spPr>
            <a:xfrm rot="10232062">
              <a:off x="212752" y="211973"/>
              <a:ext cx="453381" cy="339193"/>
            </a:xfrm>
            <a:custGeom>
              <a:avLst/>
              <a:gdLst/>
              <a:ahLst/>
              <a:cxnLst/>
              <a:rect l="l" t="t" r="r" b="b"/>
              <a:pathLst>
                <a:path w="5322" h="3981" extrusionOk="0">
                  <a:moveTo>
                    <a:pt x="2229" y="0"/>
                  </a:moveTo>
                  <a:cubicBezTo>
                    <a:pt x="2176" y="0"/>
                    <a:pt x="2121" y="3"/>
                    <a:pt x="2061" y="9"/>
                  </a:cubicBezTo>
                  <a:cubicBezTo>
                    <a:pt x="1523" y="53"/>
                    <a:pt x="1298" y="507"/>
                    <a:pt x="1299" y="894"/>
                  </a:cubicBezTo>
                  <a:lnTo>
                    <a:pt x="1299" y="894"/>
                  </a:lnTo>
                  <a:cubicBezTo>
                    <a:pt x="1256" y="882"/>
                    <a:pt x="1211" y="870"/>
                    <a:pt x="1163" y="859"/>
                  </a:cubicBezTo>
                  <a:cubicBezTo>
                    <a:pt x="1123" y="851"/>
                    <a:pt x="1085" y="847"/>
                    <a:pt x="1048" y="847"/>
                  </a:cubicBezTo>
                  <a:cubicBezTo>
                    <a:pt x="240" y="847"/>
                    <a:pt x="0" y="2788"/>
                    <a:pt x="604" y="2997"/>
                  </a:cubicBezTo>
                  <a:cubicBezTo>
                    <a:pt x="676" y="3025"/>
                    <a:pt x="742" y="3037"/>
                    <a:pt x="801" y="3037"/>
                  </a:cubicBezTo>
                  <a:cubicBezTo>
                    <a:pt x="824" y="3037"/>
                    <a:pt x="847" y="3035"/>
                    <a:pt x="868" y="3032"/>
                  </a:cubicBezTo>
                  <a:lnTo>
                    <a:pt x="868" y="3032"/>
                  </a:lnTo>
                  <a:cubicBezTo>
                    <a:pt x="1077" y="3454"/>
                    <a:pt x="1536" y="3921"/>
                    <a:pt x="2132" y="3921"/>
                  </a:cubicBezTo>
                  <a:cubicBezTo>
                    <a:pt x="2149" y="3921"/>
                    <a:pt x="2166" y="3921"/>
                    <a:pt x="2183" y="3920"/>
                  </a:cubicBezTo>
                  <a:cubicBezTo>
                    <a:pt x="2358" y="3908"/>
                    <a:pt x="2491" y="3882"/>
                    <a:pt x="2590" y="3846"/>
                  </a:cubicBezTo>
                  <a:lnTo>
                    <a:pt x="2590" y="3846"/>
                  </a:lnTo>
                  <a:cubicBezTo>
                    <a:pt x="2678" y="3927"/>
                    <a:pt x="2799" y="3981"/>
                    <a:pt x="2960" y="3981"/>
                  </a:cubicBezTo>
                  <a:cubicBezTo>
                    <a:pt x="3070" y="3981"/>
                    <a:pt x="3199" y="3955"/>
                    <a:pt x="3349" y="3896"/>
                  </a:cubicBezTo>
                  <a:cubicBezTo>
                    <a:pt x="3931" y="3671"/>
                    <a:pt x="4211" y="3324"/>
                    <a:pt x="4262" y="3034"/>
                  </a:cubicBezTo>
                  <a:lnTo>
                    <a:pt x="4262" y="3034"/>
                  </a:lnTo>
                  <a:cubicBezTo>
                    <a:pt x="4365" y="3023"/>
                    <a:pt x="4482" y="2989"/>
                    <a:pt x="4612" y="2924"/>
                  </a:cubicBezTo>
                  <a:cubicBezTo>
                    <a:pt x="5321" y="2580"/>
                    <a:pt x="4915" y="1660"/>
                    <a:pt x="4479" y="1295"/>
                  </a:cubicBezTo>
                  <a:lnTo>
                    <a:pt x="4479" y="1295"/>
                  </a:lnTo>
                  <a:cubicBezTo>
                    <a:pt x="4597" y="1026"/>
                    <a:pt x="4485" y="563"/>
                    <a:pt x="3835" y="179"/>
                  </a:cubicBezTo>
                  <a:cubicBezTo>
                    <a:pt x="3619" y="52"/>
                    <a:pt x="3439" y="3"/>
                    <a:pt x="3289" y="3"/>
                  </a:cubicBezTo>
                  <a:cubicBezTo>
                    <a:pt x="3074" y="3"/>
                    <a:pt x="2921" y="104"/>
                    <a:pt x="2817" y="220"/>
                  </a:cubicBezTo>
                  <a:lnTo>
                    <a:pt x="2817" y="220"/>
                  </a:lnTo>
                  <a:cubicBezTo>
                    <a:pt x="2713" y="96"/>
                    <a:pt x="2527" y="0"/>
                    <a:pt x="22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4"/>
            <p:cNvSpPr/>
            <p:nvPr/>
          </p:nvSpPr>
          <p:spPr>
            <a:xfrm rot="10232062">
              <a:off x="230506" y="204162"/>
              <a:ext cx="422201" cy="355297"/>
            </a:xfrm>
            <a:custGeom>
              <a:avLst/>
              <a:gdLst/>
              <a:ahLst/>
              <a:cxnLst/>
              <a:rect l="l" t="t" r="r" b="b"/>
              <a:pathLst>
                <a:path w="4956" h="4170" extrusionOk="0">
                  <a:moveTo>
                    <a:pt x="2673" y="452"/>
                  </a:moveTo>
                  <a:cubicBezTo>
                    <a:pt x="2697" y="501"/>
                    <a:pt x="2721" y="574"/>
                    <a:pt x="2697" y="647"/>
                  </a:cubicBezTo>
                  <a:cubicBezTo>
                    <a:pt x="2697" y="695"/>
                    <a:pt x="2697" y="744"/>
                    <a:pt x="2648" y="768"/>
                  </a:cubicBezTo>
                  <a:lnTo>
                    <a:pt x="2600" y="768"/>
                  </a:lnTo>
                  <a:cubicBezTo>
                    <a:pt x="2575" y="768"/>
                    <a:pt x="2551" y="720"/>
                    <a:pt x="2551" y="671"/>
                  </a:cubicBezTo>
                  <a:cubicBezTo>
                    <a:pt x="2575" y="598"/>
                    <a:pt x="2624" y="525"/>
                    <a:pt x="2673" y="452"/>
                  </a:cubicBezTo>
                  <a:close/>
                  <a:moveTo>
                    <a:pt x="1264" y="1108"/>
                  </a:moveTo>
                  <a:lnTo>
                    <a:pt x="1264" y="1108"/>
                  </a:lnTo>
                  <a:cubicBezTo>
                    <a:pt x="1579" y="1230"/>
                    <a:pt x="1677" y="1400"/>
                    <a:pt x="1652" y="1448"/>
                  </a:cubicBezTo>
                  <a:cubicBezTo>
                    <a:pt x="1652" y="1473"/>
                    <a:pt x="1604" y="1473"/>
                    <a:pt x="1579" y="1473"/>
                  </a:cubicBezTo>
                  <a:cubicBezTo>
                    <a:pt x="1531" y="1473"/>
                    <a:pt x="1506" y="1473"/>
                    <a:pt x="1458" y="1448"/>
                  </a:cubicBezTo>
                  <a:cubicBezTo>
                    <a:pt x="1336" y="1400"/>
                    <a:pt x="1264" y="1254"/>
                    <a:pt x="1264" y="1108"/>
                  </a:cubicBezTo>
                  <a:close/>
                  <a:moveTo>
                    <a:pt x="3984" y="1303"/>
                  </a:moveTo>
                  <a:cubicBezTo>
                    <a:pt x="4009" y="1303"/>
                    <a:pt x="4033" y="1327"/>
                    <a:pt x="4081" y="1327"/>
                  </a:cubicBezTo>
                  <a:cubicBezTo>
                    <a:pt x="4130" y="1351"/>
                    <a:pt x="4179" y="1375"/>
                    <a:pt x="4252" y="1424"/>
                  </a:cubicBezTo>
                  <a:cubicBezTo>
                    <a:pt x="4203" y="1473"/>
                    <a:pt x="4130" y="1521"/>
                    <a:pt x="4057" y="1545"/>
                  </a:cubicBezTo>
                  <a:cubicBezTo>
                    <a:pt x="4039" y="1552"/>
                    <a:pt x="4019" y="1555"/>
                    <a:pt x="3999" y="1555"/>
                  </a:cubicBezTo>
                  <a:cubicBezTo>
                    <a:pt x="3940" y="1555"/>
                    <a:pt x="3881" y="1527"/>
                    <a:pt x="3863" y="1473"/>
                  </a:cubicBezTo>
                  <a:cubicBezTo>
                    <a:pt x="3839" y="1424"/>
                    <a:pt x="3839" y="1400"/>
                    <a:pt x="3863" y="1351"/>
                  </a:cubicBezTo>
                  <a:cubicBezTo>
                    <a:pt x="3887" y="1327"/>
                    <a:pt x="3936" y="1303"/>
                    <a:pt x="3984" y="1303"/>
                  </a:cubicBezTo>
                  <a:close/>
                  <a:moveTo>
                    <a:pt x="826" y="2541"/>
                  </a:moveTo>
                  <a:cubicBezTo>
                    <a:pt x="923" y="2541"/>
                    <a:pt x="972" y="2614"/>
                    <a:pt x="972" y="2687"/>
                  </a:cubicBezTo>
                  <a:cubicBezTo>
                    <a:pt x="996" y="2833"/>
                    <a:pt x="923" y="2979"/>
                    <a:pt x="778" y="3027"/>
                  </a:cubicBezTo>
                  <a:cubicBezTo>
                    <a:pt x="705" y="2906"/>
                    <a:pt x="681" y="2736"/>
                    <a:pt x="729" y="2590"/>
                  </a:cubicBezTo>
                  <a:cubicBezTo>
                    <a:pt x="729" y="2566"/>
                    <a:pt x="753" y="2541"/>
                    <a:pt x="802" y="2541"/>
                  </a:cubicBezTo>
                  <a:close/>
                  <a:moveTo>
                    <a:pt x="3720" y="2701"/>
                  </a:moveTo>
                  <a:cubicBezTo>
                    <a:pt x="3727" y="2701"/>
                    <a:pt x="3734" y="2704"/>
                    <a:pt x="3741" y="2712"/>
                  </a:cubicBezTo>
                  <a:lnTo>
                    <a:pt x="3814" y="2712"/>
                  </a:lnTo>
                  <a:cubicBezTo>
                    <a:pt x="3960" y="2736"/>
                    <a:pt x="4081" y="2906"/>
                    <a:pt x="4057" y="3052"/>
                  </a:cubicBezTo>
                  <a:cubicBezTo>
                    <a:pt x="4038" y="3055"/>
                    <a:pt x="4020" y="3056"/>
                    <a:pt x="4001" y="3056"/>
                  </a:cubicBezTo>
                  <a:cubicBezTo>
                    <a:pt x="3875" y="3056"/>
                    <a:pt x="3756" y="2987"/>
                    <a:pt x="3693" y="2882"/>
                  </a:cubicBezTo>
                  <a:cubicBezTo>
                    <a:pt x="3669" y="2833"/>
                    <a:pt x="3644" y="2784"/>
                    <a:pt x="3669" y="2736"/>
                  </a:cubicBezTo>
                  <a:cubicBezTo>
                    <a:pt x="3686" y="2719"/>
                    <a:pt x="3703" y="2701"/>
                    <a:pt x="3720" y="2701"/>
                  </a:cubicBezTo>
                  <a:close/>
                  <a:moveTo>
                    <a:pt x="2381" y="3343"/>
                  </a:moveTo>
                  <a:cubicBezTo>
                    <a:pt x="2527" y="3392"/>
                    <a:pt x="2624" y="3537"/>
                    <a:pt x="2648" y="3683"/>
                  </a:cubicBezTo>
                  <a:cubicBezTo>
                    <a:pt x="2648" y="3756"/>
                    <a:pt x="2600" y="3805"/>
                    <a:pt x="2478" y="3853"/>
                  </a:cubicBezTo>
                  <a:cubicBezTo>
                    <a:pt x="2405" y="3756"/>
                    <a:pt x="2357" y="3610"/>
                    <a:pt x="2357" y="3465"/>
                  </a:cubicBezTo>
                  <a:cubicBezTo>
                    <a:pt x="2357" y="3367"/>
                    <a:pt x="2381" y="3343"/>
                    <a:pt x="2381" y="3343"/>
                  </a:cubicBezTo>
                  <a:close/>
                  <a:moveTo>
                    <a:pt x="3124" y="188"/>
                  </a:moveTo>
                  <a:cubicBezTo>
                    <a:pt x="3276" y="188"/>
                    <a:pt x="3445" y="243"/>
                    <a:pt x="3620" y="355"/>
                  </a:cubicBezTo>
                  <a:cubicBezTo>
                    <a:pt x="4130" y="671"/>
                    <a:pt x="4300" y="1011"/>
                    <a:pt x="4276" y="1278"/>
                  </a:cubicBezTo>
                  <a:cubicBezTo>
                    <a:pt x="4203" y="1230"/>
                    <a:pt x="4154" y="1205"/>
                    <a:pt x="4081" y="1181"/>
                  </a:cubicBezTo>
                  <a:cubicBezTo>
                    <a:pt x="4033" y="1157"/>
                    <a:pt x="3984" y="1157"/>
                    <a:pt x="3936" y="1157"/>
                  </a:cubicBezTo>
                  <a:cubicBezTo>
                    <a:pt x="3839" y="1157"/>
                    <a:pt x="3741" y="1205"/>
                    <a:pt x="3693" y="1303"/>
                  </a:cubicBezTo>
                  <a:cubicBezTo>
                    <a:pt x="3644" y="1375"/>
                    <a:pt x="3644" y="1473"/>
                    <a:pt x="3693" y="1570"/>
                  </a:cubicBezTo>
                  <a:cubicBezTo>
                    <a:pt x="3741" y="1667"/>
                    <a:pt x="3863" y="1716"/>
                    <a:pt x="3984" y="1716"/>
                  </a:cubicBezTo>
                  <a:lnTo>
                    <a:pt x="4033" y="1716"/>
                  </a:lnTo>
                  <a:cubicBezTo>
                    <a:pt x="4154" y="1716"/>
                    <a:pt x="4276" y="1643"/>
                    <a:pt x="4349" y="1545"/>
                  </a:cubicBezTo>
                  <a:cubicBezTo>
                    <a:pt x="4616" y="1788"/>
                    <a:pt x="4762" y="2153"/>
                    <a:pt x="4762" y="2541"/>
                  </a:cubicBezTo>
                  <a:cubicBezTo>
                    <a:pt x="4737" y="2736"/>
                    <a:pt x="4592" y="2906"/>
                    <a:pt x="4422" y="2979"/>
                  </a:cubicBezTo>
                  <a:cubicBezTo>
                    <a:pt x="4349" y="3027"/>
                    <a:pt x="4276" y="3052"/>
                    <a:pt x="4203" y="3052"/>
                  </a:cubicBezTo>
                  <a:cubicBezTo>
                    <a:pt x="4203" y="2833"/>
                    <a:pt x="4057" y="2614"/>
                    <a:pt x="3814" y="2566"/>
                  </a:cubicBezTo>
                  <a:cubicBezTo>
                    <a:pt x="3791" y="2560"/>
                    <a:pt x="3767" y="2557"/>
                    <a:pt x="3742" y="2557"/>
                  </a:cubicBezTo>
                  <a:cubicBezTo>
                    <a:pt x="3662" y="2557"/>
                    <a:pt x="3578" y="2589"/>
                    <a:pt x="3523" y="2663"/>
                  </a:cubicBezTo>
                  <a:cubicBezTo>
                    <a:pt x="3474" y="2760"/>
                    <a:pt x="3474" y="2882"/>
                    <a:pt x="3547" y="2979"/>
                  </a:cubicBezTo>
                  <a:cubicBezTo>
                    <a:pt x="3644" y="3124"/>
                    <a:pt x="3814" y="3222"/>
                    <a:pt x="4009" y="3246"/>
                  </a:cubicBezTo>
                  <a:cubicBezTo>
                    <a:pt x="3839" y="3562"/>
                    <a:pt x="3547" y="3805"/>
                    <a:pt x="3207" y="3926"/>
                  </a:cubicBezTo>
                  <a:cubicBezTo>
                    <a:pt x="3093" y="3983"/>
                    <a:pt x="2979" y="4007"/>
                    <a:pt x="2865" y="4007"/>
                  </a:cubicBezTo>
                  <a:cubicBezTo>
                    <a:pt x="2785" y="4007"/>
                    <a:pt x="2704" y="3995"/>
                    <a:pt x="2624" y="3975"/>
                  </a:cubicBezTo>
                  <a:cubicBezTo>
                    <a:pt x="2721" y="3902"/>
                    <a:pt x="2770" y="3805"/>
                    <a:pt x="2794" y="3707"/>
                  </a:cubicBezTo>
                  <a:cubicBezTo>
                    <a:pt x="2770" y="3489"/>
                    <a:pt x="2624" y="3295"/>
                    <a:pt x="2405" y="3222"/>
                  </a:cubicBezTo>
                  <a:cubicBezTo>
                    <a:pt x="2393" y="3209"/>
                    <a:pt x="2387" y="3203"/>
                    <a:pt x="2381" y="3203"/>
                  </a:cubicBezTo>
                  <a:cubicBezTo>
                    <a:pt x="2375" y="3203"/>
                    <a:pt x="2369" y="3209"/>
                    <a:pt x="2357" y="3222"/>
                  </a:cubicBezTo>
                  <a:cubicBezTo>
                    <a:pt x="2284" y="3222"/>
                    <a:pt x="2211" y="3270"/>
                    <a:pt x="2211" y="3343"/>
                  </a:cubicBezTo>
                  <a:cubicBezTo>
                    <a:pt x="2138" y="3537"/>
                    <a:pt x="2187" y="3756"/>
                    <a:pt x="2308" y="3950"/>
                  </a:cubicBezTo>
                  <a:cubicBezTo>
                    <a:pt x="2211" y="3950"/>
                    <a:pt x="2114" y="3975"/>
                    <a:pt x="2041" y="3975"/>
                  </a:cubicBezTo>
                  <a:cubicBezTo>
                    <a:pt x="1531" y="3975"/>
                    <a:pt x="1069" y="3683"/>
                    <a:pt x="851" y="3222"/>
                  </a:cubicBezTo>
                  <a:cubicBezTo>
                    <a:pt x="1021" y="3124"/>
                    <a:pt x="1142" y="2930"/>
                    <a:pt x="1118" y="2736"/>
                  </a:cubicBezTo>
                  <a:cubicBezTo>
                    <a:pt x="1118" y="2546"/>
                    <a:pt x="989" y="2411"/>
                    <a:pt x="828" y="2411"/>
                  </a:cubicBezTo>
                  <a:cubicBezTo>
                    <a:pt x="804" y="2411"/>
                    <a:pt x="779" y="2414"/>
                    <a:pt x="753" y="2420"/>
                  </a:cubicBezTo>
                  <a:cubicBezTo>
                    <a:pt x="681" y="2420"/>
                    <a:pt x="608" y="2493"/>
                    <a:pt x="559" y="2566"/>
                  </a:cubicBezTo>
                  <a:cubicBezTo>
                    <a:pt x="511" y="2736"/>
                    <a:pt x="511" y="2930"/>
                    <a:pt x="608" y="3100"/>
                  </a:cubicBezTo>
                  <a:cubicBezTo>
                    <a:pt x="559" y="3100"/>
                    <a:pt x="511" y="3076"/>
                    <a:pt x="486" y="3076"/>
                  </a:cubicBezTo>
                  <a:cubicBezTo>
                    <a:pt x="243" y="2979"/>
                    <a:pt x="146" y="2493"/>
                    <a:pt x="243" y="1958"/>
                  </a:cubicBezTo>
                  <a:cubicBezTo>
                    <a:pt x="316" y="1545"/>
                    <a:pt x="535" y="1060"/>
                    <a:pt x="899" y="1060"/>
                  </a:cubicBezTo>
                  <a:lnTo>
                    <a:pt x="996" y="1060"/>
                  </a:lnTo>
                  <a:lnTo>
                    <a:pt x="1069" y="1084"/>
                  </a:lnTo>
                  <a:cubicBezTo>
                    <a:pt x="1045" y="1303"/>
                    <a:pt x="1191" y="1521"/>
                    <a:pt x="1385" y="1643"/>
                  </a:cubicBezTo>
                  <a:cubicBezTo>
                    <a:pt x="1444" y="1662"/>
                    <a:pt x="1497" y="1671"/>
                    <a:pt x="1545" y="1671"/>
                  </a:cubicBezTo>
                  <a:cubicBezTo>
                    <a:pt x="1675" y="1671"/>
                    <a:pt x="1762" y="1604"/>
                    <a:pt x="1798" y="1497"/>
                  </a:cubicBezTo>
                  <a:cubicBezTo>
                    <a:pt x="1847" y="1327"/>
                    <a:pt x="1652" y="1108"/>
                    <a:pt x="1239" y="962"/>
                  </a:cubicBezTo>
                  <a:cubicBezTo>
                    <a:pt x="1239" y="574"/>
                    <a:pt x="1531" y="234"/>
                    <a:pt x="1919" y="209"/>
                  </a:cubicBezTo>
                  <a:cubicBezTo>
                    <a:pt x="1976" y="197"/>
                    <a:pt x="2032" y="191"/>
                    <a:pt x="2088" y="191"/>
                  </a:cubicBezTo>
                  <a:cubicBezTo>
                    <a:pt x="2248" y="191"/>
                    <a:pt x="2401" y="241"/>
                    <a:pt x="2527" y="331"/>
                  </a:cubicBezTo>
                  <a:cubicBezTo>
                    <a:pt x="2454" y="428"/>
                    <a:pt x="2405" y="525"/>
                    <a:pt x="2357" y="647"/>
                  </a:cubicBezTo>
                  <a:cubicBezTo>
                    <a:pt x="2357" y="647"/>
                    <a:pt x="2357" y="671"/>
                    <a:pt x="2357" y="671"/>
                  </a:cubicBezTo>
                  <a:cubicBezTo>
                    <a:pt x="2381" y="768"/>
                    <a:pt x="2430" y="962"/>
                    <a:pt x="2575" y="962"/>
                  </a:cubicBezTo>
                  <a:cubicBezTo>
                    <a:pt x="2624" y="938"/>
                    <a:pt x="2673" y="938"/>
                    <a:pt x="2721" y="914"/>
                  </a:cubicBezTo>
                  <a:cubicBezTo>
                    <a:pt x="2770" y="865"/>
                    <a:pt x="2818" y="768"/>
                    <a:pt x="2843" y="695"/>
                  </a:cubicBezTo>
                  <a:cubicBezTo>
                    <a:pt x="2867" y="574"/>
                    <a:pt x="2818" y="428"/>
                    <a:pt x="2745" y="331"/>
                  </a:cubicBezTo>
                  <a:cubicBezTo>
                    <a:pt x="2851" y="237"/>
                    <a:pt x="2980" y="188"/>
                    <a:pt x="3124" y="188"/>
                  </a:cubicBezTo>
                  <a:close/>
                  <a:moveTo>
                    <a:pt x="2083" y="0"/>
                  </a:moveTo>
                  <a:cubicBezTo>
                    <a:pt x="2029" y="0"/>
                    <a:pt x="1974" y="5"/>
                    <a:pt x="1919" y="15"/>
                  </a:cubicBezTo>
                  <a:cubicBezTo>
                    <a:pt x="1482" y="64"/>
                    <a:pt x="1118" y="428"/>
                    <a:pt x="1094" y="890"/>
                  </a:cubicBezTo>
                  <a:lnTo>
                    <a:pt x="1045" y="890"/>
                  </a:lnTo>
                  <a:cubicBezTo>
                    <a:pt x="996" y="890"/>
                    <a:pt x="948" y="865"/>
                    <a:pt x="923" y="865"/>
                  </a:cubicBezTo>
                  <a:cubicBezTo>
                    <a:pt x="438" y="865"/>
                    <a:pt x="170" y="1424"/>
                    <a:pt x="98" y="1910"/>
                  </a:cubicBezTo>
                  <a:cubicBezTo>
                    <a:pt x="0" y="2444"/>
                    <a:pt x="98" y="3052"/>
                    <a:pt x="438" y="3197"/>
                  </a:cubicBezTo>
                  <a:cubicBezTo>
                    <a:pt x="535" y="3222"/>
                    <a:pt x="608" y="3246"/>
                    <a:pt x="705" y="3246"/>
                  </a:cubicBezTo>
                  <a:cubicBezTo>
                    <a:pt x="948" y="3732"/>
                    <a:pt x="1434" y="4072"/>
                    <a:pt x="1992" y="4096"/>
                  </a:cubicBezTo>
                  <a:lnTo>
                    <a:pt x="2065" y="4096"/>
                  </a:lnTo>
                  <a:cubicBezTo>
                    <a:pt x="2187" y="4096"/>
                    <a:pt x="2308" y="4072"/>
                    <a:pt x="2430" y="4048"/>
                  </a:cubicBezTo>
                  <a:cubicBezTo>
                    <a:pt x="2551" y="4120"/>
                    <a:pt x="2697" y="4169"/>
                    <a:pt x="2843" y="4169"/>
                  </a:cubicBezTo>
                  <a:cubicBezTo>
                    <a:pt x="2988" y="4169"/>
                    <a:pt x="3134" y="4120"/>
                    <a:pt x="3280" y="4072"/>
                  </a:cubicBezTo>
                  <a:cubicBezTo>
                    <a:pt x="3693" y="3926"/>
                    <a:pt x="4033" y="3610"/>
                    <a:pt x="4203" y="3197"/>
                  </a:cubicBezTo>
                  <a:cubicBezTo>
                    <a:pt x="4300" y="3173"/>
                    <a:pt x="4397" y="3149"/>
                    <a:pt x="4494" y="3100"/>
                  </a:cubicBezTo>
                  <a:cubicBezTo>
                    <a:pt x="4737" y="3003"/>
                    <a:pt x="4907" y="2784"/>
                    <a:pt x="4932" y="2517"/>
                  </a:cubicBezTo>
                  <a:cubicBezTo>
                    <a:pt x="4956" y="2080"/>
                    <a:pt x="4762" y="1643"/>
                    <a:pt x="4446" y="1351"/>
                  </a:cubicBezTo>
                  <a:cubicBezTo>
                    <a:pt x="4543" y="1035"/>
                    <a:pt x="4349" y="574"/>
                    <a:pt x="3741" y="209"/>
                  </a:cubicBezTo>
                  <a:cubicBezTo>
                    <a:pt x="3523" y="88"/>
                    <a:pt x="3322" y="27"/>
                    <a:pt x="3143" y="27"/>
                  </a:cubicBezTo>
                  <a:cubicBezTo>
                    <a:pt x="2964" y="27"/>
                    <a:pt x="2806" y="88"/>
                    <a:pt x="2673" y="209"/>
                  </a:cubicBezTo>
                  <a:cubicBezTo>
                    <a:pt x="2499" y="74"/>
                    <a:pt x="2294" y="0"/>
                    <a:pt x="2083" y="0"/>
                  </a:cubicBezTo>
                  <a:close/>
                </a:path>
              </a:pathLst>
            </a:custGeom>
            <a:solidFill>
              <a:srgbClr val="261B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4"/>
            <p:cNvSpPr/>
            <p:nvPr/>
          </p:nvSpPr>
          <p:spPr>
            <a:xfrm rot="10232062">
              <a:off x="373215" y="314255"/>
              <a:ext cx="132470" cy="134621"/>
            </a:xfrm>
            <a:custGeom>
              <a:avLst/>
              <a:gdLst/>
              <a:ahLst/>
              <a:cxnLst/>
              <a:rect l="l" t="t" r="r" b="b"/>
              <a:pathLst>
                <a:path w="1555" h="1580" extrusionOk="0">
                  <a:moveTo>
                    <a:pt x="777" y="1"/>
                  </a:moveTo>
                  <a:cubicBezTo>
                    <a:pt x="340" y="1"/>
                    <a:pt x="0" y="365"/>
                    <a:pt x="0" y="802"/>
                  </a:cubicBezTo>
                  <a:cubicBezTo>
                    <a:pt x="0" y="1239"/>
                    <a:pt x="340" y="1580"/>
                    <a:pt x="777" y="1580"/>
                  </a:cubicBezTo>
                  <a:cubicBezTo>
                    <a:pt x="1215" y="1580"/>
                    <a:pt x="1555" y="1239"/>
                    <a:pt x="1555" y="802"/>
                  </a:cubicBezTo>
                  <a:cubicBezTo>
                    <a:pt x="1555" y="365"/>
                    <a:pt x="1215" y="1"/>
                    <a:pt x="77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9"/>
          <p:cNvSpPr txBox="1">
            <a:spLocks noGrp="1"/>
          </p:cNvSpPr>
          <p:nvPr>
            <p:ph type="subTitle" idx="1"/>
          </p:nvPr>
        </p:nvSpPr>
        <p:spPr>
          <a:xfrm>
            <a:off x="4417600" y="2168750"/>
            <a:ext cx="3472500" cy="21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9pPr>
          </a:lstStyle>
          <a:p>
            <a:endParaRPr/>
          </a:p>
        </p:txBody>
      </p:sp>
      <p:sp>
        <p:nvSpPr>
          <p:cNvPr id="358" name="Google Shape;358;p9"/>
          <p:cNvSpPr txBox="1">
            <a:spLocks noGrp="1"/>
          </p:cNvSpPr>
          <p:nvPr>
            <p:ph type="title"/>
          </p:nvPr>
        </p:nvSpPr>
        <p:spPr>
          <a:xfrm>
            <a:off x="4417600" y="954100"/>
            <a:ext cx="3633300" cy="108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359" name="Google Shape;359;p9"/>
          <p:cNvGrpSpPr/>
          <p:nvPr/>
        </p:nvGrpSpPr>
        <p:grpSpPr>
          <a:xfrm>
            <a:off x="-362575" y="107879"/>
            <a:ext cx="2010058" cy="1281879"/>
            <a:chOff x="7239867" y="1514545"/>
            <a:chExt cx="2525833" cy="1610805"/>
          </a:xfrm>
        </p:grpSpPr>
        <p:grpSp>
          <p:nvGrpSpPr>
            <p:cNvPr id="360" name="Google Shape;360;p9"/>
            <p:cNvGrpSpPr/>
            <p:nvPr/>
          </p:nvGrpSpPr>
          <p:grpSpPr>
            <a:xfrm>
              <a:off x="7346663" y="1514545"/>
              <a:ext cx="2419037" cy="1551678"/>
              <a:chOff x="7410211" y="1555302"/>
              <a:chExt cx="2355440" cy="1510884"/>
            </a:xfrm>
          </p:grpSpPr>
          <p:grpSp>
            <p:nvGrpSpPr>
              <p:cNvPr id="361" name="Google Shape;361;p9"/>
              <p:cNvGrpSpPr/>
              <p:nvPr/>
            </p:nvGrpSpPr>
            <p:grpSpPr>
              <a:xfrm>
                <a:off x="7410211" y="1555302"/>
                <a:ext cx="2355440" cy="1510884"/>
                <a:chOff x="761258" y="2062480"/>
                <a:chExt cx="1646470" cy="1056119"/>
              </a:xfrm>
            </p:grpSpPr>
            <p:sp>
              <p:nvSpPr>
                <p:cNvPr id="362" name="Google Shape;362;p9"/>
                <p:cNvSpPr/>
                <p:nvPr/>
              </p:nvSpPr>
              <p:spPr>
                <a:xfrm rot="-1481318">
                  <a:off x="1087094" y="2126891"/>
                  <a:ext cx="430227" cy="556678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3" name="Google Shape;363;p9"/>
                <p:cNvSpPr/>
                <p:nvPr/>
              </p:nvSpPr>
              <p:spPr>
                <a:xfrm>
                  <a:off x="1415418" y="2201127"/>
                  <a:ext cx="557700" cy="4926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4" name="Google Shape;364;p9"/>
                <p:cNvSpPr/>
                <p:nvPr/>
              </p:nvSpPr>
              <p:spPr>
                <a:xfrm>
                  <a:off x="761258" y="2379293"/>
                  <a:ext cx="492600" cy="4926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5" name="Google Shape;365;p9"/>
                <p:cNvSpPr/>
                <p:nvPr/>
              </p:nvSpPr>
              <p:spPr>
                <a:xfrm>
                  <a:off x="899445" y="2606080"/>
                  <a:ext cx="469500" cy="4695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6" name="Google Shape;366;p9"/>
                <p:cNvSpPr/>
                <p:nvPr/>
              </p:nvSpPr>
              <p:spPr>
                <a:xfrm>
                  <a:off x="1250808" y="2594534"/>
                  <a:ext cx="492600" cy="4926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7" name="Google Shape;367;p9"/>
                <p:cNvSpPr/>
                <p:nvPr/>
              </p:nvSpPr>
              <p:spPr>
                <a:xfrm rot="-2967336">
                  <a:off x="1706888" y="2475460"/>
                  <a:ext cx="622580" cy="492779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68" name="Google Shape;368;p9"/>
              <p:cNvSpPr/>
              <p:nvPr/>
            </p:nvSpPr>
            <p:spPr>
              <a:xfrm>
                <a:off x="7933212" y="2119383"/>
                <a:ext cx="704700" cy="7047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9"/>
              <p:cNvSpPr/>
              <p:nvPr/>
            </p:nvSpPr>
            <p:spPr>
              <a:xfrm>
                <a:off x="8386462" y="2119383"/>
                <a:ext cx="704700" cy="7047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0" name="Google Shape;370;p9"/>
            <p:cNvSpPr/>
            <p:nvPr/>
          </p:nvSpPr>
          <p:spPr>
            <a:xfrm>
              <a:off x="7239867" y="1792171"/>
              <a:ext cx="2256600" cy="1333178"/>
            </a:xfrm>
            <a:custGeom>
              <a:avLst/>
              <a:gdLst/>
              <a:ahLst/>
              <a:cxnLst/>
              <a:rect l="l" t="t" r="r" b="b"/>
              <a:pathLst>
                <a:path w="4957" h="2929" extrusionOk="0">
                  <a:moveTo>
                    <a:pt x="1215" y="718"/>
                  </a:moveTo>
                  <a:cubicBezTo>
                    <a:pt x="1312" y="743"/>
                    <a:pt x="1337" y="767"/>
                    <a:pt x="1361" y="815"/>
                  </a:cubicBezTo>
                  <a:cubicBezTo>
                    <a:pt x="1361" y="840"/>
                    <a:pt x="1312" y="888"/>
                    <a:pt x="1288" y="913"/>
                  </a:cubicBezTo>
                  <a:cubicBezTo>
                    <a:pt x="1264" y="913"/>
                    <a:pt x="1264" y="937"/>
                    <a:pt x="1215" y="937"/>
                  </a:cubicBezTo>
                  <a:cubicBezTo>
                    <a:pt x="1215" y="864"/>
                    <a:pt x="1215" y="815"/>
                    <a:pt x="1215" y="743"/>
                  </a:cubicBezTo>
                  <a:lnTo>
                    <a:pt x="1215" y="718"/>
                  </a:lnTo>
                  <a:close/>
                  <a:moveTo>
                    <a:pt x="2527" y="475"/>
                  </a:moveTo>
                  <a:cubicBezTo>
                    <a:pt x="2624" y="597"/>
                    <a:pt x="2673" y="767"/>
                    <a:pt x="2624" y="937"/>
                  </a:cubicBezTo>
                  <a:cubicBezTo>
                    <a:pt x="2601" y="983"/>
                    <a:pt x="2567" y="1007"/>
                    <a:pt x="2530" y="1007"/>
                  </a:cubicBezTo>
                  <a:cubicBezTo>
                    <a:pt x="2489" y="1007"/>
                    <a:pt x="2444" y="977"/>
                    <a:pt x="2405" y="913"/>
                  </a:cubicBezTo>
                  <a:cubicBezTo>
                    <a:pt x="2333" y="767"/>
                    <a:pt x="2381" y="573"/>
                    <a:pt x="2527" y="475"/>
                  </a:cubicBezTo>
                  <a:close/>
                  <a:moveTo>
                    <a:pt x="3984" y="1010"/>
                  </a:moveTo>
                  <a:lnTo>
                    <a:pt x="3984" y="1010"/>
                  </a:lnTo>
                  <a:cubicBezTo>
                    <a:pt x="4009" y="1107"/>
                    <a:pt x="3984" y="1228"/>
                    <a:pt x="3936" y="1326"/>
                  </a:cubicBezTo>
                  <a:cubicBezTo>
                    <a:pt x="3912" y="1350"/>
                    <a:pt x="3912" y="1350"/>
                    <a:pt x="3887" y="1350"/>
                  </a:cubicBezTo>
                  <a:cubicBezTo>
                    <a:pt x="3863" y="1350"/>
                    <a:pt x="3839" y="1326"/>
                    <a:pt x="3814" y="1326"/>
                  </a:cubicBezTo>
                  <a:cubicBezTo>
                    <a:pt x="3766" y="1277"/>
                    <a:pt x="3766" y="1277"/>
                    <a:pt x="3766" y="1204"/>
                  </a:cubicBezTo>
                  <a:cubicBezTo>
                    <a:pt x="3790" y="1131"/>
                    <a:pt x="3863" y="1058"/>
                    <a:pt x="3984" y="1010"/>
                  </a:cubicBezTo>
                  <a:close/>
                  <a:moveTo>
                    <a:pt x="1045" y="1860"/>
                  </a:moveTo>
                  <a:cubicBezTo>
                    <a:pt x="948" y="1957"/>
                    <a:pt x="851" y="2030"/>
                    <a:pt x="754" y="2079"/>
                  </a:cubicBezTo>
                  <a:cubicBezTo>
                    <a:pt x="778" y="1982"/>
                    <a:pt x="875" y="1909"/>
                    <a:pt x="972" y="1860"/>
                  </a:cubicBezTo>
                  <a:close/>
                  <a:moveTo>
                    <a:pt x="3159" y="1957"/>
                  </a:moveTo>
                  <a:cubicBezTo>
                    <a:pt x="3159" y="1957"/>
                    <a:pt x="3183" y="1957"/>
                    <a:pt x="3231" y="2006"/>
                  </a:cubicBezTo>
                  <a:cubicBezTo>
                    <a:pt x="3280" y="2054"/>
                    <a:pt x="3304" y="2152"/>
                    <a:pt x="3280" y="2224"/>
                  </a:cubicBezTo>
                  <a:cubicBezTo>
                    <a:pt x="3159" y="2127"/>
                    <a:pt x="3159" y="2006"/>
                    <a:pt x="3159" y="1957"/>
                  </a:cubicBezTo>
                  <a:close/>
                  <a:moveTo>
                    <a:pt x="1701" y="2030"/>
                  </a:moveTo>
                  <a:cubicBezTo>
                    <a:pt x="1750" y="2054"/>
                    <a:pt x="1798" y="2079"/>
                    <a:pt x="1822" y="2127"/>
                  </a:cubicBezTo>
                  <a:cubicBezTo>
                    <a:pt x="1847" y="2249"/>
                    <a:pt x="1822" y="2346"/>
                    <a:pt x="1774" y="2443"/>
                  </a:cubicBezTo>
                  <a:cubicBezTo>
                    <a:pt x="1677" y="2346"/>
                    <a:pt x="1628" y="2200"/>
                    <a:pt x="1652" y="2054"/>
                  </a:cubicBezTo>
                  <a:cubicBezTo>
                    <a:pt x="1652" y="2030"/>
                    <a:pt x="1677" y="2030"/>
                    <a:pt x="1677" y="2030"/>
                  </a:cubicBezTo>
                  <a:close/>
                  <a:moveTo>
                    <a:pt x="1688" y="116"/>
                  </a:moveTo>
                  <a:cubicBezTo>
                    <a:pt x="1796" y="116"/>
                    <a:pt x="1923" y="140"/>
                    <a:pt x="2065" y="184"/>
                  </a:cubicBezTo>
                  <a:cubicBezTo>
                    <a:pt x="2211" y="232"/>
                    <a:pt x="2333" y="305"/>
                    <a:pt x="2454" y="427"/>
                  </a:cubicBezTo>
                  <a:cubicBezTo>
                    <a:pt x="2284" y="548"/>
                    <a:pt x="2235" y="791"/>
                    <a:pt x="2333" y="961"/>
                  </a:cubicBezTo>
                  <a:cubicBezTo>
                    <a:pt x="2430" y="1083"/>
                    <a:pt x="2503" y="1131"/>
                    <a:pt x="2551" y="1131"/>
                  </a:cubicBezTo>
                  <a:cubicBezTo>
                    <a:pt x="2648" y="1107"/>
                    <a:pt x="2721" y="1058"/>
                    <a:pt x="2746" y="986"/>
                  </a:cubicBezTo>
                  <a:cubicBezTo>
                    <a:pt x="2794" y="791"/>
                    <a:pt x="2746" y="573"/>
                    <a:pt x="2624" y="427"/>
                  </a:cubicBezTo>
                  <a:cubicBezTo>
                    <a:pt x="2818" y="305"/>
                    <a:pt x="3061" y="232"/>
                    <a:pt x="3304" y="232"/>
                  </a:cubicBezTo>
                  <a:lnTo>
                    <a:pt x="3450" y="232"/>
                  </a:lnTo>
                  <a:cubicBezTo>
                    <a:pt x="3742" y="330"/>
                    <a:pt x="3960" y="597"/>
                    <a:pt x="3984" y="888"/>
                  </a:cubicBezTo>
                  <a:cubicBezTo>
                    <a:pt x="3839" y="937"/>
                    <a:pt x="3717" y="1034"/>
                    <a:pt x="3693" y="1180"/>
                  </a:cubicBezTo>
                  <a:cubicBezTo>
                    <a:pt x="3669" y="1277"/>
                    <a:pt x="3693" y="1350"/>
                    <a:pt x="3766" y="1423"/>
                  </a:cubicBezTo>
                  <a:cubicBezTo>
                    <a:pt x="3802" y="1459"/>
                    <a:pt x="3845" y="1477"/>
                    <a:pt x="3887" y="1477"/>
                  </a:cubicBezTo>
                  <a:cubicBezTo>
                    <a:pt x="3930" y="1477"/>
                    <a:pt x="3972" y="1459"/>
                    <a:pt x="4009" y="1423"/>
                  </a:cubicBezTo>
                  <a:cubicBezTo>
                    <a:pt x="4082" y="1277"/>
                    <a:pt x="4106" y="1131"/>
                    <a:pt x="4082" y="986"/>
                  </a:cubicBezTo>
                  <a:cubicBezTo>
                    <a:pt x="4130" y="986"/>
                    <a:pt x="4203" y="961"/>
                    <a:pt x="4252" y="961"/>
                  </a:cubicBezTo>
                  <a:cubicBezTo>
                    <a:pt x="4470" y="961"/>
                    <a:pt x="4640" y="1083"/>
                    <a:pt x="4738" y="1277"/>
                  </a:cubicBezTo>
                  <a:cubicBezTo>
                    <a:pt x="4835" y="1544"/>
                    <a:pt x="4810" y="1836"/>
                    <a:pt x="4665" y="2079"/>
                  </a:cubicBezTo>
                  <a:cubicBezTo>
                    <a:pt x="4483" y="2341"/>
                    <a:pt x="4201" y="2486"/>
                    <a:pt x="3902" y="2486"/>
                  </a:cubicBezTo>
                  <a:cubicBezTo>
                    <a:pt x="3841" y="2486"/>
                    <a:pt x="3779" y="2480"/>
                    <a:pt x="3717" y="2467"/>
                  </a:cubicBezTo>
                  <a:cubicBezTo>
                    <a:pt x="3572" y="2443"/>
                    <a:pt x="3450" y="2370"/>
                    <a:pt x="3353" y="2297"/>
                  </a:cubicBezTo>
                  <a:cubicBezTo>
                    <a:pt x="3401" y="2176"/>
                    <a:pt x="3377" y="2030"/>
                    <a:pt x="3304" y="1933"/>
                  </a:cubicBezTo>
                  <a:cubicBezTo>
                    <a:pt x="3244" y="1884"/>
                    <a:pt x="3189" y="1860"/>
                    <a:pt x="3143" y="1860"/>
                  </a:cubicBezTo>
                  <a:cubicBezTo>
                    <a:pt x="3098" y="1860"/>
                    <a:pt x="3061" y="1884"/>
                    <a:pt x="3037" y="1933"/>
                  </a:cubicBezTo>
                  <a:cubicBezTo>
                    <a:pt x="3037" y="2103"/>
                    <a:pt x="3086" y="2249"/>
                    <a:pt x="3231" y="2322"/>
                  </a:cubicBezTo>
                  <a:cubicBezTo>
                    <a:pt x="3071" y="2620"/>
                    <a:pt x="2781" y="2809"/>
                    <a:pt x="2442" y="2809"/>
                  </a:cubicBezTo>
                  <a:cubicBezTo>
                    <a:pt x="2422" y="2809"/>
                    <a:pt x="2402" y="2809"/>
                    <a:pt x="2381" y="2807"/>
                  </a:cubicBezTo>
                  <a:cubicBezTo>
                    <a:pt x="2187" y="2807"/>
                    <a:pt x="1968" y="2686"/>
                    <a:pt x="1847" y="2516"/>
                  </a:cubicBezTo>
                  <a:cubicBezTo>
                    <a:pt x="1920" y="2394"/>
                    <a:pt x="1968" y="2249"/>
                    <a:pt x="1920" y="2103"/>
                  </a:cubicBezTo>
                  <a:cubicBezTo>
                    <a:pt x="1895" y="2030"/>
                    <a:pt x="1822" y="1957"/>
                    <a:pt x="1725" y="1933"/>
                  </a:cubicBezTo>
                  <a:cubicBezTo>
                    <a:pt x="1712" y="1928"/>
                    <a:pt x="1699" y="1926"/>
                    <a:pt x="1685" y="1926"/>
                  </a:cubicBezTo>
                  <a:cubicBezTo>
                    <a:pt x="1627" y="1926"/>
                    <a:pt x="1575" y="1966"/>
                    <a:pt x="1555" y="2006"/>
                  </a:cubicBezTo>
                  <a:cubicBezTo>
                    <a:pt x="1531" y="2200"/>
                    <a:pt x="1580" y="2394"/>
                    <a:pt x="1725" y="2540"/>
                  </a:cubicBezTo>
                  <a:cubicBezTo>
                    <a:pt x="1604" y="2662"/>
                    <a:pt x="1434" y="2735"/>
                    <a:pt x="1264" y="2759"/>
                  </a:cubicBezTo>
                  <a:lnTo>
                    <a:pt x="1191" y="2759"/>
                  </a:lnTo>
                  <a:cubicBezTo>
                    <a:pt x="1045" y="2759"/>
                    <a:pt x="924" y="2686"/>
                    <a:pt x="826" y="2589"/>
                  </a:cubicBezTo>
                  <a:cubicBezTo>
                    <a:pt x="729" y="2467"/>
                    <a:pt x="705" y="2346"/>
                    <a:pt x="729" y="2224"/>
                  </a:cubicBezTo>
                  <a:cubicBezTo>
                    <a:pt x="924" y="2152"/>
                    <a:pt x="1167" y="1957"/>
                    <a:pt x="1142" y="1836"/>
                  </a:cubicBezTo>
                  <a:cubicBezTo>
                    <a:pt x="1142" y="1801"/>
                    <a:pt x="1118" y="1767"/>
                    <a:pt x="1052" y="1767"/>
                  </a:cubicBezTo>
                  <a:cubicBezTo>
                    <a:pt x="1025" y="1767"/>
                    <a:pt x="991" y="1773"/>
                    <a:pt x="948" y="1787"/>
                  </a:cubicBezTo>
                  <a:cubicBezTo>
                    <a:pt x="802" y="1836"/>
                    <a:pt x="681" y="1982"/>
                    <a:pt x="656" y="2152"/>
                  </a:cubicBezTo>
                  <a:cubicBezTo>
                    <a:pt x="638" y="2154"/>
                    <a:pt x="621" y="2155"/>
                    <a:pt x="603" y="2155"/>
                  </a:cubicBezTo>
                  <a:cubicBezTo>
                    <a:pt x="414" y="2155"/>
                    <a:pt x="286" y="2032"/>
                    <a:pt x="219" y="1787"/>
                  </a:cubicBezTo>
                  <a:cubicBezTo>
                    <a:pt x="98" y="1520"/>
                    <a:pt x="122" y="1228"/>
                    <a:pt x="243" y="961"/>
                  </a:cubicBezTo>
                  <a:cubicBezTo>
                    <a:pt x="389" y="791"/>
                    <a:pt x="608" y="694"/>
                    <a:pt x="851" y="694"/>
                  </a:cubicBezTo>
                  <a:lnTo>
                    <a:pt x="1142" y="694"/>
                  </a:lnTo>
                  <a:lnTo>
                    <a:pt x="1142" y="743"/>
                  </a:lnTo>
                  <a:cubicBezTo>
                    <a:pt x="1118" y="840"/>
                    <a:pt x="1142" y="937"/>
                    <a:pt x="1191" y="1010"/>
                  </a:cubicBezTo>
                  <a:cubicBezTo>
                    <a:pt x="1204" y="1036"/>
                    <a:pt x="1232" y="1056"/>
                    <a:pt x="1271" y="1056"/>
                  </a:cubicBezTo>
                  <a:cubicBezTo>
                    <a:pt x="1302" y="1056"/>
                    <a:pt x="1341" y="1043"/>
                    <a:pt x="1385" y="1010"/>
                  </a:cubicBezTo>
                  <a:cubicBezTo>
                    <a:pt x="1482" y="913"/>
                    <a:pt x="1507" y="888"/>
                    <a:pt x="1482" y="791"/>
                  </a:cubicBezTo>
                  <a:cubicBezTo>
                    <a:pt x="1458" y="718"/>
                    <a:pt x="1385" y="645"/>
                    <a:pt x="1239" y="621"/>
                  </a:cubicBezTo>
                  <a:cubicBezTo>
                    <a:pt x="1239" y="475"/>
                    <a:pt x="1288" y="330"/>
                    <a:pt x="1385" y="232"/>
                  </a:cubicBezTo>
                  <a:cubicBezTo>
                    <a:pt x="1452" y="152"/>
                    <a:pt x="1556" y="116"/>
                    <a:pt x="1688" y="116"/>
                  </a:cubicBezTo>
                  <a:close/>
                  <a:moveTo>
                    <a:pt x="1650" y="1"/>
                  </a:moveTo>
                  <a:cubicBezTo>
                    <a:pt x="1501" y="1"/>
                    <a:pt x="1380" y="43"/>
                    <a:pt x="1288" y="135"/>
                  </a:cubicBezTo>
                  <a:cubicBezTo>
                    <a:pt x="1191" y="257"/>
                    <a:pt x="1118" y="427"/>
                    <a:pt x="1118" y="597"/>
                  </a:cubicBezTo>
                  <a:cubicBezTo>
                    <a:pt x="1069" y="585"/>
                    <a:pt x="1021" y="579"/>
                    <a:pt x="972" y="579"/>
                  </a:cubicBezTo>
                  <a:cubicBezTo>
                    <a:pt x="924" y="579"/>
                    <a:pt x="875" y="585"/>
                    <a:pt x="826" y="597"/>
                  </a:cubicBezTo>
                  <a:cubicBezTo>
                    <a:pt x="559" y="597"/>
                    <a:pt x="316" y="694"/>
                    <a:pt x="146" y="888"/>
                  </a:cubicBezTo>
                  <a:cubicBezTo>
                    <a:pt x="1" y="1180"/>
                    <a:pt x="1" y="1520"/>
                    <a:pt x="122" y="1811"/>
                  </a:cubicBezTo>
                  <a:cubicBezTo>
                    <a:pt x="219" y="2152"/>
                    <a:pt x="414" y="2224"/>
                    <a:pt x="559" y="2224"/>
                  </a:cubicBezTo>
                  <a:lnTo>
                    <a:pt x="608" y="2224"/>
                  </a:lnTo>
                  <a:cubicBezTo>
                    <a:pt x="608" y="2394"/>
                    <a:pt x="656" y="2540"/>
                    <a:pt x="754" y="2637"/>
                  </a:cubicBezTo>
                  <a:cubicBezTo>
                    <a:pt x="851" y="2783"/>
                    <a:pt x="1021" y="2856"/>
                    <a:pt x="1191" y="2856"/>
                  </a:cubicBezTo>
                  <a:lnTo>
                    <a:pt x="1264" y="2856"/>
                  </a:lnTo>
                  <a:cubicBezTo>
                    <a:pt x="1458" y="2832"/>
                    <a:pt x="1652" y="2759"/>
                    <a:pt x="1774" y="2613"/>
                  </a:cubicBezTo>
                  <a:cubicBezTo>
                    <a:pt x="1944" y="2783"/>
                    <a:pt x="2163" y="2905"/>
                    <a:pt x="2381" y="2929"/>
                  </a:cubicBezTo>
                  <a:lnTo>
                    <a:pt x="2430" y="2929"/>
                  </a:lnTo>
                  <a:cubicBezTo>
                    <a:pt x="2794" y="2905"/>
                    <a:pt x="3134" y="2710"/>
                    <a:pt x="3304" y="2394"/>
                  </a:cubicBezTo>
                  <a:cubicBezTo>
                    <a:pt x="3426" y="2467"/>
                    <a:pt x="3547" y="2516"/>
                    <a:pt x="3693" y="2540"/>
                  </a:cubicBezTo>
                  <a:cubicBezTo>
                    <a:pt x="3766" y="2559"/>
                    <a:pt x="3841" y="2567"/>
                    <a:pt x="3916" y="2567"/>
                  </a:cubicBezTo>
                  <a:cubicBezTo>
                    <a:pt x="4239" y="2567"/>
                    <a:pt x="4560" y="2403"/>
                    <a:pt x="4738" y="2127"/>
                  </a:cubicBezTo>
                  <a:cubicBezTo>
                    <a:pt x="4932" y="1860"/>
                    <a:pt x="4956" y="1496"/>
                    <a:pt x="4835" y="1204"/>
                  </a:cubicBezTo>
                  <a:cubicBezTo>
                    <a:pt x="4738" y="986"/>
                    <a:pt x="4495" y="840"/>
                    <a:pt x="4252" y="840"/>
                  </a:cubicBezTo>
                  <a:cubicBezTo>
                    <a:pt x="4203" y="840"/>
                    <a:pt x="4130" y="840"/>
                    <a:pt x="4057" y="864"/>
                  </a:cubicBezTo>
                  <a:cubicBezTo>
                    <a:pt x="4033" y="500"/>
                    <a:pt x="3790" y="232"/>
                    <a:pt x="3450" y="135"/>
                  </a:cubicBezTo>
                  <a:cubicBezTo>
                    <a:pt x="3426" y="123"/>
                    <a:pt x="3395" y="117"/>
                    <a:pt x="3365" y="117"/>
                  </a:cubicBezTo>
                  <a:cubicBezTo>
                    <a:pt x="3335" y="117"/>
                    <a:pt x="3304" y="123"/>
                    <a:pt x="3280" y="135"/>
                  </a:cubicBezTo>
                  <a:cubicBezTo>
                    <a:pt x="3013" y="135"/>
                    <a:pt x="2746" y="208"/>
                    <a:pt x="2527" y="330"/>
                  </a:cubicBezTo>
                  <a:cubicBezTo>
                    <a:pt x="2405" y="232"/>
                    <a:pt x="2235" y="135"/>
                    <a:pt x="2090" y="87"/>
                  </a:cubicBezTo>
                  <a:cubicBezTo>
                    <a:pt x="1923" y="31"/>
                    <a:pt x="1776" y="1"/>
                    <a:pt x="1650" y="1"/>
                  </a:cubicBezTo>
                  <a:close/>
                </a:path>
              </a:pathLst>
            </a:custGeom>
            <a:solidFill>
              <a:srgbClr val="261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1" name="Google Shape;371;p9"/>
          <p:cNvGrpSpPr/>
          <p:nvPr/>
        </p:nvGrpSpPr>
        <p:grpSpPr>
          <a:xfrm rot="-2398771" flipH="1">
            <a:off x="8091903" y="4376591"/>
            <a:ext cx="1016105" cy="607224"/>
            <a:chOff x="1202177" y="4613417"/>
            <a:chExt cx="528376" cy="315757"/>
          </a:xfrm>
        </p:grpSpPr>
        <p:sp>
          <p:nvSpPr>
            <p:cNvPr id="372" name="Google Shape;372;p9"/>
            <p:cNvSpPr/>
            <p:nvPr/>
          </p:nvSpPr>
          <p:spPr>
            <a:xfrm>
              <a:off x="1564214" y="4671691"/>
              <a:ext cx="166339" cy="48340"/>
            </a:xfrm>
            <a:custGeom>
              <a:avLst/>
              <a:gdLst/>
              <a:ahLst/>
              <a:cxnLst/>
              <a:rect l="l" t="t" r="r" b="b"/>
              <a:pathLst>
                <a:path w="1507" h="438" extrusionOk="0">
                  <a:moveTo>
                    <a:pt x="1409" y="1"/>
                  </a:moveTo>
                  <a:lnTo>
                    <a:pt x="73" y="316"/>
                  </a:lnTo>
                  <a:cubicBezTo>
                    <a:pt x="25" y="316"/>
                    <a:pt x="0" y="341"/>
                    <a:pt x="25" y="389"/>
                  </a:cubicBezTo>
                  <a:cubicBezTo>
                    <a:pt x="25" y="414"/>
                    <a:pt x="49" y="438"/>
                    <a:pt x="73" y="438"/>
                  </a:cubicBezTo>
                  <a:lnTo>
                    <a:pt x="98" y="438"/>
                  </a:lnTo>
                  <a:lnTo>
                    <a:pt x="1434" y="122"/>
                  </a:lnTo>
                  <a:cubicBezTo>
                    <a:pt x="1506" y="122"/>
                    <a:pt x="1482" y="1"/>
                    <a:pt x="1409" y="1"/>
                  </a:cubicBezTo>
                  <a:close/>
                </a:path>
              </a:pathLst>
            </a:custGeom>
            <a:solidFill>
              <a:srgbClr val="261B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9"/>
            <p:cNvSpPr/>
            <p:nvPr/>
          </p:nvSpPr>
          <p:spPr>
            <a:xfrm>
              <a:off x="1602846" y="4613417"/>
              <a:ext cx="60708" cy="176363"/>
            </a:xfrm>
            <a:custGeom>
              <a:avLst/>
              <a:gdLst/>
              <a:ahLst/>
              <a:cxnLst/>
              <a:rect l="l" t="t" r="r" b="b"/>
              <a:pathLst>
                <a:path w="550" h="1598" extrusionOk="0">
                  <a:moveTo>
                    <a:pt x="77" y="0"/>
                  </a:moveTo>
                  <a:cubicBezTo>
                    <a:pt x="39" y="0"/>
                    <a:pt x="0" y="32"/>
                    <a:pt x="15" y="91"/>
                  </a:cubicBezTo>
                  <a:lnTo>
                    <a:pt x="403" y="1573"/>
                  </a:lnTo>
                  <a:cubicBezTo>
                    <a:pt x="428" y="1597"/>
                    <a:pt x="452" y="1597"/>
                    <a:pt x="476" y="1597"/>
                  </a:cubicBezTo>
                  <a:lnTo>
                    <a:pt x="501" y="1597"/>
                  </a:lnTo>
                  <a:cubicBezTo>
                    <a:pt x="525" y="1597"/>
                    <a:pt x="549" y="1549"/>
                    <a:pt x="525" y="1525"/>
                  </a:cubicBezTo>
                  <a:lnTo>
                    <a:pt x="136" y="43"/>
                  </a:lnTo>
                  <a:cubicBezTo>
                    <a:pt x="127" y="14"/>
                    <a:pt x="102" y="0"/>
                    <a:pt x="77" y="0"/>
                  </a:cubicBezTo>
                  <a:close/>
                </a:path>
              </a:pathLst>
            </a:custGeom>
            <a:solidFill>
              <a:srgbClr val="261B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9"/>
            <p:cNvSpPr/>
            <p:nvPr/>
          </p:nvSpPr>
          <p:spPr>
            <a:xfrm>
              <a:off x="1582978" y="4629421"/>
              <a:ext cx="104638" cy="138950"/>
            </a:xfrm>
            <a:custGeom>
              <a:avLst/>
              <a:gdLst/>
              <a:ahLst/>
              <a:cxnLst/>
              <a:rect l="l" t="t" r="r" b="b"/>
              <a:pathLst>
                <a:path w="948" h="1259" extrusionOk="0">
                  <a:moveTo>
                    <a:pt x="875" y="1"/>
                  </a:moveTo>
                  <a:cubicBezTo>
                    <a:pt x="857" y="1"/>
                    <a:pt x="838" y="7"/>
                    <a:pt x="826" y="19"/>
                  </a:cubicBezTo>
                  <a:lnTo>
                    <a:pt x="25" y="1161"/>
                  </a:lnTo>
                  <a:cubicBezTo>
                    <a:pt x="0" y="1185"/>
                    <a:pt x="0" y="1234"/>
                    <a:pt x="49" y="1258"/>
                  </a:cubicBezTo>
                  <a:lnTo>
                    <a:pt x="122" y="1258"/>
                  </a:lnTo>
                  <a:lnTo>
                    <a:pt x="924" y="92"/>
                  </a:lnTo>
                  <a:cubicBezTo>
                    <a:pt x="948" y="68"/>
                    <a:pt x="948" y="19"/>
                    <a:pt x="924" y="19"/>
                  </a:cubicBezTo>
                  <a:cubicBezTo>
                    <a:pt x="911" y="7"/>
                    <a:pt x="893" y="1"/>
                    <a:pt x="875" y="1"/>
                  </a:cubicBezTo>
                  <a:close/>
                </a:path>
              </a:pathLst>
            </a:custGeom>
            <a:solidFill>
              <a:srgbClr val="261B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9"/>
            <p:cNvSpPr/>
            <p:nvPr/>
          </p:nvSpPr>
          <p:spPr>
            <a:xfrm>
              <a:off x="1548982" y="4644430"/>
              <a:ext cx="160158" cy="102419"/>
            </a:xfrm>
            <a:custGeom>
              <a:avLst/>
              <a:gdLst/>
              <a:ahLst/>
              <a:cxnLst/>
              <a:rect l="l" t="t" r="r" b="b"/>
              <a:pathLst>
                <a:path w="1451" h="928" extrusionOk="0">
                  <a:moveTo>
                    <a:pt x="115" y="1"/>
                  </a:moveTo>
                  <a:cubicBezTo>
                    <a:pt x="51" y="1"/>
                    <a:pt x="0" y="83"/>
                    <a:pt x="65" y="126"/>
                  </a:cubicBezTo>
                  <a:lnTo>
                    <a:pt x="1329" y="928"/>
                  </a:lnTo>
                  <a:lnTo>
                    <a:pt x="1377" y="928"/>
                  </a:lnTo>
                  <a:cubicBezTo>
                    <a:pt x="1426" y="928"/>
                    <a:pt x="1450" y="831"/>
                    <a:pt x="1402" y="806"/>
                  </a:cubicBezTo>
                  <a:lnTo>
                    <a:pt x="138" y="5"/>
                  </a:lnTo>
                  <a:cubicBezTo>
                    <a:pt x="130" y="2"/>
                    <a:pt x="123" y="1"/>
                    <a:pt x="115" y="1"/>
                  </a:cubicBezTo>
                  <a:close/>
                </a:path>
              </a:pathLst>
            </a:custGeom>
            <a:solidFill>
              <a:srgbClr val="261B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9"/>
            <p:cNvSpPr/>
            <p:nvPr/>
          </p:nvSpPr>
          <p:spPr>
            <a:xfrm>
              <a:off x="1202177" y="4673346"/>
              <a:ext cx="177156" cy="151310"/>
            </a:xfrm>
            <a:custGeom>
              <a:avLst/>
              <a:gdLst/>
              <a:ahLst/>
              <a:cxnLst/>
              <a:rect l="l" t="t" r="r" b="b"/>
              <a:pathLst>
                <a:path w="1605" h="1371" extrusionOk="0">
                  <a:moveTo>
                    <a:pt x="924" y="131"/>
                  </a:moveTo>
                  <a:cubicBezTo>
                    <a:pt x="1216" y="131"/>
                    <a:pt x="1458" y="374"/>
                    <a:pt x="1483" y="690"/>
                  </a:cubicBezTo>
                  <a:cubicBezTo>
                    <a:pt x="1483" y="1019"/>
                    <a:pt x="1204" y="1248"/>
                    <a:pt x="911" y="1248"/>
                  </a:cubicBezTo>
                  <a:cubicBezTo>
                    <a:pt x="771" y="1248"/>
                    <a:pt x="629" y="1196"/>
                    <a:pt x="511" y="1079"/>
                  </a:cubicBezTo>
                  <a:cubicBezTo>
                    <a:pt x="171" y="739"/>
                    <a:pt x="414" y="131"/>
                    <a:pt x="924" y="131"/>
                  </a:cubicBezTo>
                  <a:close/>
                  <a:moveTo>
                    <a:pt x="907" y="1"/>
                  </a:moveTo>
                  <a:cubicBezTo>
                    <a:pt x="740" y="1"/>
                    <a:pt x="571" y="63"/>
                    <a:pt x="438" y="204"/>
                  </a:cubicBezTo>
                  <a:cubicBezTo>
                    <a:pt x="1" y="641"/>
                    <a:pt x="317" y="1370"/>
                    <a:pt x="924" y="1370"/>
                  </a:cubicBezTo>
                  <a:cubicBezTo>
                    <a:pt x="1288" y="1370"/>
                    <a:pt x="1604" y="1079"/>
                    <a:pt x="1604" y="690"/>
                  </a:cubicBezTo>
                  <a:cubicBezTo>
                    <a:pt x="1604" y="278"/>
                    <a:pt x="1258" y="1"/>
                    <a:pt x="907" y="1"/>
                  </a:cubicBezTo>
                  <a:close/>
                </a:path>
              </a:pathLst>
            </a:custGeom>
            <a:solidFill>
              <a:srgbClr val="261B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9"/>
            <p:cNvSpPr/>
            <p:nvPr/>
          </p:nvSpPr>
          <p:spPr>
            <a:xfrm>
              <a:off x="1389928" y="4832385"/>
              <a:ext cx="115344" cy="96790"/>
            </a:xfrm>
            <a:custGeom>
              <a:avLst/>
              <a:gdLst/>
              <a:ahLst/>
              <a:cxnLst/>
              <a:rect l="l" t="t" r="r" b="b"/>
              <a:pathLst>
                <a:path w="1045" h="877" extrusionOk="0">
                  <a:moveTo>
                    <a:pt x="583" y="124"/>
                  </a:moveTo>
                  <a:cubicBezTo>
                    <a:pt x="753" y="124"/>
                    <a:pt x="899" y="269"/>
                    <a:pt x="899" y="439"/>
                  </a:cubicBezTo>
                  <a:cubicBezTo>
                    <a:pt x="899" y="622"/>
                    <a:pt x="741" y="747"/>
                    <a:pt x="587" y="747"/>
                  </a:cubicBezTo>
                  <a:cubicBezTo>
                    <a:pt x="515" y="747"/>
                    <a:pt x="443" y="720"/>
                    <a:pt x="389" y="658"/>
                  </a:cubicBezTo>
                  <a:cubicBezTo>
                    <a:pt x="195" y="464"/>
                    <a:pt x="316" y="124"/>
                    <a:pt x="583" y="124"/>
                  </a:cubicBezTo>
                  <a:close/>
                  <a:moveTo>
                    <a:pt x="584" y="0"/>
                  </a:moveTo>
                  <a:cubicBezTo>
                    <a:pt x="473" y="0"/>
                    <a:pt x="361" y="38"/>
                    <a:pt x="268" y="124"/>
                  </a:cubicBezTo>
                  <a:cubicBezTo>
                    <a:pt x="0" y="415"/>
                    <a:pt x="195" y="877"/>
                    <a:pt x="583" y="877"/>
                  </a:cubicBezTo>
                  <a:cubicBezTo>
                    <a:pt x="826" y="877"/>
                    <a:pt x="1021" y="682"/>
                    <a:pt x="1045" y="439"/>
                  </a:cubicBezTo>
                  <a:cubicBezTo>
                    <a:pt x="1045" y="175"/>
                    <a:pt x="820" y="0"/>
                    <a:pt x="584" y="0"/>
                  </a:cubicBezTo>
                  <a:close/>
                </a:path>
              </a:pathLst>
            </a:custGeom>
            <a:solidFill>
              <a:srgbClr val="261B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8" name="Google Shape;378;p9"/>
          <p:cNvGrpSpPr/>
          <p:nvPr/>
        </p:nvGrpSpPr>
        <p:grpSpPr>
          <a:xfrm>
            <a:off x="8434827" y="188005"/>
            <a:ext cx="495544" cy="469263"/>
            <a:chOff x="2736573" y="4286656"/>
            <a:chExt cx="316076" cy="299294"/>
          </a:xfrm>
        </p:grpSpPr>
        <p:sp>
          <p:nvSpPr>
            <p:cNvPr id="379" name="Google Shape;379;p9"/>
            <p:cNvSpPr/>
            <p:nvPr/>
          </p:nvSpPr>
          <p:spPr>
            <a:xfrm>
              <a:off x="2867907" y="4291145"/>
              <a:ext cx="173578" cy="177388"/>
            </a:xfrm>
            <a:custGeom>
              <a:avLst/>
              <a:gdLst/>
              <a:ahLst/>
              <a:cxnLst/>
              <a:rect l="l" t="t" r="r" b="b"/>
              <a:pathLst>
                <a:path w="1508" h="1541" extrusionOk="0">
                  <a:moveTo>
                    <a:pt x="900" y="132"/>
                  </a:moveTo>
                  <a:lnTo>
                    <a:pt x="900" y="132"/>
                  </a:lnTo>
                  <a:cubicBezTo>
                    <a:pt x="778" y="472"/>
                    <a:pt x="608" y="812"/>
                    <a:pt x="390" y="1103"/>
                  </a:cubicBezTo>
                  <a:cubicBezTo>
                    <a:pt x="365" y="1128"/>
                    <a:pt x="365" y="1152"/>
                    <a:pt x="390" y="1176"/>
                  </a:cubicBezTo>
                  <a:cubicBezTo>
                    <a:pt x="402" y="1188"/>
                    <a:pt x="420" y="1194"/>
                    <a:pt x="435" y="1194"/>
                  </a:cubicBezTo>
                  <a:cubicBezTo>
                    <a:pt x="450" y="1194"/>
                    <a:pt x="463" y="1188"/>
                    <a:pt x="463" y="1176"/>
                  </a:cubicBezTo>
                  <a:cubicBezTo>
                    <a:pt x="705" y="1006"/>
                    <a:pt x="973" y="885"/>
                    <a:pt x="1264" y="812"/>
                  </a:cubicBezTo>
                  <a:cubicBezTo>
                    <a:pt x="1337" y="812"/>
                    <a:pt x="1361" y="860"/>
                    <a:pt x="1361" y="860"/>
                  </a:cubicBezTo>
                  <a:cubicBezTo>
                    <a:pt x="1361" y="860"/>
                    <a:pt x="1361" y="885"/>
                    <a:pt x="1361" y="885"/>
                  </a:cubicBezTo>
                  <a:cubicBezTo>
                    <a:pt x="1313" y="1030"/>
                    <a:pt x="875" y="1273"/>
                    <a:pt x="584" y="1395"/>
                  </a:cubicBezTo>
                  <a:lnTo>
                    <a:pt x="147" y="1055"/>
                  </a:lnTo>
                  <a:cubicBezTo>
                    <a:pt x="365" y="666"/>
                    <a:pt x="730" y="156"/>
                    <a:pt x="900" y="132"/>
                  </a:cubicBezTo>
                  <a:close/>
                  <a:moveTo>
                    <a:pt x="958" y="1"/>
                  </a:moveTo>
                  <a:cubicBezTo>
                    <a:pt x="948" y="1"/>
                    <a:pt x="937" y="4"/>
                    <a:pt x="924" y="10"/>
                  </a:cubicBezTo>
                  <a:cubicBezTo>
                    <a:pt x="608" y="10"/>
                    <a:pt x="122" y="860"/>
                    <a:pt x="25" y="1055"/>
                  </a:cubicBezTo>
                  <a:cubicBezTo>
                    <a:pt x="1" y="1079"/>
                    <a:pt x="1" y="1103"/>
                    <a:pt x="25" y="1128"/>
                  </a:cubicBezTo>
                  <a:lnTo>
                    <a:pt x="511" y="1516"/>
                  </a:lnTo>
                  <a:cubicBezTo>
                    <a:pt x="535" y="1516"/>
                    <a:pt x="535" y="1516"/>
                    <a:pt x="560" y="1540"/>
                  </a:cubicBezTo>
                  <a:lnTo>
                    <a:pt x="608" y="1540"/>
                  </a:lnTo>
                  <a:cubicBezTo>
                    <a:pt x="730" y="1468"/>
                    <a:pt x="1410" y="1200"/>
                    <a:pt x="1483" y="933"/>
                  </a:cubicBezTo>
                  <a:cubicBezTo>
                    <a:pt x="1507" y="885"/>
                    <a:pt x="1507" y="836"/>
                    <a:pt x="1483" y="787"/>
                  </a:cubicBezTo>
                  <a:cubicBezTo>
                    <a:pt x="1434" y="715"/>
                    <a:pt x="1361" y="690"/>
                    <a:pt x="1264" y="690"/>
                  </a:cubicBezTo>
                  <a:cubicBezTo>
                    <a:pt x="1046" y="715"/>
                    <a:pt x="851" y="787"/>
                    <a:pt x="657" y="909"/>
                  </a:cubicBezTo>
                  <a:cubicBezTo>
                    <a:pt x="851" y="617"/>
                    <a:pt x="1094" y="204"/>
                    <a:pt x="1021" y="59"/>
                  </a:cubicBezTo>
                  <a:cubicBezTo>
                    <a:pt x="1003" y="23"/>
                    <a:pt x="986" y="1"/>
                    <a:pt x="9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9"/>
            <p:cNvSpPr/>
            <p:nvPr/>
          </p:nvSpPr>
          <p:spPr>
            <a:xfrm>
              <a:off x="2775708" y="4407871"/>
              <a:ext cx="166672" cy="178079"/>
            </a:xfrm>
            <a:custGeom>
              <a:avLst/>
              <a:gdLst/>
              <a:ahLst/>
              <a:cxnLst/>
              <a:rect l="l" t="t" r="r" b="b"/>
              <a:pathLst>
                <a:path w="1448" h="1547" extrusionOk="0">
                  <a:moveTo>
                    <a:pt x="876" y="0"/>
                  </a:moveTo>
                  <a:cubicBezTo>
                    <a:pt x="862" y="0"/>
                    <a:pt x="846" y="6"/>
                    <a:pt x="826" y="16"/>
                  </a:cubicBezTo>
                  <a:cubicBezTo>
                    <a:pt x="802" y="41"/>
                    <a:pt x="73" y="551"/>
                    <a:pt x="25" y="1061"/>
                  </a:cubicBezTo>
                  <a:cubicBezTo>
                    <a:pt x="0" y="1207"/>
                    <a:pt x="73" y="1255"/>
                    <a:pt x="97" y="1255"/>
                  </a:cubicBezTo>
                  <a:cubicBezTo>
                    <a:pt x="104" y="1256"/>
                    <a:pt x="111" y="1257"/>
                    <a:pt x="118" y="1257"/>
                  </a:cubicBezTo>
                  <a:cubicBezTo>
                    <a:pt x="292" y="1257"/>
                    <a:pt x="593" y="978"/>
                    <a:pt x="826" y="745"/>
                  </a:cubicBezTo>
                  <a:lnTo>
                    <a:pt x="826" y="745"/>
                  </a:lnTo>
                  <a:cubicBezTo>
                    <a:pt x="705" y="964"/>
                    <a:pt x="681" y="1207"/>
                    <a:pt x="681" y="1450"/>
                  </a:cubicBezTo>
                  <a:cubicBezTo>
                    <a:pt x="705" y="1498"/>
                    <a:pt x="753" y="1547"/>
                    <a:pt x="826" y="1547"/>
                  </a:cubicBezTo>
                  <a:lnTo>
                    <a:pt x="851" y="1547"/>
                  </a:lnTo>
                  <a:cubicBezTo>
                    <a:pt x="1191" y="1547"/>
                    <a:pt x="1385" y="648"/>
                    <a:pt x="1434" y="478"/>
                  </a:cubicBezTo>
                  <a:cubicBezTo>
                    <a:pt x="1447" y="423"/>
                    <a:pt x="1415" y="392"/>
                    <a:pt x="1380" y="392"/>
                  </a:cubicBezTo>
                  <a:cubicBezTo>
                    <a:pt x="1352" y="392"/>
                    <a:pt x="1323" y="411"/>
                    <a:pt x="1312" y="454"/>
                  </a:cubicBezTo>
                  <a:cubicBezTo>
                    <a:pt x="1215" y="939"/>
                    <a:pt x="996" y="1425"/>
                    <a:pt x="851" y="1425"/>
                  </a:cubicBezTo>
                  <a:lnTo>
                    <a:pt x="826" y="1425"/>
                  </a:lnTo>
                  <a:cubicBezTo>
                    <a:pt x="753" y="1255"/>
                    <a:pt x="1069" y="551"/>
                    <a:pt x="1093" y="478"/>
                  </a:cubicBezTo>
                  <a:lnTo>
                    <a:pt x="1093" y="454"/>
                  </a:lnTo>
                  <a:cubicBezTo>
                    <a:pt x="1118" y="429"/>
                    <a:pt x="1093" y="405"/>
                    <a:pt x="1069" y="381"/>
                  </a:cubicBezTo>
                  <a:cubicBezTo>
                    <a:pt x="1057" y="369"/>
                    <a:pt x="1045" y="363"/>
                    <a:pt x="1033" y="363"/>
                  </a:cubicBezTo>
                  <a:cubicBezTo>
                    <a:pt x="1021" y="363"/>
                    <a:pt x="1008" y="369"/>
                    <a:pt x="996" y="381"/>
                  </a:cubicBezTo>
                  <a:cubicBezTo>
                    <a:pt x="759" y="642"/>
                    <a:pt x="267" y="1135"/>
                    <a:pt x="153" y="1135"/>
                  </a:cubicBezTo>
                  <a:cubicBezTo>
                    <a:pt x="151" y="1135"/>
                    <a:pt x="148" y="1134"/>
                    <a:pt x="146" y="1134"/>
                  </a:cubicBezTo>
                  <a:lnTo>
                    <a:pt x="146" y="1061"/>
                  </a:lnTo>
                  <a:cubicBezTo>
                    <a:pt x="195" y="624"/>
                    <a:pt x="899" y="114"/>
                    <a:pt x="899" y="114"/>
                  </a:cubicBezTo>
                  <a:cubicBezTo>
                    <a:pt x="948" y="89"/>
                    <a:pt x="948" y="65"/>
                    <a:pt x="923" y="41"/>
                  </a:cubicBezTo>
                  <a:cubicBezTo>
                    <a:pt x="909" y="12"/>
                    <a:pt x="895" y="0"/>
                    <a:pt x="8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9"/>
            <p:cNvSpPr/>
            <p:nvPr/>
          </p:nvSpPr>
          <p:spPr>
            <a:xfrm>
              <a:off x="2736573" y="4286656"/>
              <a:ext cx="137090" cy="122480"/>
            </a:xfrm>
            <a:custGeom>
              <a:avLst/>
              <a:gdLst/>
              <a:ahLst/>
              <a:cxnLst/>
              <a:rect l="l" t="t" r="r" b="b"/>
              <a:pathLst>
                <a:path w="1191" h="1064" extrusionOk="0">
                  <a:moveTo>
                    <a:pt x="923" y="0"/>
                  </a:moveTo>
                  <a:cubicBezTo>
                    <a:pt x="875" y="0"/>
                    <a:pt x="850" y="25"/>
                    <a:pt x="826" y="49"/>
                  </a:cubicBezTo>
                  <a:cubicBezTo>
                    <a:pt x="729" y="268"/>
                    <a:pt x="729" y="511"/>
                    <a:pt x="802" y="754"/>
                  </a:cubicBezTo>
                  <a:cubicBezTo>
                    <a:pt x="691" y="743"/>
                    <a:pt x="585" y="738"/>
                    <a:pt x="481" y="738"/>
                  </a:cubicBezTo>
                  <a:cubicBezTo>
                    <a:pt x="333" y="738"/>
                    <a:pt x="191" y="749"/>
                    <a:pt x="49" y="778"/>
                  </a:cubicBezTo>
                  <a:cubicBezTo>
                    <a:pt x="25" y="778"/>
                    <a:pt x="0" y="826"/>
                    <a:pt x="0" y="851"/>
                  </a:cubicBezTo>
                  <a:cubicBezTo>
                    <a:pt x="25" y="875"/>
                    <a:pt x="49" y="899"/>
                    <a:pt x="97" y="899"/>
                  </a:cubicBezTo>
                  <a:cubicBezTo>
                    <a:pt x="219" y="863"/>
                    <a:pt x="346" y="845"/>
                    <a:pt x="477" y="845"/>
                  </a:cubicBezTo>
                  <a:cubicBezTo>
                    <a:pt x="608" y="845"/>
                    <a:pt x="741" y="863"/>
                    <a:pt x="875" y="899"/>
                  </a:cubicBezTo>
                  <a:cubicBezTo>
                    <a:pt x="923" y="972"/>
                    <a:pt x="1021" y="1021"/>
                    <a:pt x="1093" y="1045"/>
                  </a:cubicBezTo>
                  <a:cubicBezTo>
                    <a:pt x="1106" y="1057"/>
                    <a:pt x="1118" y="1063"/>
                    <a:pt x="1130" y="1063"/>
                  </a:cubicBezTo>
                  <a:cubicBezTo>
                    <a:pt x="1142" y="1063"/>
                    <a:pt x="1154" y="1057"/>
                    <a:pt x="1166" y="1045"/>
                  </a:cubicBezTo>
                  <a:cubicBezTo>
                    <a:pt x="1191" y="1021"/>
                    <a:pt x="1191" y="996"/>
                    <a:pt x="1166" y="972"/>
                  </a:cubicBezTo>
                  <a:cubicBezTo>
                    <a:pt x="1118" y="899"/>
                    <a:pt x="1045" y="851"/>
                    <a:pt x="972" y="802"/>
                  </a:cubicBezTo>
                  <a:cubicBezTo>
                    <a:pt x="948" y="802"/>
                    <a:pt x="948" y="778"/>
                    <a:pt x="923" y="754"/>
                  </a:cubicBezTo>
                  <a:cubicBezTo>
                    <a:pt x="850" y="535"/>
                    <a:pt x="850" y="292"/>
                    <a:pt x="948" y="98"/>
                  </a:cubicBezTo>
                  <a:cubicBezTo>
                    <a:pt x="972" y="49"/>
                    <a:pt x="948" y="25"/>
                    <a:pt x="9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9"/>
            <p:cNvSpPr/>
            <p:nvPr/>
          </p:nvSpPr>
          <p:spPr>
            <a:xfrm>
              <a:off x="2921890" y="4453916"/>
              <a:ext cx="130759" cy="109702"/>
            </a:xfrm>
            <a:custGeom>
              <a:avLst/>
              <a:gdLst/>
              <a:ahLst/>
              <a:cxnLst/>
              <a:rect l="l" t="t" r="r" b="b"/>
              <a:pathLst>
                <a:path w="1136" h="953" extrusionOk="0">
                  <a:moveTo>
                    <a:pt x="110" y="0"/>
                  </a:moveTo>
                  <a:cubicBezTo>
                    <a:pt x="49" y="0"/>
                    <a:pt x="0" y="63"/>
                    <a:pt x="42" y="126"/>
                  </a:cubicBezTo>
                  <a:lnTo>
                    <a:pt x="1038" y="928"/>
                  </a:lnTo>
                  <a:cubicBezTo>
                    <a:pt x="1038" y="952"/>
                    <a:pt x="1062" y="952"/>
                    <a:pt x="1062" y="952"/>
                  </a:cubicBezTo>
                  <a:cubicBezTo>
                    <a:pt x="1087" y="952"/>
                    <a:pt x="1111" y="952"/>
                    <a:pt x="1111" y="928"/>
                  </a:cubicBezTo>
                  <a:cubicBezTo>
                    <a:pt x="1135" y="904"/>
                    <a:pt x="1135" y="855"/>
                    <a:pt x="1111" y="831"/>
                  </a:cubicBezTo>
                  <a:lnTo>
                    <a:pt x="139" y="5"/>
                  </a:lnTo>
                  <a:cubicBezTo>
                    <a:pt x="130" y="2"/>
                    <a:pt x="120" y="0"/>
                    <a:pt x="1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2"/>
          <p:cNvSpPr/>
          <p:nvPr/>
        </p:nvSpPr>
        <p:spPr>
          <a:xfrm rot="1356523" flipH="1">
            <a:off x="7359480" y="-103797"/>
            <a:ext cx="11640" cy="34572"/>
          </a:xfrm>
          <a:custGeom>
            <a:avLst/>
            <a:gdLst/>
            <a:ahLst/>
            <a:cxnLst/>
            <a:rect l="l" t="t" r="r" b="b"/>
            <a:pathLst>
              <a:path w="368" h="1093" extrusionOk="0">
                <a:moveTo>
                  <a:pt x="334" y="0"/>
                </a:moveTo>
                <a:cubicBezTo>
                  <a:pt x="368" y="200"/>
                  <a:pt x="334" y="367"/>
                  <a:pt x="301" y="567"/>
                </a:cubicBezTo>
                <a:cubicBezTo>
                  <a:pt x="268" y="734"/>
                  <a:pt x="168" y="901"/>
                  <a:pt x="34" y="1034"/>
                </a:cubicBezTo>
                <a:cubicBezTo>
                  <a:pt x="1" y="1034"/>
                  <a:pt x="1" y="1067"/>
                  <a:pt x="34" y="1067"/>
                </a:cubicBezTo>
                <a:cubicBezTo>
                  <a:pt x="34" y="1084"/>
                  <a:pt x="34" y="1092"/>
                  <a:pt x="38" y="1092"/>
                </a:cubicBezTo>
                <a:cubicBezTo>
                  <a:pt x="43" y="1092"/>
                  <a:pt x="51" y="1084"/>
                  <a:pt x="68" y="1067"/>
                </a:cubicBezTo>
                <a:cubicBezTo>
                  <a:pt x="201" y="934"/>
                  <a:pt x="301" y="767"/>
                  <a:pt x="334" y="567"/>
                </a:cubicBezTo>
                <a:cubicBezTo>
                  <a:pt x="368" y="367"/>
                  <a:pt x="368" y="200"/>
                  <a:pt x="334" y="0"/>
                </a:cubicBezTo>
                <a:close/>
              </a:path>
            </a:pathLst>
          </a:custGeom>
          <a:solidFill>
            <a:srgbClr val="1167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12"/>
          <p:cNvSpPr/>
          <p:nvPr/>
        </p:nvSpPr>
        <p:spPr>
          <a:xfrm>
            <a:off x="6745307" y="5203897"/>
            <a:ext cx="489268" cy="53825"/>
          </a:xfrm>
          <a:custGeom>
            <a:avLst/>
            <a:gdLst/>
            <a:ahLst/>
            <a:cxnLst/>
            <a:rect l="l" t="t" r="r" b="b"/>
            <a:pathLst>
              <a:path w="16446" h="2069" extrusionOk="0">
                <a:moveTo>
                  <a:pt x="0" y="0"/>
                </a:moveTo>
                <a:lnTo>
                  <a:pt x="0" y="2069"/>
                </a:lnTo>
                <a:lnTo>
                  <a:pt x="16445" y="2069"/>
                </a:lnTo>
                <a:lnTo>
                  <a:pt x="1644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1"/>
          <p:cNvSpPr txBox="1">
            <a:spLocks noGrp="1"/>
          </p:cNvSpPr>
          <p:nvPr>
            <p:ph type="subTitle" idx="1"/>
          </p:nvPr>
        </p:nvSpPr>
        <p:spPr>
          <a:xfrm>
            <a:off x="1915200" y="1881226"/>
            <a:ext cx="5313600" cy="9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9pPr>
          </a:lstStyle>
          <a:p>
            <a:endParaRPr/>
          </a:p>
        </p:txBody>
      </p:sp>
      <p:sp>
        <p:nvSpPr>
          <p:cNvPr id="893" name="Google Shape;893;p21"/>
          <p:cNvSpPr txBox="1">
            <a:spLocks noGrp="1"/>
          </p:cNvSpPr>
          <p:nvPr>
            <p:ph type="subTitle" idx="2"/>
          </p:nvPr>
        </p:nvSpPr>
        <p:spPr>
          <a:xfrm>
            <a:off x="2596800" y="2771613"/>
            <a:ext cx="39504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  <a:latin typeface="Vibur"/>
                <a:ea typeface="Vibur"/>
                <a:cs typeface="Vibur"/>
                <a:sym typeface="Vibu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  <a:latin typeface="Vibur"/>
                <a:ea typeface="Vibur"/>
                <a:cs typeface="Vibur"/>
                <a:sym typeface="Vibur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  <a:latin typeface="Vibur"/>
                <a:ea typeface="Vibur"/>
                <a:cs typeface="Vibur"/>
                <a:sym typeface="Vibur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  <a:latin typeface="Vibur"/>
                <a:ea typeface="Vibur"/>
                <a:cs typeface="Vibur"/>
                <a:sym typeface="Vibur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  <a:latin typeface="Vibur"/>
                <a:ea typeface="Vibur"/>
                <a:cs typeface="Vibur"/>
                <a:sym typeface="Vibur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  <a:latin typeface="Vibur"/>
                <a:ea typeface="Vibur"/>
                <a:cs typeface="Vibur"/>
                <a:sym typeface="Vibur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  <a:latin typeface="Vibur"/>
                <a:ea typeface="Vibur"/>
                <a:cs typeface="Vibur"/>
                <a:sym typeface="Vibur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  <a:latin typeface="Vibur"/>
                <a:ea typeface="Vibur"/>
                <a:cs typeface="Vibur"/>
                <a:sym typeface="Vibur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  <a:latin typeface="Vibur"/>
                <a:ea typeface="Vibur"/>
                <a:cs typeface="Vibur"/>
                <a:sym typeface="Vibur"/>
              </a:defRPr>
            </a:lvl9pPr>
          </a:lstStyle>
          <a:p>
            <a:endParaRPr/>
          </a:p>
        </p:txBody>
      </p:sp>
      <p:grpSp>
        <p:nvGrpSpPr>
          <p:cNvPr id="912" name="Google Shape;912;p21"/>
          <p:cNvGrpSpPr/>
          <p:nvPr/>
        </p:nvGrpSpPr>
        <p:grpSpPr>
          <a:xfrm flipH="1">
            <a:off x="8051520" y="49651"/>
            <a:ext cx="1277992" cy="1010253"/>
            <a:chOff x="855987" y="2204128"/>
            <a:chExt cx="1217483" cy="962421"/>
          </a:xfrm>
        </p:grpSpPr>
        <p:grpSp>
          <p:nvGrpSpPr>
            <p:cNvPr id="913" name="Google Shape;913;p21"/>
            <p:cNvGrpSpPr/>
            <p:nvPr/>
          </p:nvGrpSpPr>
          <p:grpSpPr>
            <a:xfrm>
              <a:off x="855987" y="2204128"/>
              <a:ext cx="1146639" cy="962421"/>
              <a:chOff x="958238" y="2157575"/>
              <a:chExt cx="1115191" cy="936025"/>
            </a:xfrm>
          </p:grpSpPr>
          <p:sp>
            <p:nvSpPr>
              <p:cNvPr id="914" name="Google Shape;914;p21"/>
              <p:cNvSpPr/>
              <p:nvPr/>
            </p:nvSpPr>
            <p:spPr>
              <a:xfrm>
                <a:off x="1253863" y="2157575"/>
                <a:ext cx="492600" cy="49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21"/>
              <p:cNvSpPr/>
              <p:nvPr/>
            </p:nvSpPr>
            <p:spPr>
              <a:xfrm>
                <a:off x="1441088" y="2325100"/>
                <a:ext cx="492600" cy="49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21"/>
              <p:cNvSpPr/>
              <p:nvPr/>
            </p:nvSpPr>
            <p:spPr>
              <a:xfrm>
                <a:off x="997663" y="2334950"/>
                <a:ext cx="492600" cy="49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21"/>
              <p:cNvSpPr/>
              <p:nvPr/>
            </p:nvSpPr>
            <p:spPr>
              <a:xfrm>
                <a:off x="958238" y="2551725"/>
                <a:ext cx="492600" cy="49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21"/>
              <p:cNvSpPr/>
              <p:nvPr/>
            </p:nvSpPr>
            <p:spPr>
              <a:xfrm>
                <a:off x="1165163" y="2601000"/>
                <a:ext cx="492600" cy="49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21"/>
              <p:cNvSpPr/>
              <p:nvPr/>
            </p:nvSpPr>
            <p:spPr>
              <a:xfrm>
                <a:off x="1450928" y="2561600"/>
                <a:ext cx="622500" cy="49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20" name="Google Shape;920;p21"/>
            <p:cNvSpPr/>
            <p:nvPr/>
          </p:nvSpPr>
          <p:spPr>
            <a:xfrm>
              <a:off x="926851" y="2206843"/>
              <a:ext cx="1146619" cy="869887"/>
            </a:xfrm>
            <a:custGeom>
              <a:avLst/>
              <a:gdLst/>
              <a:ahLst/>
              <a:cxnLst/>
              <a:rect l="l" t="t" r="r" b="b"/>
              <a:pathLst>
                <a:path w="6074" h="4608" extrusionOk="0">
                  <a:moveTo>
                    <a:pt x="1749" y="936"/>
                  </a:moveTo>
                  <a:cubicBezTo>
                    <a:pt x="1968" y="985"/>
                    <a:pt x="2187" y="1131"/>
                    <a:pt x="2284" y="1325"/>
                  </a:cubicBezTo>
                  <a:cubicBezTo>
                    <a:pt x="2284" y="1398"/>
                    <a:pt x="2260" y="1446"/>
                    <a:pt x="2211" y="1471"/>
                  </a:cubicBezTo>
                  <a:cubicBezTo>
                    <a:pt x="2162" y="1519"/>
                    <a:pt x="2114" y="1519"/>
                    <a:pt x="2065" y="1544"/>
                  </a:cubicBezTo>
                  <a:cubicBezTo>
                    <a:pt x="1871" y="1544"/>
                    <a:pt x="1725" y="1276"/>
                    <a:pt x="1677" y="1155"/>
                  </a:cubicBezTo>
                  <a:lnTo>
                    <a:pt x="1677" y="1131"/>
                  </a:lnTo>
                  <a:cubicBezTo>
                    <a:pt x="1701" y="1058"/>
                    <a:pt x="1725" y="1009"/>
                    <a:pt x="1749" y="936"/>
                  </a:cubicBezTo>
                  <a:close/>
                  <a:moveTo>
                    <a:pt x="3936" y="1301"/>
                  </a:moveTo>
                  <a:lnTo>
                    <a:pt x="3936" y="1301"/>
                  </a:lnTo>
                  <a:cubicBezTo>
                    <a:pt x="3960" y="1446"/>
                    <a:pt x="3936" y="1616"/>
                    <a:pt x="3839" y="1762"/>
                  </a:cubicBezTo>
                  <a:cubicBezTo>
                    <a:pt x="3790" y="1714"/>
                    <a:pt x="3814" y="1495"/>
                    <a:pt x="3936" y="1301"/>
                  </a:cubicBezTo>
                  <a:close/>
                  <a:moveTo>
                    <a:pt x="750" y="2166"/>
                  </a:moveTo>
                  <a:cubicBezTo>
                    <a:pt x="776" y="2166"/>
                    <a:pt x="802" y="2169"/>
                    <a:pt x="826" y="2175"/>
                  </a:cubicBezTo>
                  <a:cubicBezTo>
                    <a:pt x="1142" y="2199"/>
                    <a:pt x="1264" y="2394"/>
                    <a:pt x="1264" y="2564"/>
                  </a:cubicBezTo>
                  <a:cubicBezTo>
                    <a:pt x="1264" y="2661"/>
                    <a:pt x="1166" y="2758"/>
                    <a:pt x="1045" y="2782"/>
                  </a:cubicBezTo>
                  <a:cubicBezTo>
                    <a:pt x="996" y="2758"/>
                    <a:pt x="924" y="2758"/>
                    <a:pt x="875" y="2734"/>
                  </a:cubicBezTo>
                  <a:cubicBezTo>
                    <a:pt x="705" y="2612"/>
                    <a:pt x="583" y="2442"/>
                    <a:pt x="535" y="2248"/>
                  </a:cubicBezTo>
                  <a:cubicBezTo>
                    <a:pt x="590" y="2193"/>
                    <a:pt x="672" y="2166"/>
                    <a:pt x="750" y="2166"/>
                  </a:cubicBezTo>
                  <a:close/>
                  <a:moveTo>
                    <a:pt x="5199" y="2588"/>
                  </a:moveTo>
                  <a:cubicBezTo>
                    <a:pt x="5078" y="2855"/>
                    <a:pt x="4883" y="3025"/>
                    <a:pt x="4762" y="3025"/>
                  </a:cubicBezTo>
                  <a:cubicBezTo>
                    <a:pt x="4713" y="3025"/>
                    <a:pt x="4665" y="3001"/>
                    <a:pt x="4640" y="2977"/>
                  </a:cubicBezTo>
                  <a:cubicBezTo>
                    <a:pt x="4567" y="2855"/>
                    <a:pt x="4592" y="2807"/>
                    <a:pt x="4592" y="2782"/>
                  </a:cubicBezTo>
                  <a:cubicBezTo>
                    <a:pt x="4640" y="2685"/>
                    <a:pt x="4883" y="2588"/>
                    <a:pt x="5150" y="2588"/>
                  </a:cubicBezTo>
                  <a:close/>
                  <a:moveTo>
                    <a:pt x="3596" y="3293"/>
                  </a:moveTo>
                  <a:cubicBezTo>
                    <a:pt x="3596" y="3293"/>
                    <a:pt x="3620" y="3317"/>
                    <a:pt x="3620" y="3317"/>
                  </a:cubicBezTo>
                  <a:cubicBezTo>
                    <a:pt x="3669" y="3390"/>
                    <a:pt x="3644" y="3608"/>
                    <a:pt x="3426" y="3851"/>
                  </a:cubicBezTo>
                  <a:cubicBezTo>
                    <a:pt x="3353" y="3754"/>
                    <a:pt x="3328" y="3633"/>
                    <a:pt x="3377" y="3511"/>
                  </a:cubicBezTo>
                  <a:cubicBezTo>
                    <a:pt x="3401" y="3414"/>
                    <a:pt x="3474" y="3341"/>
                    <a:pt x="3596" y="3317"/>
                  </a:cubicBezTo>
                  <a:lnTo>
                    <a:pt x="3596" y="3293"/>
                  </a:lnTo>
                  <a:close/>
                  <a:moveTo>
                    <a:pt x="1822" y="3366"/>
                  </a:moveTo>
                  <a:cubicBezTo>
                    <a:pt x="1847" y="3366"/>
                    <a:pt x="1944" y="3366"/>
                    <a:pt x="1968" y="3487"/>
                  </a:cubicBezTo>
                  <a:cubicBezTo>
                    <a:pt x="1944" y="3754"/>
                    <a:pt x="1798" y="3997"/>
                    <a:pt x="1555" y="4094"/>
                  </a:cubicBezTo>
                  <a:cubicBezTo>
                    <a:pt x="1482" y="3924"/>
                    <a:pt x="1507" y="3706"/>
                    <a:pt x="1604" y="3511"/>
                  </a:cubicBezTo>
                  <a:cubicBezTo>
                    <a:pt x="1652" y="3438"/>
                    <a:pt x="1725" y="3366"/>
                    <a:pt x="1822" y="3366"/>
                  </a:cubicBezTo>
                  <a:close/>
                  <a:moveTo>
                    <a:pt x="2745" y="159"/>
                  </a:moveTo>
                  <a:cubicBezTo>
                    <a:pt x="2867" y="159"/>
                    <a:pt x="3013" y="183"/>
                    <a:pt x="3158" y="256"/>
                  </a:cubicBezTo>
                  <a:cubicBezTo>
                    <a:pt x="3523" y="378"/>
                    <a:pt x="3814" y="693"/>
                    <a:pt x="3911" y="1058"/>
                  </a:cubicBezTo>
                  <a:cubicBezTo>
                    <a:pt x="3693" y="1325"/>
                    <a:pt x="3596" y="1714"/>
                    <a:pt x="3766" y="1859"/>
                  </a:cubicBezTo>
                  <a:cubicBezTo>
                    <a:pt x="3790" y="1908"/>
                    <a:pt x="3839" y="1932"/>
                    <a:pt x="3863" y="1932"/>
                  </a:cubicBezTo>
                  <a:cubicBezTo>
                    <a:pt x="3936" y="1932"/>
                    <a:pt x="3984" y="1884"/>
                    <a:pt x="4009" y="1835"/>
                  </a:cubicBezTo>
                  <a:cubicBezTo>
                    <a:pt x="4130" y="1616"/>
                    <a:pt x="4154" y="1349"/>
                    <a:pt x="4082" y="1106"/>
                  </a:cubicBezTo>
                  <a:cubicBezTo>
                    <a:pt x="4203" y="961"/>
                    <a:pt x="4397" y="863"/>
                    <a:pt x="4592" y="863"/>
                  </a:cubicBezTo>
                  <a:cubicBezTo>
                    <a:pt x="4762" y="863"/>
                    <a:pt x="4932" y="936"/>
                    <a:pt x="5053" y="1033"/>
                  </a:cubicBezTo>
                  <a:cubicBezTo>
                    <a:pt x="5466" y="1325"/>
                    <a:pt x="5466" y="1932"/>
                    <a:pt x="5272" y="2418"/>
                  </a:cubicBezTo>
                  <a:lnTo>
                    <a:pt x="5150" y="2418"/>
                  </a:lnTo>
                  <a:cubicBezTo>
                    <a:pt x="4907" y="2418"/>
                    <a:pt x="4567" y="2491"/>
                    <a:pt x="4470" y="2710"/>
                  </a:cubicBezTo>
                  <a:cubicBezTo>
                    <a:pt x="4397" y="2928"/>
                    <a:pt x="4543" y="3171"/>
                    <a:pt x="4762" y="3195"/>
                  </a:cubicBezTo>
                  <a:cubicBezTo>
                    <a:pt x="5029" y="3195"/>
                    <a:pt x="5248" y="2904"/>
                    <a:pt x="5369" y="2612"/>
                  </a:cubicBezTo>
                  <a:cubicBezTo>
                    <a:pt x="5612" y="2637"/>
                    <a:pt x="5806" y="2807"/>
                    <a:pt x="5879" y="3025"/>
                  </a:cubicBezTo>
                  <a:cubicBezTo>
                    <a:pt x="5903" y="3220"/>
                    <a:pt x="5831" y="3414"/>
                    <a:pt x="5685" y="3560"/>
                  </a:cubicBezTo>
                  <a:cubicBezTo>
                    <a:pt x="5320" y="3949"/>
                    <a:pt x="4810" y="4191"/>
                    <a:pt x="4252" y="4191"/>
                  </a:cubicBezTo>
                  <a:cubicBezTo>
                    <a:pt x="4082" y="4191"/>
                    <a:pt x="3887" y="4167"/>
                    <a:pt x="3741" y="4070"/>
                  </a:cubicBezTo>
                  <a:cubicBezTo>
                    <a:pt x="3669" y="4046"/>
                    <a:pt x="3620" y="4021"/>
                    <a:pt x="3571" y="3973"/>
                  </a:cubicBezTo>
                  <a:cubicBezTo>
                    <a:pt x="3814" y="3681"/>
                    <a:pt x="3887" y="3366"/>
                    <a:pt x="3766" y="3220"/>
                  </a:cubicBezTo>
                  <a:cubicBezTo>
                    <a:pt x="3717" y="3171"/>
                    <a:pt x="3669" y="3147"/>
                    <a:pt x="3596" y="3147"/>
                  </a:cubicBezTo>
                  <a:cubicBezTo>
                    <a:pt x="3426" y="3171"/>
                    <a:pt x="3280" y="3268"/>
                    <a:pt x="3231" y="3438"/>
                  </a:cubicBezTo>
                  <a:cubicBezTo>
                    <a:pt x="3158" y="3633"/>
                    <a:pt x="3207" y="3851"/>
                    <a:pt x="3328" y="3973"/>
                  </a:cubicBezTo>
                  <a:cubicBezTo>
                    <a:pt x="3037" y="4264"/>
                    <a:pt x="2648" y="4434"/>
                    <a:pt x="2260" y="4434"/>
                  </a:cubicBezTo>
                  <a:cubicBezTo>
                    <a:pt x="2215" y="4444"/>
                    <a:pt x="2169" y="4449"/>
                    <a:pt x="2124" y="4449"/>
                  </a:cubicBezTo>
                  <a:cubicBezTo>
                    <a:pt x="1946" y="4449"/>
                    <a:pt x="1768" y="4375"/>
                    <a:pt x="1652" y="4240"/>
                  </a:cubicBezTo>
                  <a:cubicBezTo>
                    <a:pt x="1944" y="4094"/>
                    <a:pt x="2138" y="3778"/>
                    <a:pt x="2138" y="3463"/>
                  </a:cubicBezTo>
                  <a:cubicBezTo>
                    <a:pt x="2116" y="3307"/>
                    <a:pt x="2013" y="3192"/>
                    <a:pt x="1865" y="3192"/>
                  </a:cubicBezTo>
                  <a:cubicBezTo>
                    <a:pt x="1851" y="3192"/>
                    <a:pt x="1837" y="3193"/>
                    <a:pt x="1822" y="3195"/>
                  </a:cubicBezTo>
                  <a:cubicBezTo>
                    <a:pt x="1677" y="3195"/>
                    <a:pt x="1531" y="3293"/>
                    <a:pt x="1458" y="3438"/>
                  </a:cubicBezTo>
                  <a:cubicBezTo>
                    <a:pt x="1337" y="3657"/>
                    <a:pt x="1312" y="3924"/>
                    <a:pt x="1409" y="4143"/>
                  </a:cubicBezTo>
                  <a:cubicBezTo>
                    <a:pt x="1361" y="4149"/>
                    <a:pt x="1314" y="4152"/>
                    <a:pt x="1268" y="4152"/>
                  </a:cubicBezTo>
                  <a:cubicBezTo>
                    <a:pt x="1130" y="4152"/>
                    <a:pt x="1002" y="4125"/>
                    <a:pt x="875" y="4070"/>
                  </a:cubicBezTo>
                  <a:cubicBezTo>
                    <a:pt x="535" y="3924"/>
                    <a:pt x="316" y="3633"/>
                    <a:pt x="268" y="3268"/>
                  </a:cubicBezTo>
                  <a:cubicBezTo>
                    <a:pt x="195" y="2977"/>
                    <a:pt x="243" y="2637"/>
                    <a:pt x="413" y="2370"/>
                  </a:cubicBezTo>
                  <a:cubicBezTo>
                    <a:pt x="486" y="2564"/>
                    <a:pt x="632" y="2734"/>
                    <a:pt x="802" y="2855"/>
                  </a:cubicBezTo>
                  <a:cubicBezTo>
                    <a:pt x="899" y="2880"/>
                    <a:pt x="972" y="2904"/>
                    <a:pt x="1069" y="2904"/>
                  </a:cubicBezTo>
                  <a:cubicBezTo>
                    <a:pt x="1264" y="2904"/>
                    <a:pt x="1434" y="2758"/>
                    <a:pt x="1434" y="2540"/>
                  </a:cubicBezTo>
                  <a:cubicBezTo>
                    <a:pt x="1434" y="2224"/>
                    <a:pt x="1166" y="1981"/>
                    <a:pt x="851" y="1981"/>
                  </a:cubicBezTo>
                  <a:cubicBezTo>
                    <a:pt x="828" y="1976"/>
                    <a:pt x="806" y="1974"/>
                    <a:pt x="784" y="1974"/>
                  </a:cubicBezTo>
                  <a:cubicBezTo>
                    <a:pt x="685" y="1974"/>
                    <a:pt x="590" y="2014"/>
                    <a:pt x="511" y="2054"/>
                  </a:cubicBezTo>
                  <a:cubicBezTo>
                    <a:pt x="438" y="1568"/>
                    <a:pt x="608" y="1058"/>
                    <a:pt x="1069" y="936"/>
                  </a:cubicBezTo>
                  <a:cubicBezTo>
                    <a:pt x="1194" y="901"/>
                    <a:pt x="1331" y="878"/>
                    <a:pt x="1463" y="878"/>
                  </a:cubicBezTo>
                  <a:cubicBezTo>
                    <a:pt x="1511" y="878"/>
                    <a:pt x="1558" y="881"/>
                    <a:pt x="1604" y="888"/>
                  </a:cubicBezTo>
                  <a:cubicBezTo>
                    <a:pt x="1555" y="1009"/>
                    <a:pt x="1507" y="1106"/>
                    <a:pt x="1507" y="1106"/>
                  </a:cubicBezTo>
                  <a:cubicBezTo>
                    <a:pt x="1507" y="1131"/>
                    <a:pt x="1507" y="1131"/>
                    <a:pt x="1507" y="1155"/>
                  </a:cubicBezTo>
                  <a:cubicBezTo>
                    <a:pt x="1531" y="1179"/>
                    <a:pt x="1725" y="1665"/>
                    <a:pt x="2065" y="1665"/>
                  </a:cubicBezTo>
                  <a:cubicBezTo>
                    <a:pt x="2162" y="1665"/>
                    <a:pt x="2235" y="1641"/>
                    <a:pt x="2308" y="1592"/>
                  </a:cubicBezTo>
                  <a:cubicBezTo>
                    <a:pt x="2405" y="1544"/>
                    <a:pt x="2478" y="1422"/>
                    <a:pt x="2454" y="1301"/>
                  </a:cubicBezTo>
                  <a:cubicBezTo>
                    <a:pt x="2357" y="1033"/>
                    <a:pt x="2114" y="839"/>
                    <a:pt x="1847" y="791"/>
                  </a:cubicBezTo>
                  <a:cubicBezTo>
                    <a:pt x="1992" y="426"/>
                    <a:pt x="2332" y="183"/>
                    <a:pt x="2745" y="159"/>
                  </a:cubicBezTo>
                  <a:close/>
                  <a:moveTo>
                    <a:pt x="2728" y="1"/>
                  </a:moveTo>
                  <a:cubicBezTo>
                    <a:pt x="2260" y="1"/>
                    <a:pt x="1815" y="296"/>
                    <a:pt x="1652" y="766"/>
                  </a:cubicBezTo>
                  <a:cubicBezTo>
                    <a:pt x="1569" y="748"/>
                    <a:pt x="1485" y="740"/>
                    <a:pt x="1403" y="740"/>
                  </a:cubicBezTo>
                  <a:cubicBezTo>
                    <a:pt x="1270" y="740"/>
                    <a:pt x="1141" y="760"/>
                    <a:pt x="1021" y="791"/>
                  </a:cubicBezTo>
                  <a:cubicBezTo>
                    <a:pt x="438" y="936"/>
                    <a:pt x="219" y="1616"/>
                    <a:pt x="341" y="2199"/>
                  </a:cubicBezTo>
                  <a:cubicBezTo>
                    <a:pt x="98" y="2515"/>
                    <a:pt x="0" y="2928"/>
                    <a:pt x="73" y="3317"/>
                  </a:cubicBezTo>
                  <a:cubicBezTo>
                    <a:pt x="146" y="3730"/>
                    <a:pt x="413" y="4070"/>
                    <a:pt x="802" y="4240"/>
                  </a:cubicBezTo>
                  <a:cubicBezTo>
                    <a:pt x="960" y="4293"/>
                    <a:pt x="1130" y="4332"/>
                    <a:pt x="1294" y="4332"/>
                  </a:cubicBezTo>
                  <a:cubicBezTo>
                    <a:pt x="1358" y="4332"/>
                    <a:pt x="1421" y="4326"/>
                    <a:pt x="1482" y="4313"/>
                  </a:cubicBezTo>
                  <a:cubicBezTo>
                    <a:pt x="1638" y="4491"/>
                    <a:pt x="1875" y="4607"/>
                    <a:pt x="2119" y="4607"/>
                  </a:cubicBezTo>
                  <a:cubicBezTo>
                    <a:pt x="2141" y="4607"/>
                    <a:pt x="2164" y="4606"/>
                    <a:pt x="2187" y="4604"/>
                  </a:cubicBezTo>
                  <a:lnTo>
                    <a:pt x="2260" y="4604"/>
                  </a:lnTo>
                  <a:cubicBezTo>
                    <a:pt x="2721" y="4580"/>
                    <a:pt x="3134" y="4410"/>
                    <a:pt x="3450" y="4094"/>
                  </a:cubicBezTo>
                  <a:cubicBezTo>
                    <a:pt x="3523" y="4143"/>
                    <a:pt x="3596" y="4191"/>
                    <a:pt x="3669" y="4240"/>
                  </a:cubicBezTo>
                  <a:cubicBezTo>
                    <a:pt x="3839" y="4313"/>
                    <a:pt x="4057" y="4361"/>
                    <a:pt x="4276" y="4361"/>
                  </a:cubicBezTo>
                  <a:cubicBezTo>
                    <a:pt x="4859" y="4361"/>
                    <a:pt x="5418" y="4094"/>
                    <a:pt x="5831" y="3681"/>
                  </a:cubicBezTo>
                  <a:cubicBezTo>
                    <a:pt x="6001" y="3487"/>
                    <a:pt x="6073" y="3244"/>
                    <a:pt x="6049" y="3001"/>
                  </a:cubicBezTo>
                  <a:cubicBezTo>
                    <a:pt x="5976" y="2710"/>
                    <a:pt x="5733" y="2491"/>
                    <a:pt x="5442" y="2467"/>
                  </a:cubicBezTo>
                  <a:cubicBezTo>
                    <a:pt x="5636" y="1908"/>
                    <a:pt x="5612" y="1252"/>
                    <a:pt x="5126" y="912"/>
                  </a:cubicBezTo>
                  <a:cubicBezTo>
                    <a:pt x="4972" y="781"/>
                    <a:pt x="4776" y="715"/>
                    <a:pt x="4580" y="715"/>
                  </a:cubicBezTo>
                  <a:cubicBezTo>
                    <a:pt x="4376" y="715"/>
                    <a:pt x="4170" y="787"/>
                    <a:pt x="4009" y="936"/>
                  </a:cubicBezTo>
                  <a:cubicBezTo>
                    <a:pt x="3887" y="548"/>
                    <a:pt x="3571" y="256"/>
                    <a:pt x="3207" y="110"/>
                  </a:cubicBezTo>
                  <a:cubicBezTo>
                    <a:pt x="3052" y="36"/>
                    <a:pt x="2889" y="1"/>
                    <a:pt x="27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1" name="Google Shape;921;p21"/>
          <p:cNvGrpSpPr/>
          <p:nvPr/>
        </p:nvGrpSpPr>
        <p:grpSpPr>
          <a:xfrm>
            <a:off x="0" y="34060"/>
            <a:ext cx="1860621" cy="811048"/>
            <a:chOff x="3965010" y="571479"/>
            <a:chExt cx="1651683" cy="719972"/>
          </a:xfrm>
        </p:grpSpPr>
        <p:grpSp>
          <p:nvGrpSpPr>
            <p:cNvPr id="922" name="Google Shape;922;p21"/>
            <p:cNvGrpSpPr/>
            <p:nvPr/>
          </p:nvGrpSpPr>
          <p:grpSpPr>
            <a:xfrm>
              <a:off x="3965010" y="571479"/>
              <a:ext cx="1446820" cy="719972"/>
              <a:chOff x="3953250" y="571500"/>
              <a:chExt cx="1383325" cy="766825"/>
            </a:xfrm>
          </p:grpSpPr>
          <p:grpSp>
            <p:nvGrpSpPr>
              <p:cNvPr id="923" name="Google Shape;923;p21"/>
              <p:cNvGrpSpPr/>
              <p:nvPr/>
            </p:nvGrpSpPr>
            <p:grpSpPr>
              <a:xfrm>
                <a:off x="3953250" y="571500"/>
                <a:ext cx="1383166" cy="669650"/>
                <a:chOff x="897088" y="2374675"/>
                <a:chExt cx="1383166" cy="669650"/>
              </a:xfrm>
            </p:grpSpPr>
            <p:sp>
              <p:nvSpPr>
                <p:cNvPr id="924" name="Google Shape;924;p21"/>
                <p:cNvSpPr/>
                <p:nvPr/>
              </p:nvSpPr>
              <p:spPr>
                <a:xfrm>
                  <a:off x="1135613" y="2416700"/>
                  <a:ext cx="622500" cy="6225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5" name="Google Shape;925;p21"/>
                <p:cNvSpPr/>
                <p:nvPr/>
              </p:nvSpPr>
              <p:spPr>
                <a:xfrm>
                  <a:off x="1479050" y="2374675"/>
                  <a:ext cx="492600" cy="4926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6" name="Google Shape;926;p21"/>
                <p:cNvSpPr/>
                <p:nvPr/>
              </p:nvSpPr>
              <p:spPr>
                <a:xfrm>
                  <a:off x="897088" y="2689700"/>
                  <a:ext cx="492600" cy="3546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7" name="Google Shape;927;p21"/>
                <p:cNvSpPr/>
                <p:nvPr/>
              </p:nvSpPr>
              <p:spPr>
                <a:xfrm>
                  <a:off x="1657753" y="2551725"/>
                  <a:ext cx="622500" cy="4926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928" name="Google Shape;928;p21"/>
              <p:cNvSpPr/>
              <p:nvPr/>
            </p:nvSpPr>
            <p:spPr>
              <a:xfrm>
                <a:off x="3972775" y="907225"/>
                <a:ext cx="1363800" cy="431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29" name="Google Shape;929;p21"/>
            <p:cNvSpPr/>
            <p:nvPr/>
          </p:nvSpPr>
          <p:spPr>
            <a:xfrm>
              <a:off x="4006544" y="571481"/>
              <a:ext cx="1610148" cy="660750"/>
            </a:xfrm>
            <a:custGeom>
              <a:avLst/>
              <a:gdLst/>
              <a:ahLst/>
              <a:cxnLst/>
              <a:rect l="l" t="t" r="r" b="b"/>
              <a:pathLst>
                <a:path w="3864" h="1872" extrusionOk="0">
                  <a:moveTo>
                    <a:pt x="1847" y="365"/>
                  </a:moveTo>
                  <a:cubicBezTo>
                    <a:pt x="1920" y="487"/>
                    <a:pt x="1920" y="633"/>
                    <a:pt x="1871" y="754"/>
                  </a:cubicBezTo>
                  <a:lnTo>
                    <a:pt x="1847" y="754"/>
                  </a:lnTo>
                  <a:cubicBezTo>
                    <a:pt x="1847" y="754"/>
                    <a:pt x="1823" y="754"/>
                    <a:pt x="1798" y="705"/>
                  </a:cubicBezTo>
                  <a:cubicBezTo>
                    <a:pt x="1774" y="608"/>
                    <a:pt x="1774" y="487"/>
                    <a:pt x="1847" y="390"/>
                  </a:cubicBezTo>
                  <a:lnTo>
                    <a:pt x="1847" y="365"/>
                  </a:lnTo>
                  <a:close/>
                  <a:moveTo>
                    <a:pt x="2891" y="584"/>
                  </a:moveTo>
                  <a:lnTo>
                    <a:pt x="2891" y="608"/>
                  </a:lnTo>
                  <a:cubicBezTo>
                    <a:pt x="2940" y="754"/>
                    <a:pt x="2940" y="900"/>
                    <a:pt x="2867" y="948"/>
                  </a:cubicBezTo>
                  <a:cubicBezTo>
                    <a:pt x="2831" y="960"/>
                    <a:pt x="2806" y="967"/>
                    <a:pt x="2791" y="967"/>
                  </a:cubicBezTo>
                  <a:cubicBezTo>
                    <a:pt x="2776" y="967"/>
                    <a:pt x="2770" y="960"/>
                    <a:pt x="2770" y="948"/>
                  </a:cubicBezTo>
                  <a:cubicBezTo>
                    <a:pt x="2770" y="803"/>
                    <a:pt x="2794" y="681"/>
                    <a:pt x="2891" y="584"/>
                  </a:cubicBezTo>
                  <a:close/>
                  <a:moveTo>
                    <a:pt x="754" y="1021"/>
                  </a:moveTo>
                  <a:cubicBezTo>
                    <a:pt x="851" y="1021"/>
                    <a:pt x="924" y="1070"/>
                    <a:pt x="972" y="1143"/>
                  </a:cubicBezTo>
                  <a:cubicBezTo>
                    <a:pt x="997" y="1216"/>
                    <a:pt x="972" y="1288"/>
                    <a:pt x="899" y="1337"/>
                  </a:cubicBezTo>
                  <a:cubicBezTo>
                    <a:pt x="887" y="1349"/>
                    <a:pt x="875" y="1355"/>
                    <a:pt x="863" y="1355"/>
                  </a:cubicBezTo>
                  <a:cubicBezTo>
                    <a:pt x="851" y="1355"/>
                    <a:pt x="839" y="1349"/>
                    <a:pt x="827" y="1337"/>
                  </a:cubicBezTo>
                  <a:cubicBezTo>
                    <a:pt x="754" y="1240"/>
                    <a:pt x="754" y="1143"/>
                    <a:pt x="754" y="1045"/>
                  </a:cubicBezTo>
                  <a:lnTo>
                    <a:pt x="754" y="1021"/>
                  </a:lnTo>
                  <a:close/>
                  <a:moveTo>
                    <a:pt x="2357" y="74"/>
                  </a:moveTo>
                  <a:cubicBezTo>
                    <a:pt x="2600" y="122"/>
                    <a:pt x="2794" y="268"/>
                    <a:pt x="2867" y="487"/>
                  </a:cubicBezTo>
                  <a:cubicBezTo>
                    <a:pt x="2746" y="608"/>
                    <a:pt x="2673" y="778"/>
                    <a:pt x="2697" y="973"/>
                  </a:cubicBezTo>
                  <a:cubicBezTo>
                    <a:pt x="2725" y="1015"/>
                    <a:pt x="2745" y="1041"/>
                    <a:pt x="2786" y="1041"/>
                  </a:cubicBezTo>
                  <a:cubicBezTo>
                    <a:pt x="2815" y="1041"/>
                    <a:pt x="2855" y="1027"/>
                    <a:pt x="2916" y="997"/>
                  </a:cubicBezTo>
                  <a:cubicBezTo>
                    <a:pt x="3061" y="924"/>
                    <a:pt x="3037" y="681"/>
                    <a:pt x="2964" y="487"/>
                  </a:cubicBezTo>
                  <a:cubicBezTo>
                    <a:pt x="2989" y="462"/>
                    <a:pt x="3013" y="462"/>
                    <a:pt x="3061" y="462"/>
                  </a:cubicBezTo>
                  <a:cubicBezTo>
                    <a:pt x="3329" y="535"/>
                    <a:pt x="3572" y="730"/>
                    <a:pt x="3693" y="997"/>
                  </a:cubicBezTo>
                  <a:cubicBezTo>
                    <a:pt x="3766" y="1143"/>
                    <a:pt x="3766" y="1337"/>
                    <a:pt x="3644" y="1483"/>
                  </a:cubicBezTo>
                  <a:cubicBezTo>
                    <a:pt x="3474" y="1677"/>
                    <a:pt x="2819" y="1799"/>
                    <a:pt x="1774" y="1799"/>
                  </a:cubicBezTo>
                  <a:cubicBezTo>
                    <a:pt x="1118" y="1799"/>
                    <a:pt x="535" y="1750"/>
                    <a:pt x="535" y="1750"/>
                  </a:cubicBezTo>
                  <a:cubicBezTo>
                    <a:pt x="316" y="1726"/>
                    <a:pt x="195" y="1653"/>
                    <a:pt x="146" y="1507"/>
                  </a:cubicBezTo>
                  <a:cubicBezTo>
                    <a:pt x="98" y="1386"/>
                    <a:pt x="219" y="1216"/>
                    <a:pt x="438" y="1118"/>
                  </a:cubicBezTo>
                  <a:cubicBezTo>
                    <a:pt x="511" y="1070"/>
                    <a:pt x="584" y="1045"/>
                    <a:pt x="681" y="1045"/>
                  </a:cubicBezTo>
                  <a:cubicBezTo>
                    <a:pt x="657" y="1167"/>
                    <a:pt x="705" y="1288"/>
                    <a:pt x="778" y="1410"/>
                  </a:cubicBezTo>
                  <a:cubicBezTo>
                    <a:pt x="808" y="1440"/>
                    <a:pt x="857" y="1461"/>
                    <a:pt x="901" y="1461"/>
                  </a:cubicBezTo>
                  <a:cubicBezTo>
                    <a:pt x="928" y="1461"/>
                    <a:pt x="954" y="1453"/>
                    <a:pt x="972" y="1434"/>
                  </a:cubicBezTo>
                  <a:cubicBezTo>
                    <a:pt x="1070" y="1361"/>
                    <a:pt x="1118" y="1240"/>
                    <a:pt x="1094" y="1118"/>
                  </a:cubicBezTo>
                  <a:cubicBezTo>
                    <a:pt x="1045" y="1021"/>
                    <a:pt x="924" y="924"/>
                    <a:pt x="802" y="924"/>
                  </a:cubicBezTo>
                  <a:cubicBezTo>
                    <a:pt x="851" y="681"/>
                    <a:pt x="1021" y="462"/>
                    <a:pt x="1264" y="365"/>
                  </a:cubicBezTo>
                  <a:cubicBezTo>
                    <a:pt x="1395" y="278"/>
                    <a:pt x="1517" y="234"/>
                    <a:pt x="1621" y="234"/>
                  </a:cubicBezTo>
                  <a:cubicBezTo>
                    <a:pt x="1689" y="234"/>
                    <a:pt x="1750" y="254"/>
                    <a:pt x="1798" y="292"/>
                  </a:cubicBezTo>
                  <a:cubicBezTo>
                    <a:pt x="1701" y="414"/>
                    <a:pt x="1677" y="584"/>
                    <a:pt x="1750" y="730"/>
                  </a:cubicBezTo>
                  <a:cubicBezTo>
                    <a:pt x="1750" y="778"/>
                    <a:pt x="1798" y="827"/>
                    <a:pt x="1871" y="827"/>
                  </a:cubicBezTo>
                  <a:cubicBezTo>
                    <a:pt x="1895" y="827"/>
                    <a:pt x="1920" y="803"/>
                    <a:pt x="1944" y="778"/>
                  </a:cubicBezTo>
                  <a:cubicBezTo>
                    <a:pt x="2041" y="633"/>
                    <a:pt x="2017" y="438"/>
                    <a:pt x="1920" y="292"/>
                  </a:cubicBezTo>
                  <a:cubicBezTo>
                    <a:pt x="1993" y="220"/>
                    <a:pt x="2090" y="147"/>
                    <a:pt x="2187" y="122"/>
                  </a:cubicBezTo>
                  <a:cubicBezTo>
                    <a:pt x="2236" y="98"/>
                    <a:pt x="2308" y="98"/>
                    <a:pt x="2357" y="74"/>
                  </a:cubicBezTo>
                  <a:close/>
                  <a:moveTo>
                    <a:pt x="2333" y="1"/>
                  </a:moveTo>
                  <a:cubicBezTo>
                    <a:pt x="2260" y="1"/>
                    <a:pt x="2211" y="25"/>
                    <a:pt x="2138" y="50"/>
                  </a:cubicBezTo>
                  <a:cubicBezTo>
                    <a:pt x="2017" y="74"/>
                    <a:pt x="1920" y="147"/>
                    <a:pt x="1823" y="244"/>
                  </a:cubicBezTo>
                  <a:cubicBezTo>
                    <a:pt x="1756" y="188"/>
                    <a:pt x="1674" y="158"/>
                    <a:pt x="1579" y="158"/>
                  </a:cubicBezTo>
                  <a:cubicBezTo>
                    <a:pt x="1466" y="158"/>
                    <a:pt x="1336" y="200"/>
                    <a:pt x="1191" y="292"/>
                  </a:cubicBezTo>
                  <a:cubicBezTo>
                    <a:pt x="924" y="414"/>
                    <a:pt x="754" y="657"/>
                    <a:pt x="681" y="948"/>
                  </a:cubicBezTo>
                  <a:cubicBezTo>
                    <a:pt x="584" y="948"/>
                    <a:pt x="487" y="973"/>
                    <a:pt x="414" y="1021"/>
                  </a:cubicBezTo>
                  <a:cubicBezTo>
                    <a:pt x="146" y="1167"/>
                    <a:pt x="1" y="1361"/>
                    <a:pt x="49" y="1531"/>
                  </a:cubicBezTo>
                  <a:cubicBezTo>
                    <a:pt x="74" y="1701"/>
                    <a:pt x="268" y="1823"/>
                    <a:pt x="511" y="1847"/>
                  </a:cubicBezTo>
                  <a:cubicBezTo>
                    <a:pt x="511" y="1847"/>
                    <a:pt x="1118" y="1871"/>
                    <a:pt x="1774" y="1871"/>
                  </a:cubicBezTo>
                  <a:cubicBezTo>
                    <a:pt x="2867" y="1871"/>
                    <a:pt x="3523" y="1774"/>
                    <a:pt x="3717" y="1556"/>
                  </a:cubicBezTo>
                  <a:cubicBezTo>
                    <a:pt x="3839" y="1386"/>
                    <a:pt x="3863" y="1167"/>
                    <a:pt x="3766" y="973"/>
                  </a:cubicBezTo>
                  <a:cubicBezTo>
                    <a:pt x="3620" y="681"/>
                    <a:pt x="3353" y="438"/>
                    <a:pt x="3037" y="365"/>
                  </a:cubicBezTo>
                  <a:cubicBezTo>
                    <a:pt x="2989" y="365"/>
                    <a:pt x="2940" y="390"/>
                    <a:pt x="2916" y="414"/>
                  </a:cubicBezTo>
                  <a:cubicBezTo>
                    <a:pt x="2819" y="171"/>
                    <a:pt x="2600" y="25"/>
                    <a:pt x="23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22"/>
          <p:cNvSpPr txBox="1">
            <a:spLocks noGrp="1"/>
          </p:cNvSpPr>
          <p:nvPr>
            <p:ph type="subTitle" idx="1"/>
          </p:nvPr>
        </p:nvSpPr>
        <p:spPr>
          <a:xfrm>
            <a:off x="1271488" y="3573150"/>
            <a:ext cx="3005700" cy="6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9pPr>
          </a:lstStyle>
          <a:p>
            <a:endParaRPr/>
          </a:p>
        </p:txBody>
      </p:sp>
      <p:sp>
        <p:nvSpPr>
          <p:cNvPr id="932" name="Google Shape;932;p22"/>
          <p:cNvSpPr txBox="1">
            <a:spLocks noGrp="1"/>
          </p:cNvSpPr>
          <p:nvPr>
            <p:ph type="subTitle" idx="2"/>
          </p:nvPr>
        </p:nvSpPr>
        <p:spPr>
          <a:xfrm>
            <a:off x="4866812" y="3573150"/>
            <a:ext cx="3005700" cy="6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9pPr>
          </a:lstStyle>
          <a:p>
            <a:endParaRPr/>
          </a:p>
        </p:txBody>
      </p:sp>
      <p:sp>
        <p:nvSpPr>
          <p:cNvPr id="933" name="Google Shape;933;p22"/>
          <p:cNvSpPr txBox="1">
            <a:spLocks noGrp="1"/>
          </p:cNvSpPr>
          <p:nvPr>
            <p:ph type="title"/>
          </p:nvPr>
        </p:nvSpPr>
        <p:spPr>
          <a:xfrm>
            <a:off x="753825" y="420100"/>
            <a:ext cx="74448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934" name="Google Shape;934;p22"/>
          <p:cNvGrpSpPr/>
          <p:nvPr/>
        </p:nvGrpSpPr>
        <p:grpSpPr>
          <a:xfrm>
            <a:off x="-632417" y="1688458"/>
            <a:ext cx="1784099" cy="1410235"/>
            <a:chOff x="855987" y="2204128"/>
            <a:chExt cx="1217483" cy="962421"/>
          </a:xfrm>
        </p:grpSpPr>
        <p:grpSp>
          <p:nvGrpSpPr>
            <p:cNvPr id="935" name="Google Shape;935;p22"/>
            <p:cNvGrpSpPr/>
            <p:nvPr/>
          </p:nvGrpSpPr>
          <p:grpSpPr>
            <a:xfrm>
              <a:off x="855987" y="2204128"/>
              <a:ext cx="1146639" cy="962421"/>
              <a:chOff x="958238" y="2157575"/>
              <a:chExt cx="1115191" cy="936025"/>
            </a:xfrm>
          </p:grpSpPr>
          <p:sp>
            <p:nvSpPr>
              <p:cNvPr id="936" name="Google Shape;936;p22"/>
              <p:cNvSpPr/>
              <p:nvPr/>
            </p:nvSpPr>
            <p:spPr>
              <a:xfrm>
                <a:off x="1253863" y="2157575"/>
                <a:ext cx="492600" cy="49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22"/>
              <p:cNvSpPr/>
              <p:nvPr/>
            </p:nvSpPr>
            <p:spPr>
              <a:xfrm>
                <a:off x="1441088" y="2325100"/>
                <a:ext cx="492600" cy="49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22"/>
              <p:cNvSpPr/>
              <p:nvPr/>
            </p:nvSpPr>
            <p:spPr>
              <a:xfrm>
                <a:off x="997663" y="2334950"/>
                <a:ext cx="492600" cy="49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22"/>
              <p:cNvSpPr/>
              <p:nvPr/>
            </p:nvSpPr>
            <p:spPr>
              <a:xfrm>
                <a:off x="958238" y="2551725"/>
                <a:ext cx="492600" cy="49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22"/>
              <p:cNvSpPr/>
              <p:nvPr/>
            </p:nvSpPr>
            <p:spPr>
              <a:xfrm>
                <a:off x="1165163" y="2601000"/>
                <a:ext cx="492600" cy="49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22"/>
              <p:cNvSpPr/>
              <p:nvPr/>
            </p:nvSpPr>
            <p:spPr>
              <a:xfrm>
                <a:off x="1450928" y="2561600"/>
                <a:ext cx="622500" cy="49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42" name="Google Shape;942;p22"/>
            <p:cNvSpPr/>
            <p:nvPr/>
          </p:nvSpPr>
          <p:spPr>
            <a:xfrm>
              <a:off x="926851" y="2206843"/>
              <a:ext cx="1146619" cy="869887"/>
            </a:xfrm>
            <a:custGeom>
              <a:avLst/>
              <a:gdLst/>
              <a:ahLst/>
              <a:cxnLst/>
              <a:rect l="l" t="t" r="r" b="b"/>
              <a:pathLst>
                <a:path w="6074" h="4608" extrusionOk="0">
                  <a:moveTo>
                    <a:pt x="1749" y="936"/>
                  </a:moveTo>
                  <a:cubicBezTo>
                    <a:pt x="1968" y="985"/>
                    <a:pt x="2187" y="1131"/>
                    <a:pt x="2284" y="1325"/>
                  </a:cubicBezTo>
                  <a:cubicBezTo>
                    <a:pt x="2284" y="1398"/>
                    <a:pt x="2260" y="1446"/>
                    <a:pt x="2211" y="1471"/>
                  </a:cubicBezTo>
                  <a:cubicBezTo>
                    <a:pt x="2162" y="1519"/>
                    <a:pt x="2114" y="1519"/>
                    <a:pt x="2065" y="1544"/>
                  </a:cubicBezTo>
                  <a:cubicBezTo>
                    <a:pt x="1871" y="1544"/>
                    <a:pt x="1725" y="1276"/>
                    <a:pt x="1677" y="1155"/>
                  </a:cubicBezTo>
                  <a:lnTo>
                    <a:pt x="1677" y="1131"/>
                  </a:lnTo>
                  <a:cubicBezTo>
                    <a:pt x="1701" y="1058"/>
                    <a:pt x="1725" y="1009"/>
                    <a:pt x="1749" y="936"/>
                  </a:cubicBezTo>
                  <a:close/>
                  <a:moveTo>
                    <a:pt x="3936" y="1301"/>
                  </a:moveTo>
                  <a:lnTo>
                    <a:pt x="3936" y="1301"/>
                  </a:lnTo>
                  <a:cubicBezTo>
                    <a:pt x="3960" y="1446"/>
                    <a:pt x="3936" y="1616"/>
                    <a:pt x="3839" y="1762"/>
                  </a:cubicBezTo>
                  <a:cubicBezTo>
                    <a:pt x="3790" y="1714"/>
                    <a:pt x="3814" y="1495"/>
                    <a:pt x="3936" y="1301"/>
                  </a:cubicBezTo>
                  <a:close/>
                  <a:moveTo>
                    <a:pt x="750" y="2166"/>
                  </a:moveTo>
                  <a:cubicBezTo>
                    <a:pt x="776" y="2166"/>
                    <a:pt x="802" y="2169"/>
                    <a:pt x="826" y="2175"/>
                  </a:cubicBezTo>
                  <a:cubicBezTo>
                    <a:pt x="1142" y="2199"/>
                    <a:pt x="1264" y="2394"/>
                    <a:pt x="1264" y="2564"/>
                  </a:cubicBezTo>
                  <a:cubicBezTo>
                    <a:pt x="1264" y="2661"/>
                    <a:pt x="1166" y="2758"/>
                    <a:pt x="1045" y="2782"/>
                  </a:cubicBezTo>
                  <a:cubicBezTo>
                    <a:pt x="996" y="2758"/>
                    <a:pt x="924" y="2758"/>
                    <a:pt x="875" y="2734"/>
                  </a:cubicBezTo>
                  <a:cubicBezTo>
                    <a:pt x="705" y="2612"/>
                    <a:pt x="583" y="2442"/>
                    <a:pt x="535" y="2248"/>
                  </a:cubicBezTo>
                  <a:cubicBezTo>
                    <a:pt x="590" y="2193"/>
                    <a:pt x="672" y="2166"/>
                    <a:pt x="750" y="2166"/>
                  </a:cubicBezTo>
                  <a:close/>
                  <a:moveTo>
                    <a:pt x="5199" y="2588"/>
                  </a:moveTo>
                  <a:cubicBezTo>
                    <a:pt x="5078" y="2855"/>
                    <a:pt x="4883" y="3025"/>
                    <a:pt x="4762" y="3025"/>
                  </a:cubicBezTo>
                  <a:cubicBezTo>
                    <a:pt x="4713" y="3025"/>
                    <a:pt x="4665" y="3001"/>
                    <a:pt x="4640" y="2977"/>
                  </a:cubicBezTo>
                  <a:cubicBezTo>
                    <a:pt x="4567" y="2855"/>
                    <a:pt x="4592" y="2807"/>
                    <a:pt x="4592" y="2782"/>
                  </a:cubicBezTo>
                  <a:cubicBezTo>
                    <a:pt x="4640" y="2685"/>
                    <a:pt x="4883" y="2588"/>
                    <a:pt x="5150" y="2588"/>
                  </a:cubicBezTo>
                  <a:close/>
                  <a:moveTo>
                    <a:pt x="3596" y="3293"/>
                  </a:moveTo>
                  <a:cubicBezTo>
                    <a:pt x="3596" y="3293"/>
                    <a:pt x="3620" y="3317"/>
                    <a:pt x="3620" y="3317"/>
                  </a:cubicBezTo>
                  <a:cubicBezTo>
                    <a:pt x="3669" y="3390"/>
                    <a:pt x="3644" y="3608"/>
                    <a:pt x="3426" y="3851"/>
                  </a:cubicBezTo>
                  <a:cubicBezTo>
                    <a:pt x="3353" y="3754"/>
                    <a:pt x="3328" y="3633"/>
                    <a:pt x="3377" y="3511"/>
                  </a:cubicBezTo>
                  <a:cubicBezTo>
                    <a:pt x="3401" y="3414"/>
                    <a:pt x="3474" y="3341"/>
                    <a:pt x="3596" y="3317"/>
                  </a:cubicBezTo>
                  <a:lnTo>
                    <a:pt x="3596" y="3293"/>
                  </a:lnTo>
                  <a:close/>
                  <a:moveTo>
                    <a:pt x="1822" y="3366"/>
                  </a:moveTo>
                  <a:cubicBezTo>
                    <a:pt x="1847" y="3366"/>
                    <a:pt x="1944" y="3366"/>
                    <a:pt x="1968" y="3487"/>
                  </a:cubicBezTo>
                  <a:cubicBezTo>
                    <a:pt x="1944" y="3754"/>
                    <a:pt x="1798" y="3997"/>
                    <a:pt x="1555" y="4094"/>
                  </a:cubicBezTo>
                  <a:cubicBezTo>
                    <a:pt x="1482" y="3924"/>
                    <a:pt x="1507" y="3706"/>
                    <a:pt x="1604" y="3511"/>
                  </a:cubicBezTo>
                  <a:cubicBezTo>
                    <a:pt x="1652" y="3438"/>
                    <a:pt x="1725" y="3366"/>
                    <a:pt x="1822" y="3366"/>
                  </a:cubicBezTo>
                  <a:close/>
                  <a:moveTo>
                    <a:pt x="2745" y="159"/>
                  </a:moveTo>
                  <a:cubicBezTo>
                    <a:pt x="2867" y="159"/>
                    <a:pt x="3013" y="183"/>
                    <a:pt x="3158" y="256"/>
                  </a:cubicBezTo>
                  <a:cubicBezTo>
                    <a:pt x="3523" y="378"/>
                    <a:pt x="3814" y="693"/>
                    <a:pt x="3911" y="1058"/>
                  </a:cubicBezTo>
                  <a:cubicBezTo>
                    <a:pt x="3693" y="1325"/>
                    <a:pt x="3596" y="1714"/>
                    <a:pt x="3766" y="1859"/>
                  </a:cubicBezTo>
                  <a:cubicBezTo>
                    <a:pt x="3790" y="1908"/>
                    <a:pt x="3839" y="1932"/>
                    <a:pt x="3863" y="1932"/>
                  </a:cubicBezTo>
                  <a:cubicBezTo>
                    <a:pt x="3936" y="1932"/>
                    <a:pt x="3984" y="1884"/>
                    <a:pt x="4009" y="1835"/>
                  </a:cubicBezTo>
                  <a:cubicBezTo>
                    <a:pt x="4130" y="1616"/>
                    <a:pt x="4154" y="1349"/>
                    <a:pt x="4082" y="1106"/>
                  </a:cubicBezTo>
                  <a:cubicBezTo>
                    <a:pt x="4203" y="961"/>
                    <a:pt x="4397" y="863"/>
                    <a:pt x="4592" y="863"/>
                  </a:cubicBezTo>
                  <a:cubicBezTo>
                    <a:pt x="4762" y="863"/>
                    <a:pt x="4932" y="936"/>
                    <a:pt x="5053" y="1033"/>
                  </a:cubicBezTo>
                  <a:cubicBezTo>
                    <a:pt x="5466" y="1325"/>
                    <a:pt x="5466" y="1932"/>
                    <a:pt x="5272" y="2418"/>
                  </a:cubicBezTo>
                  <a:lnTo>
                    <a:pt x="5150" y="2418"/>
                  </a:lnTo>
                  <a:cubicBezTo>
                    <a:pt x="4907" y="2418"/>
                    <a:pt x="4567" y="2491"/>
                    <a:pt x="4470" y="2710"/>
                  </a:cubicBezTo>
                  <a:cubicBezTo>
                    <a:pt x="4397" y="2928"/>
                    <a:pt x="4543" y="3171"/>
                    <a:pt x="4762" y="3195"/>
                  </a:cubicBezTo>
                  <a:cubicBezTo>
                    <a:pt x="5029" y="3195"/>
                    <a:pt x="5248" y="2904"/>
                    <a:pt x="5369" y="2612"/>
                  </a:cubicBezTo>
                  <a:cubicBezTo>
                    <a:pt x="5612" y="2637"/>
                    <a:pt x="5806" y="2807"/>
                    <a:pt x="5879" y="3025"/>
                  </a:cubicBezTo>
                  <a:cubicBezTo>
                    <a:pt x="5903" y="3220"/>
                    <a:pt x="5831" y="3414"/>
                    <a:pt x="5685" y="3560"/>
                  </a:cubicBezTo>
                  <a:cubicBezTo>
                    <a:pt x="5320" y="3949"/>
                    <a:pt x="4810" y="4191"/>
                    <a:pt x="4252" y="4191"/>
                  </a:cubicBezTo>
                  <a:cubicBezTo>
                    <a:pt x="4082" y="4191"/>
                    <a:pt x="3887" y="4167"/>
                    <a:pt x="3741" y="4070"/>
                  </a:cubicBezTo>
                  <a:cubicBezTo>
                    <a:pt x="3669" y="4046"/>
                    <a:pt x="3620" y="4021"/>
                    <a:pt x="3571" y="3973"/>
                  </a:cubicBezTo>
                  <a:cubicBezTo>
                    <a:pt x="3814" y="3681"/>
                    <a:pt x="3887" y="3366"/>
                    <a:pt x="3766" y="3220"/>
                  </a:cubicBezTo>
                  <a:cubicBezTo>
                    <a:pt x="3717" y="3171"/>
                    <a:pt x="3669" y="3147"/>
                    <a:pt x="3596" y="3147"/>
                  </a:cubicBezTo>
                  <a:cubicBezTo>
                    <a:pt x="3426" y="3171"/>
                    <a:pt x="3280" y="3268"/>
                    <a:pt x="3231" y="3438"/>
                  </a:cubicBezTo>
                  <a:cubicBezTo>
                    <a:pt x="3158" y="3633"/>
                    <a:pt x="3207" y="3851"/>
                    <a:pt x="3328" y="3973"/>
                  </a:cubicBezTo>
                  <a:cubicBezTo>
                    <a:pt x="3037" y="4264"/>
                    <a:pt x="2648" y="4434"/>
                    <a:pt x="2260" y="4434"/>
                  </a:cubicBezTo>
                  <a:cubicBezTo>
                    <a:pt x="2215" y="4444"/>
                    <a:pt x="2169" y="4449"/>
                    <a:pt x="2124" y="4449"/>
                  </a:cubicBezTo>
                  <a:cubicBezTo>
                    <a:pt x="1946" y="4449"/>
                    <a:pt x="1768" y="4375"/>
                    <a:pt x="1652" y="4240"/>
                  </a:cubicBezTo>
                  <a:cubicBezTo>
                    <a:pt x="1944" y="4094"/>
                    <a:pt x="2138" y="3778"/>
                    <a:pt x="2138" y="3463"/>
                  </a:cubicBezTo>
                  <a:cubicBezTo>
                    <a:pt x="2116" y="3307"/>
                    <a:pt x="2013" y="3192"/>
                    <a:pt x="1865" y="3192"/>
                  </a:cubicBezTo>
                  <a:cubicBezTo>
                    <a:pt x="1851" y="3192"/>
                    <a:pt x="1837" y="3193"/>
                    <a:pt x="1822" y="3195"/>
                  </a:cubicBezTo>
                  <a:cubicBezTo>
                    <a:pt x="1677" y="3195"/>
                    <a:pt x="1531" y="3293"/>
                    <a:pt x="1458" y="3438"/>
                  </a:cubicBezTo>
                  <a:cubicBezTo>
                    <a:pt x="1337" y="3657"/>
                    <a:pt x="1312" y="3924"/>
                    <a:pt x="1409" y="4143"/>
                  </a:cubicBezTo>
                  <a:cubicBezTo>
                    <a:pt x="1361" y="4149"/>
                    <a:pt x="1314" y="4152"/>
                    <a:pt x="1268" y="4152"/>
                  </a:cubicBezTo>
                  <a:cubicBezTo>
                    <a:pt x="1130" y="4152"/>
                    <a:pt x="1002" y="4125"/>
                    <a:pt x="875" y="4070"/>
                  </a:cubicBezTo>
                  <a:cubicBezTo>
                    <a:pt x="535" y="3924"/>
                    <a:pt x="316" y="3633"/>
                    <a:pt x="268" y="3268"/>
                  </a:cubicBezTo>
                  <a:cubicBezTo>
                    <a:pt x="195" y="2977"/>
                    <a:pt x="243" y="2637"/>
                    <a:pt x="413" y="2370"/>
                  </a:cubicBezTo>
                  <a:cubicBezTo>
                    <a:pt x="486" y="2564"/>
                    <a:pt x="632" y="2734"/>
                    <a:pt x="802" y="2855"/>
                  </a:cubicBezTo>
                  <a:cubicBezTo>
                    <a:pt x="899" y="2880"/>
                    <a:pt x="972" y="2904"/>
                    <a:pt x="1069" y="2904"/>
                  </a:cubicBezTo>
                  <a:cubicBezTo>
                    <a:pt x="1264" y="2904"/>
                    <a:pt x="1434" y="2758"/>
                    <a:pt x="1434" y="2540"/>
                  </a:cubicBezTo>
                  <a:cubicBezTo>
                    <a:pt x="1434" y="2224"/>
                    <a:pt x="1166" y="1981"/>
                    <a:pt x="851" y="1981"/>
                  </a:cubicBezTo>
                  <a:cubicBezTo>
                    <a:pt x="828" y="1976"/>
                    <a:pt x="806" y="1974"/>
                    <a:pt x="784" y="1974"/>
                  </a:cubicBezTo>
                  <a:cubicBezTo>
                    <a:pt x="685" y="1974"/>
                    <a:pt x="590" y="2014"/>
                    <a:pt x="511" y="2054"/>
                  </a:cubicBezTo>
                  <a:cubicBezTo>
                    <a:pt x="438" y="1568"/>
                    <a:pt x="608" y="1058"/>
                    <a:pt x="1069" y="936"/>
                  </a:cubicBezTo>
                  <a:cubicBezTo>
                    <a:pt x="1194" y="901"/>
                    <a:pt x="1331" y="878"/>
                    <a:pt x="1463" y="878"/>
                  </a:cubicBezTo>
                  <a:cubicBezTo>
                    <a:pt x="1511" y="878"/>
                    <a:pt x="1558" y="881"/>
                    <a:pt x="1604" y="888"/>
                  </a:cubicBezTo>
                  <a:cubicBezTo>
                    <a:pt x="1555" y="1009"/>
                    <a:pt x="1507" y="1106"/>
                    <a:pt x="1507" y="1106"/>
                  </a:cubicBezTo>
                  <a:cubicBezTo>
                    <a:pt x="1507" y="1131"/>
                    <a:pt x="1507" y="1131"/>
                    <a:pt x="1507" y="1155"/>
                  </a:cubicBezTo>
                  <a:cubicBezTo>
                    <a:pt x="1531" y="1179"/>
                    <a:pt x="1725" y="1665"/>
                    <a:pt x="2065" y="1665"/>
                  </a:cubicBezTo>
                  <a:cubicBezTo>
                    <a:pt x="2162" y="1665"/>
                    <a:pt x="2235" y="1641"/>
                    <a:pt x="2308" y="1592"/>
                  </a:cubicBezTo>
                  <a:cubicBezTo>
                    <a:pt x="2405" y="1544"/>
                    <a:pt x="2478" y="1422"/>
                    <a:pt x="2454" y="1301"/>
                  </a:cubicBezTo>
                  <a:cubicBezTo>
                    <a:pt x="2357" y="1033"/>
                    <a:pt x="2114" y="839"/>
                    <a:pt x="1847" y="791"/>
                  </a:cubicBezTo>
                  <a:cubicBezTo>
                    <a:pt x="1992" y="426"/>
                    <a:pt x="2332" y="183"/>
                    <a:pt x="2745" y="159"/>
                  </a:cubicBezTo>
                  <a:close/>
                  <a:moveTo>
                    <a:pt x="2728" y="1"/>
                  </a:moveTo>
                  <a:cubicBezTo>
                    <a:pt x="2260" y="1"/>
                    <a:pt x="1815" y="296"/>
                    <a:pt x="1652" y="766"/>
                  </a:cubicBezTo>
                  <a:cubicBezTo>
                    <a:pt x="1569" y="748"/>
                    <a:pt x="1485" y="740"/>
                    <a:pt x="1403" y="740"/>
                  </a:cubicBezTo>
                  <a:cubicBezTo>
                    <a:pt x="1270" y="740"/>
                    <a:pt x="1141" y="760"/>
                    <a:pt x="1021" y="791"/>
                  </a:cubicBezTo>
                  <a:cubicBezTo>
                    <a:pt x="438" y="936"/>
                    <a:pt x="219" y="1616"/>
                    <a:pt x="341" y="2199"/>
                  </a:cubicBezTo>
                  <a:cubicBezTo>
                    <a:pt x="98" y="2515"/>
                    <a:pt x="0" y="2928"/>
                    <a:pt x="73" y="3317"/>
                  </a:cubicBezTo>
                  <a:cubicBezTo>
                    <a:pt x="146" y="3730"/>
                    <a:pt x="413" y="4070"/>
                    <a:pt x="802" y="4240"/>
                  </a:cubicBezTo>
                  <a:cubicBezTo>
                    <a:pt x="960" y="4293"/>
                    <a:pt x="1130" y="4332"/>
                    <a:pt x="1294" y="4332"/>
                  </a:cubicBezTo>
                  <a:cubicBezTo>
                    <a:pt x="1358" y="4332"/>
                    <a:pt x="1421" y="4326"/>
                    <a:pt x="1482" y="4313"/>
                  </a:cubicBezTo>
                  <a:cubicBezTo>
                    <a:pt x="1638" y="4491"/>
                    <a:pt x="1875" y="4607"/>
                    <a:pt x="2119" y="4607"/>
                  </a:cubicBezTo>
                  <a:cubicBezTo>
                    <a:pt x="2141" y="4607"/>
                    <a:pt x="2164" y="4606"/>
                    <a:pt x="2187" y="4604"/>
                  </a:cubicBezTo>
                  <a:lnTo>
                    <a:pt x="2260" y="4604"/>
                  </a:lnTo>
                  <a:cubicBezTo>
                    <a:pt x="2721" y="4580"/>
                    <a:pt x="3134" y="4410"/>
                    <a:pt x="3450" y="4094"/>
                  </a:cubicBezTo>
                  <a:cubicBezTo>
                    <a:pt x="3523" y="4143"/>
                    <a:pt x="3596" y="4191"/>
                    <a:pt x="3669" y="4240"/>
                  </a:cubicBezTo>
                  <a:cubicBezTo>
                    <a:pt x="3839" y="4313"/>
                    <a:pt x="4057" y="4361"/>
                    <a:pt x="4276" y="4361"/>
                  </a:cubicBezTo>
                  <a:cubicBezTo>
                    <a:pt x="4859" y="4361"/>
                    <a:pt x="5418" y="4094"/>
                    <a:pt x="5831" y="3681"/>
                  </a:cubicBezTo>
                  <a:cubicBezTo>
                    <a:pt x="6001" y="3487"/>
                    <a:pt x="6073" y="3244"/>
                    <a:pt x="6049" y="3001"/>
                  </a:cubicBezTo>
                  <a:cubicBezTo>
                    <a:pt x="5976" y="2710"/>
                    <a:pt x="5733" y="2491"/>
                    <a:pt x="5442" y="2467"/>
                  </a:cubicBezTo>
                  <a:cubicBezTo>
                    <a:pt x="5636" y="1908"/>
                    <a:pt x="5612" y="1252"/>
                    <a:pt x="5126" y="912"/>
                  </a:cubicBezTo>
                  <a:cubicBezTo>
                    <a:pt x="4972" y="781"/>
                    <a:pt x="4776" y="715"/>
                    <a:pt x="4580" y="715"/>
                  </a:cubicBezTo>
                  <a:cubicBezTo>
                    <a:pt x="4376" y="715"/>
                    <a:pt x="4170" y="787"/>
                    <a:pt x="4009" y="936"/>
                  </a:cubicBezTo>
                  <a:cubicBezTo>
                    <a:pt x="3887" y="548"/>
                    <a:pt x="3571" y="256"/>
                    <a:pt x="3207" y="110"/>
                  </a:cubicBezTo>
                  <a:cubicBezTo>
                    <a:pt x="3052" y="36"/>
                    <a:pt x="2889" y="1"/>
                    <a:pt x="27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3" name="Google Shape;943;p22"/>
          <p:cNvGrpSpPr/>
          <p:nvPr/>
        </p:nvGrpSpPr>
        <p:grpSpPr>
          <a:xfrm>
            <a:off x="7573919" y="168286"/>
            <a:ext cx="1958025" cy="1248696"/>
            <a:chOff x="7239867" y="1514545"/>
            <a:chExt cx="2525833" cy="1610805"/>
          </a:xfrm>
        </p:grpSpPr>
        <p:grpSp>
          <p:nvGrpSpPr>
            <p:cNvPr id="944" name="Google Shape;944;p22"/>
            <p:cNvGrpSpPr/>
            <p:nvPr/>
          </p:nvGrpSpPr>
          <p:grpSpPr>
            <a:xfrm>
              <a:off x="7346663" y="1514545"/>
              <a:ext cx="2419037" cy="1551678"/>
              <a:chOff x="7410211" y="1555302"/>
              <a:chExt cx="2355440" cy="1510884"/>
            </a:xfrm>
          </p:grpSpPr>
          <p:grpSp>
            <p:nvGrpSpPr>
              <p:cNvPr id="945" name="Google Shape;945;p22"/>
              <p:cNvGrpSpPr/>
              <p:nvPr/>
            </p:nvGrpSpPr>
            <p:grpSpPr>
              <a:xfrm>
                <a:off x="7410211" y="1555302"/>
                <a:ext cx="2355440" cy="1510884"/>
                <a:chOff x="761258" y="2062480"/>
                <a:chExt cx="1646470" cy="1056119"/>
              </a:xfrm>
            </p:grpSpPr>
            <p:sp>
              <p:nvSpPr>
                <p:cNvPr id="946" name="Google Shape;946;p22"/>
                <p:cNvSpPr/>
                <p:nvPr/>
              </p:nvSpPr>
              <p:spPr>
                <a:xfrm rot="-1481318">
                  <a:off x="1087094" y="2126891"/>
                  <a:ext cx="430227" cy="556678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7" name="Google Shape;947;p22"/>
                <p:cNvSpPr/>
                <p:nvPr/>
              </p:nvSpPr>
              <p:spPr>
                <a:xfrm>
                  <a:off x="1415418" y="2201127"/>
                  <a:ext cx="557700" cy="4926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8" name="Google Shape;948;p22"/>
                <p:cNvSpPr/>
                <p:nvPr/>
              </p:nvSpPr>
              <p:spPr>
                <a:xfrm>
                  <a:off x="761258" y="2379293"/>
                  <a:ext cx="492600" cy="4926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9" name="Google Shape;949;p22"/>
                <p:cNvSpPr/>
                <p:nvPr/>
              </p:nvSpPr>
              <p:spPr>
                <a:xfrm>
                  <a:off x="899445" y="2606080"/>
                  <a:ext cx="469500" cy="4695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0" name="Google Shape;950;p22"/>
                <p:cNvSpPr/>
                <p:nvPr/>
              </p:nvSpPr>
              <p:spPr>
                <a:xfrm>
                  <a:off x="1250808" y="2594534"/>
                  <a:ext cx="492600" cy="4926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1" name="Google Shape;951;p22"/>
                <p:cNvSpPr/>
                <p:nvPr/>
              </p:nvSpPr>
              <p:spPr>
                <a:xfrm rot="-2967336">
                  <a:off x="1706888" y="2475460"/>
                  <a:ext cx="622580" cy="492779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952" name="Google Shape;952;p22"/>
              <p:cNvSpPr/>
              <p:nvPr/>
            </p:nvSpPr>
            <p:spPr>
              <a:xfrm>
                <a:off x="7933212" y="2119383"/>
                <a:ext cx="704700" cy="7047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22"/>
              <p:cNvSpPr/>
              <p:nvPr/>
            </p:nvSpPr>
            <p:spPr>
              <a:xfrm>
                <a:off x="8386462" y="2119383"/>
                <a:ext cx="704700" cy="7047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54" name="Google Shape;954;p22"/>
            <p:cNvSpPr/>
            <p:nvPr/>
          </p:nvSpPr>
          <p:spPr>
            <a:xfrm>
              <a:off x="7239867" y="1792171"/>
              <a:ext cx="2256600" cy="1333178"/>
            </a:xfrm>
            <a:custGeom>
              <a:avLst/>
              <a:gdLst/>
              <a:ahLst/>
              <a:cxnLst/>
              <a:rect l="l" t="t" r="r" b="b"/>
              <a:pathLst>
                <a:path w="4957" h="2929" extrusionOk="0">
                  <a:moveTo>
                    <a:pt x="1215" y="718"/>
                  </a:moveTo>
                  <a:cubicBezTo>
                    <a:pt x="1312" y="743"/>
                    <a:pt x="1337" y="767"/>
                    <a:pt x="1361" y="815"/>
                  </a:cubicBezTo>
                  <a:cubicBezTo>
                    <a:pt x="1361" y="840"/>
                    <a:pt x="1312" y="888"/>
                    <a:pt x="1288" y="913"/>
                  </a:cubicBezTo>
                  <a:cubicBezTo>
                    <a:pt x="1264" y="913"/>
                    <a:pt x="1264" y="937"/>
                    <a:pt x="1215" y="937"/>
                  </a:cubicBezTo>
                  <a:cubicBezTo>
                    <a:pt x="1215" y="864"/>
                    <a:pt x="1215" y="815"/>
                    <a:pt x="1215" y="743"/>
                  </a:cubicBezTo>
                  <a:lnTo>
                    <a:pt x="1215" y="718"/>
                  </a:lnTo>
                  <a:close/>
                  <a:moveTo>
                    <a:pt x="2527" y="475"/>
                  </a:moveTo>
                  <a:cubicBezTo>
                    <a:pt x="2624" y="597"/>
                    <a:pt x="2673" y="767"/>
                    <a:pt x="2624" y="937"/>
                  </a:cubicBezTo>
                  <a:cubicBezTo>
                    <a:pt x="2601" y="983"/>
                    <a:pt x="2567" y="1007"/>
                    <a:pt x="2530" y="1007"/>
                  </a:cubicBezTo>
                  <a:cubicBezTo>
                    <a:pt x="2489" y="1007"/>
                    <a:pt x="2444" y="977"/>
                    <a:pt x="2405" y="913"/>
                  </a:cubicBezTo>
                  <a:cubicBezTo>
                    <a:pt x="2333" y="767"/>
                    <a:pt x="2381" y="573"/>
                    <a:pt x="2527" y="475"/>
                  </a:cubicBezTo>
                  <a:close/>
                  <a:moveTo>
                    <a:pt x="3984" y="1010"/>
                  </a:moveTo>
                  <a:lnTo>
                    <a:pt x="3984" y="1010"/>
                  </a:lnTo>
                  <a:cubicBezTo>
                    <a:pt x="4009" y="1107"/>
                    <a:pt x="3984" y="1228"/>
                    <a:pt x="3936" y="1326"/>
                  </a:cubicBezTo>
                  <a:cubicBezTo>
                    <a:pt x="3912" y="1350"/>
                    <a:pt x="3912" y="1350"/>
                    <a:pt x="3887" y="1350"/>
                  </a:cubicBezTo>
                  <a:cubicBezTo>
                    <a:pt x="3863" y="1350"/>
                    <a:pt x="3839" y="1326"/>
                    <a:pt x="3814" y="1326"/>
                  </a:cubicBezTo>
                  <a:cubicBezTo>
                    <a:pt x="3766" y="1277"/>
                    <a:pt x="3766" y="1277"/>
                    <a:pt x="3766" y="1204"/>
                  </a:cubicBezTo>
                  <a:cubicBezTo>
                    <a:pt x="3790" y="1131"/>
                    <a:pt x="3863" y="1058"/>
                    <a:pt x="3984" y="1010"/>
                  </a:cubicBezTo>
                  <a:close/>
                  <a:moveTo>
                    <a:pt x="1045" y="1860"/>
                  </a:moveTo>
                  <a:cubicBezTo>
                    <a:pt x="948" y="1957"/>
                    <a:pt x="851" y="2030"/>
                    <a:pt x="754" y="2079"/>
                  </a:cubicBezTo>
                  <a:cubicBezTo>
                    <a:pt x="778" y="1982"/>
                    <a:pt x="875" y="1909"/>
                    <a:pt x="972" y="1860"/>
                  </a:cubicBezTo>
                  <a:close/>
                  <a:moveTo>
                    <a:pt x="3159" y="1957"/>
                  </a:moveTo>
                  <a:cubicBezTo>
                    <a:pt x="3159" y="1957"/>
                    <a:pt x="3183" y="1957"/>
                    <a:pt x="3231" y="2006"/>
                  </a:cubicBezTo>
                  <a:cubicBezTo>
                    <a:pt x="3280" y="2054"/>
                    <a:pt x="3304" y="2152"/>
                    <a:pt x="3280" y="2224"/>
                  </a:cubicBezTo>
                  <a:cubicBezTo>
                    <a:pt x="3159" y="2127"/>
                    <a:pt x="3159" y="2006"/>
                    <a:pt x="3159" y="1957"/>
                  </a:cubicBezTo>
                  <a:close/>
                  <a:moveTo>
                    <a:pt x="1701" y="2030"/>
                  </a:moveTo>
                  <a:cubicBezTo>
                    <a:pt x="1750" y="2054"/>
                    <a:pt x="1798" y="2079"/>
                    <a:pt x="1822" y="2127"/>
                  </a:cubicBezTo>
                  <a:cubicBezTo>
                    <a:pt x="1847" y="2249"/>
                    <a:pt x="1822" y="2346"/>
                    <a:pt x="1774" y="2443"/>
                  </a:cubicBezTo>
                  <a:cubicBezTo>
                    <a:pt x="1677" y="2346"/>
                    <a:pt x="1628" y="2200"/>
                    <a:pt x="1652" y="2054"/>
                  </a:cubicBezTo>
                  <a:cubicBezTo>
                    <a:pt x="1652" y="2030"/>
                    <a:pt x="1677" y="2030"/>
                    <a:pt x="1677" y="2030"/>
                  </a:cubicBezTo>
                  <a:close/>
                  <a:moveTo>
                    <a:pt x="1688" y="116"/>
                  </a:moveTo>
                  <a:cubicBezTo>
                    <a:pt x="1796" y="116"/>
                    <a:pt x="1923" y="140"/>
                    <a:pt x="2065" y="184"/>
                  </a:cubicBezTo>
                  <a:cubicBezTo>
                    <a:pt x="2211" y="232"/>
                    <a:pt x="2333" y="305"/>
                    <a:pt x="2454" y="427"/>
                  </a:cubicBezTo>
                  <a:cubicBezTo>
                    <a:pt x="2284" y="548"/>
                    <a:pt x="2235" y="791"/>
                    <a:pt x="2333" y="961"/>
                  </a:cubicBezTo>
                  <a:cubicBezTo>
                    <a:pt x="2430" y="1083"/>
                    <a:pt x="2503" y="1131"/>
                    <a:pt x="2551" y="1131"/>
                  </a:cubicBezTo>
                  <a:cubicBezTo>
                    <a:pt x="2648" y="1107"/>
                    <a:pt x="2721" y="1058"/>
                    <a:pt x="2746" y="986"/>
                  </a:cubicBezTo>
                  <a:cubicBezTo>
                    <a:pt x="2794" y="791"/>
                    <a:pt x="2746" y="573"/>
                    <a:pt x="2624" y="427"/>
                  </a:cubicBezTo>
                  <a:cubicBezTo>
                    <a:pt x="2818" y="305"/>
                    <a:pt x="3061" y="232"/>
                    <a:pt x="3304" y="232"/>
                  </a:cubicBezTo>
                  <a:lnTo>
                    <a:pt x="3450" y="232"/>
                  </a:lnTo>
                  <a:cubicBezTo>
                    <a:pt x="3742" y="330"/>
                    <a:pt x="3960" y="597"/>
                    <a:pt x="3984" y="888"/>
                  </a:cubicBezTo>
                  <a:cubicBezTo>
                    <a:pt x="3839" y="937"/>
                    <a:pt x="3717" y="1034"/>
                    <a:pt x="3693" y="1180"/>
                  </a:cubicBezTo>
                  <a:cubicBezTo>
                    <a:pt x="3669" y="1277"/>
                    <a:pt x="3693" y="1350"/>
                    <a:pt x="3766" y="1423"/>
                  </a:cubicBezTo>
                  <a:cubicBezTo>
                    <a:pt x="3802" y="1459"/>
                    <a:pt x="3845" y="1477"/>
                    <a:pt x="3887" y="1477"/>
                  </a:cubicBezTo>
                  <a:cubicBezTo>
                    <a:pt x="3930" y="1477"/>
                    <a:pt x="3972" y="1459"/>
                    <a:pt x="4009" y="1423"/>
                  </a:cubicBezTo>
                  <a:cubicBezTo>
                    <a:pt x="4082" y="1277"/>
                    <a:pt x="4106" y="1131"/>
                    <a:pt x="4082" y="986"/>
                  </a:cubicBezTo>
                  <a:cubicBezTo>
                    <a:pt x="4130" y="986"/>
                    <a:pt x="4203" y="961"/>
                    <a:pt x="4252" y="961"/>
                  </a:cubicBezTo>
                  <a:cubicBezTo>
                    <a:pt x="4470" y="961"/>
                    <a:pt x="4640" y="1083"/>
                    <a:pt x="4738" y="1277"/>
                  </a:cubicBezTo>
                  <a:cubicBezTo>
                    <a:pt x="4835" y="1544"/>
                    <a:pt x="4810" y="1836"/>
                    <a:pt x="4665" y="2079"/>
                  </a:cubicBezTo>
                  <a:cubicBezTo>
                    <a:pt x="4483" y="2341"/>
                    <a:pt x="4201" y="2486"/>
                    <a:pt x="3902" y="2486"/>
                  </a:cubicBezTo>
                  <a:cubicBezTo>
                    <a:pt x="3841" y="2486"/>
                    <a:pt x="3779" y="2480"/>
                    <a:pt x="3717" y="2467"/>
                  </a:cubicBezTo>
                  <a:cubicBezTo>
                    <a:pt x="3572" y="2443"/>
                    <a:pt x="3450" y="2370"/>
                    <a:pt x="3353" y="2297"/>
                  </a:cubicBezTo>
                  <a:cubicBezTo>
                    <a:pt x="3401" y="2176"/>
                    <a:pt x="3377" y="2030"/>
                    <a:pt x="3304" y="1933"/>
                  </a:cubicBezTo>
                  <a:cubicBezTo>
                    <a:pt x="3244" y="1884"/>
                    <a:pt x="3189" y="1860"/>
                    <a:pt x="3143" y="1860"/>
                  </a:cubicBezTo>
                  <a:cubicBezTo>
                    <a:pt x="3098" y="1860"/>
                    <a:pt x="3061" y="1884"/>
                    <a:pt x="3037" y="1933"/>
                  </a:cubicBezTo>
                  <a:cubicBezTo>
                    <a:pt x="3037" y="2103"/>
                    <a:pt x="3086" y="2249"/>
                    <a:pt x="3231" y="2322"/>
                  </a:cubicBezTo>
                  <a:cubicBezTo>
                    <a:pt x="3071" y="2620"/>
                    <a:pt x="2781" y="2809"/>
                    <a:pt x="2442" y="2809"/>
                  </a:cubicBezTo>
                  <a:cubicBezTo>
                    <a:pt x="2422" y="2809"/>
                    <a:pt x="2402" y="2809"/>
                    <a:pt x="2381" y="2807"/>
                  </a:cubicBezTo>
                  <a:cubicBezTo>
                    <a:pt x="2187" y="2807"/>
                    <a:pt x="1968" y="2686"/>
                    <a:pt x="1847" y="2516"/>
                  </a:cubicBezTo>
                  <a:cubicBezTo>
                    <a:pt x="1920" y="2394"/>
                    <a:pt x="1968" y="2249"/>
                    <a:pt x="1920" y="2103"/>
                  </a:cubicBezTo>
                  <a:cubicBezTo>
                    <a:pt x="1895" y="2030"/>
                    <a:pt x="1822" y="1957"/>
                    <a:pt x="1725" y="1933"/>
                  </a:cubicBezTo>
                  <a:cubicBezTo>
                    <a:pt x="1712" y="1928"/>
                    <a:pt x="1699" y="1926"/>
                    <a:pt x="1685" y="1926"/>
                  </a:cubicBezTo>
                  <a:cubicBezTo>
                    <a:pt x="1627" y="1926"/>
                    <a:pt x="1575" y="1966"/>
                    <a:pt x="1555" y="2006"/>
                  </a:cubicBezTo>
                  <a:cubicBezTo>
                    <a:pt x="1531" y="2200"/>
                    <a:pt x="1580" y="2394"/>
                    <a:pt x="1725" y="2540"/>
                  </a:cubicBezTo>
                  <a:cubicBezTo>
                    <a:pt x="1604" y="2662"/>
                    <a:pt x="1434" y="2735"/>
                    <a:pt x="1264" y="2759"/>
                  </a:cubicBezTo>
                  <a:lnTo>
                    <a:pt x="1191" y="2759"/>
                  </a:lnTo>
                  <a:cubicBezTo>
                    <a:pt x="1045" y="2759"/>
                    <a:pt x="924" y="2686"/>
                    <a:pt x="826" y="2589"/>
                  </a:cubicBezTo>
                  <a:cubicBezTo>
                    <a:pt x="729" y="2467"/>
                    <a:pt x="705" y="2346"/>
                    <a:pt x="729" y="2224"/>
                  </a:cubicBezTo>
                  <a:cubicBezTo>
                    <a:pt x="924" y="2152"/>
                    <a:pt x="1167" y="1957"/>
                    <a:pt x="1142" y="1836"/>
                  </a:cubicBezTo>
                  <a:cubicBezTo>
                    <a:pt x="1142" y="1801"/>
                    <a:pt x="1118" y="1767"/>
                    <a:pt x="1052" y="1767"/>
                  </a:cubicBezTo>
                  <a:cubicBezTo>
                    <a:pt x="1025" y="1767"/>
                    <a:pt x="991" y="1773"/>
                    <a:pt x="948" y="1787"/>
                  </a:cubicBezTo>
                  <a:cubicBezTo>
                    <a:pt x="802" y="1836"/>
                    <a:pt x="681" y="1982"/>
                    <a:pt x="656" y="2152"/>
                  </a:cubicBezTo>
                  <a:cubicBezTo>
                    <a:pt x="638" y="2154"/>
                    <a:pt x="621" y="2155"/>
                    <a:pt x="603" y="2155"/>
                  </a:cubicBezTo>
                  <a:cubicBezTo>
                    <a:pt x="414" y="2155"/>
                    <a:pt x="286" y="2032"/>
                    <a:pt x="219" y="1787"/>
                  </a:cubicBezTo>
                  <a:cubicBezTo>
                    <a:pt x="98" y="1520"/>
                    <a:pt x="122" y="1228"/>
                    <a:pt x="243" y="961"/>
                  </a:cubicBezTo>
                  <a:cubicBezTo>
                    <a:pt x="389" y="791"/>
                    <a:pt x="608" y="694"/>
                    <a:pt x="851" y="694"/>
                  </a:cubicBezTo>
                  <a:lnTo>
                    <a:pt x="1142" y="694"/>
                  </a:lnTo>
                  <a:lnTo>
                    <a:pt x="1142" y="743"/>
                  </a:lnTo>
                  <a:cubicBezTo>
                    <a:pt x="1118" y="840"/>
                    <a:pt x="1142" y="937"/>
                    <a:pt x="1191" y="1010"/>
                  </a:cubicBezTo>
                  <a:cubicBezTo>
                    <a:pt x="1204" y="1036"/>
                    <a:pt x="1232" y="1056"/>
                    <a:pt x="1271" y="1056"/>
                  </a:cubicBezTo>
                  <a:cubicBezTo>
                    <a:pt x="1302" y="1056"/>
                    <a:pt x="1341" y="1043"/>
                    <a:pt x="1385" y="1010"/>
                  </a:cubicBezTo>
                  <a:cubicBezTo>
                    <a:pt x="1482" y="913"/>
                    <a:pt x="1507" y="888"/>
                    <a:pt x="1482" y="791"/>
                  </a:cubicBezTo>
                  <a:cubicBezTo>
                    <a:pt x="1458" y="718"/>
                    <a:pt x="1385" y="645"/>
                    <a:pt x="1239" y="621"/>
                  </a:cubicBezTo>
                  <a:cubicBezTo>
                    <a:pt x="1239" y="475"/>
                    <a:pt x="1288" y="330"/>
                    <a:pt x="1385" y="232"/>
                  </a:cubicBezTo>
                  <a:cubicBezTo>
                    <a:pt x="1452" y="152"/>
                    <a:pt x="1556" y="116"/>
                    <a:pt x="1688" y="116"/>
                  </a:cubicBezTo>
                  <a:close/>
                  <a:moveTo>
                    <a:pt x="1650" y="1"/>
                  </a:moveTo>
                  <a:cubicBezTo>
                    <a:pt x="1501" y="1"/>
                    <a:pt x="1380" y="43"/>
                    <a:pt x="1288" y="135"/>
                  </a:cubicBezTo>
                  <a:cubicBezTo>
                    <a:pt x="1191" y="257"/>
                    <a:pt x="1118" y="427"/>
                    <a:pt x="1118" y="597"/>
                  </a:cubicBezTo>
                  <a:cubicBezTo>
                    <a:pt x="1069" y="585"/>
                    <a:pt x="1021" y="579"/>
                    <a:pt x="972" y="579"/>
                  </a:cubicBezTo>
                  <a:cubicBezTo>
                    <a:pt x="924" y="579"/>
                    <a:pt x="875" y="585"/>
                    <a:pt x="826" y="597"/>
                  </a:cubicBezTo>
                  <a:cubicBezTo>
                    <a:pt x="559" y="597"/>
                    <a:pt x="316" y="694"/>
                    <a:pt x="146" y="888"/>
                  </a:cubicBezTo>
                  <a:cubicBezTo>
                    <a:pt x="1" y="1180"/>
                    <a:pt x="1" y="1520"/>
                    <a:pt x="122" y="1811"/>
                  </a:cubicBezTo>
                  <a:cubicBezTo>
                    <a:pt x="219" y="2152"/>
                    <a:pt x="414" y="2224"/>
                    <a:pt x="559" y="2224"/>
                  </a:cubicBezTo>
                  <a:lnTo>
                    <a:pt x="608" y="2224"/>
                  </a:lnTo>
                  <a:cubicBezTo>
                    <a:pt x="608" y="2394"/>
                    <a:pt x="656" y="2540"/>
                    <a:pt x="754" y="2637"/>
                  </a:cubicBezTo>
                  <a:cubicBezTo>
                    <a:pt x="851" y="2783"/>
                    <a:pt x="1021" y="2856"/>
                    <a:pt x="1191" y="2856"/>
                  </a:cubicBezTo>
                  <a:lnTo>
                    <a:pt x="1264" y="2856"/>
                  </a:lnTo>
                  <a:cubicBezTo>
                    <a:pt x="1458" y="2832"/>
                    <a:pt x="1652" y="2759"/>
                    <a:pt x="1774" y="2613"/>
                  </a:cubicBezTo>
                  <a:cubicBezTo>
                    <a:pt x="1944" y="2783"/>
                    <a:pt x="2163" y="2905"/>
                    <a:pt x="2381" y="2929"/>
                  </a:cubicBezTo>
                  <a:lnTo>
                    <a:pt x="2430" y="2929"/>
                  </a:lnTo>
                  <a:cubicBezTo>
                    <a:pt x="2794" y="2905"/>
                    <a:pt x="3134" y="2710"/>
                    <a:pt x="3304" y="2394"/>
                  </a:cubicBezTo>
                  <a:cubicBezTo>
                    <a:pt x="3426" y="2467"/>
                    <a:pt x="3547" y="2516"/>
                    <a:pt x="3693" y="2540"/>
                  </a:cubicBezTo>
                  <a:cubicBezTo>
                    <a:pt x="3766" y="2559"/>
                    <a:pt x="3841" y="2567"/>
                    <a:pt x="3916" y="2567"/>
                  </a:cubicBezTo>
                  <a:cubicBezTo>
                    <a:pt x="4239" y="2567"/>
                    <a:pt x="4560" y="2403"/>
                    <a:pt x="4738" y="2127"/>
                  </a:cubicBezTo>
                  <a:cubicBezTo>
                    <a:pt x="4932" y="1860"/>
                    <a:pt x="4956" y="1496"/>
                    <a:pt x="4835" y="1204"/>
                  </a:cubicBezTo>
                  <a:cubicBezTo>
                    <a:pt x="4738" y="986"/>
                    <a:pt x="4495" y="840"/>
                    <a:pt x="4252" y="840"/>
                  </a:cubicBezTo>
                  <a:cubicBezTo>
                    <a:pt x="4203" y="840"/>
                    <a:pt x="4130" y="840"/>
                    <a:pt x="4057" y="864"/>
                  </a:cubicBezTo>
                  <a:cubicBezTo>
                    <a:pt x="4033" y="500"/>
                    <a:pt x="3790" y="232"/>
                    <a:pt x="3450" y="135"/>
                  </a:cubicBezTo>
                  <a:cubicBezTo>
                    <a:pt x="3426" y="123"/>
                    <a:pt x="3395" y="117"/>
                    <a:pt x="3365" y="117"/>
                  </a:cubicBezTo>
                  <a:cubicBezTo>
                    <a:pt x="3335" y="117"/>
                    <a:pt x="3304" y="123"/>
                    <a:pt x="3280" y="135"/>
                  </a:cubicBezTo>
                  <a:cubicBezTo>
                    <a:pt x="3013" y="135"/>
                    <a:pt x="2746" y="208"/>
                    <a:pt x="2527" y="330"/>
                  </a:cubicBezTo>
                  <a:cubicBezTo>
                    <a:pt x="2405" y="232"/>
                    <a:pt x="2235" y="135"/>
                    <a:pt x="2090" y="87"/>
                  </a:cubicBezTo>
                  <a:cubicBezTo>
                    <a:pt x="1923" y="31"/>
                    <a:pt x="1776" y="1"/>
                    <a:pt x="1650" y="1"/>
                  </a:cubicBezTo>
                  <a:close/>
                </a:path>
              </a:pathLst>
            </a:custGeom>
            <a:solidFill>
              <a:srgbClr val="261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5" name="Google Shape;955;p22"/>
          <p:cNvGrpSpPr/>
          <p:nvPr/>
        </p:nvGrpSpPr>
        <p:grpSpPr>
          <a:xfrm flipH="1">
            <a:off x="8240329" y="3957734"/>
            <a:ext cx="708344" cy="1228537"/>
            <a:chOff x="-1056319" y="1385262"/>
            <a:chExt cx="212940" cy="369285"/>
          </a:xfrm>
        </p:grpSpPr>
        <p:sp>
          <p:nvSpPr>
            <p:cNvPr id="956" name="Google Shape;956;p22"/>
            <p:cNvSpPr/>
            <p:nvPr/>
          </p:nvSpPr>
          <p:spPr>
            <a:xfrm>
              <a:off x="-933315" y="1467563"/>
              <a:ext cx="27460" cy="279194"/>
            </a:xfrm>
            <a:custGeom>
              <a:avLst/>
              <a:gdLst/>
              <a:ahLst/>
              <a:cxnLst/>
              <a:rect l="l" t="t" r="r" b="b"/>
              <a:pathLst>
                <a:path w="705" h="7168" extrusionOk="0">
                  <a:moveTo>
                    <a:pt x="680" y="1"/>
                  </a:moveTo>
                  <a:cubicBezTo>
                    <a:pt x="656" y="1"/>
                    <a:pt x="632" y="25"/>
                    <a:pt x="632" y="50"/>
                  </a:cubicBezTo>
                  <a:cubicBezTo>
                    <a:pt x="608" y="292"/>
                    <a:pt x="0" y="6123"/>
                    <a:pt x="170" y="7119"/>
                  </a:cubicBezTo>
                  <a:cubicBezTo>
                    <a:pt x="170" y="7143"/>
                    <a:pt x="170" y="7167"/>
                    <a:pt x="195" y="7167"/>
                  </a:cubicBezTo>
                  <a:lnTo>
                    <a:pt x="219" y="7167"/>
                  </a:lnTo>
                  <a:cubicBezTo>
                    <a:pt x="243" y="7143"/>
                    <a:pt x="243" y="7119"/>
                    <a:pt x="243" y="7094"/>
                  </a:cubicBezTo>
                  <a:cubicBezTo>
                    <a:pt x="97" y="6123"/>
                    <a:pt x="705" y="122"/>
                    <a:pt x="705" y="74"/>
                  </a:cubicBezTo>
                  <a:cubicBezTo>
                    <a:pt x="705" y="25"/>
                    <a:pt x="705" y="25"/>
                    <a:pt x="6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22"/>
            <p:cNvSpPr/>
            <p:nvPr/>
          </p:nvSpPr>
          <p:spPr>
            <a:xfrm>
              <a:off x="-968331" y="1385262"/>
              <a:ext cx="124952" cy="123978"/>
            </a:xfrm>
            <a:custGeom>
              <a:avLst/>
              <a:gdLst/>
              <a:ahLst/>
              <a:cxnLst/>
              <a:rect l="l" t="t" r="r" b="b"/>
              <a:pathLst>
                <a:path w="3208" h="3183" extrusionOk="0">
                  <a:moveTo>
                    <a:pt x="1555" y="98"/>
                  </a:moveTo>
                  <a:cubicBezTo>
                    <a:pt x="1871" y="171"/>
                    <a:pt x="1871" y="705"/>
                    <a:pt x="1871" y="705"/>
                  </a:cubicBezTo>
                  <a:cubicBezTo>
                    <a:pt x="1871" y="729"/>
                    <a:pt x="1895" y="754"/>
                    <a:pt x="1920" y="754"/>
                  </a:cubicBezTo>
                  <a:cubicBezTo>
                    <a:pt x="1944" y="754"/>
                    <a:pt x="1968" y="754"/>
                    <a:pt x="1968" y="729"/>
                  </a:cubicBezTo>
                  <a:cubicBezTo>
                    <a:pt x="2065" y="535"/>
                    <a:pt x="2260" y="243"/>
                    <a:pt x="2381" y="243"/>
                  </a:cubicBezTo>
                  <a:cubicBezTo>
                    <a:pt x="2405" y="243"/>
                    <a:pt x="2430" y="243"/>
                    <a:pt x="2430" y="268"/>
                  </a:cubicBezTo>
                  <a:cubicBezTo>
                    <a:pt x="2600" y="389"/>
                    <a:pt x="2478" y="802"/>
                    <a:pt x="2405" y="948"/>
                  </a:cubicBezTo>
                  <a:cubicBezTo>
                    <a:pt x="2386" y="988"/>
                    <a:pt x="2414" y="1027"/>
                    <a:pt x="2452" y="1027"/>
                  </a:cubicBezTo>
                  <a:cubicBezTo>
                    <a:pt x="2460" y="1027"/>
                    <a:pt x="2469" y="1025"/>
                    <a:pt x="2478" y="1021"/>
                  </a:cubicBezTo>
                  <a:cubicBezTo>
                    <a:pt x="2600" y="972"/>
                    <a:pt x="2745" y="924"/>
                    <a:pt x="2891" y="924"/>
                  </a:cubicBezTo>
                  <a:cubicBezTo>
                    <a:pt x="2940" y="924"/>
                    <a:pt x="3013" y="924"/>
                    <a:pt x="3061" y="972"/>
                  </a:cubicBezTo>
                  <a:cubicBezTo>
                    <a:pt x="3061" y="972"/>
                    <a:pt x="3061" y="996"/>
                    <a:pt x="3061" y="996"/>
                  </a:cubicBezTo>
                  <a:cubicBezTo>
                    <a:pt x="3037" y="1142"/>
                    <a:pt x="2745" y="1409"/>
                    <a:pt x="2551" y="1580"/>
                  </a:cubicBezTo>
                  <a:cubicBezTo>
                    <a:pt x="2527" y="1580"/>
                    <a:pt x="2527" y="1604"/>
                    <a:pt x="2527" y="1628"/>
                  </a:cubicBezTo>
                  <a:cubicBezTo>
                    <a:pt x="2551" y="1628"/>
                    <a:pt x="2551" y="1652"/>
                    <a:pt x="2575" y="1652"/>
                  </a:cubicBezTo>
                  <a:cubicBezTo>
                    <a:pt x="2721" y="1652"/>
                    <a:pt x="3134" y="1725"/>
                    <a:pt x="3134" y="1920"/>
                  </a:cubicBezTo>
                  <a:cubicBezTo>
                    <a:pt x="3134" y="2114"/>
                    <a:pt x="2624" y="2163"/>
                    <a:pt x="2430" y="2163"/>
                  </a:cubicBezTo>
                  <a:cubicBezTo>
                    <a:pt x="2430" y="2163"/>
                    <a:pt x="2405" y="2163"/>
                    <a:pt x="2405" y="2187"/>
                  </a:cubicBezTo>
                  <a:cubicBezTo>
                    <a:pt x="2381" y="2211"/>
                    <a:pt x="2381" y="2211"/>
                    <a:pt x="2405" y="2235"/>
                  </a:cubicBezTo>
                  <a:cubicBezTo>
                    <a:pt x="2405" y="2235"/>
                    <a:pt x="2697" y="2551"/>
                    <a:pt x="2527" y="2794"/>
                  </a:cubicBezTo>
                  <a:cubicBezTo>
                    <a:pt x="2503" y="2818"/>
                    <a:pt x="2454" y="2843"/>
                    <a:pt x="2430" y="2843"/>
                  </a:cubicBezTo>
                  <a:cubicBezTo>
                    <a:pt x="2260" y="2843"/>
                    <a:pt x="1992" y="2503"/>
                    <a:pt x="1895" y="2381"/>
                  </a:cubicBezTo>
                  <a:cubicBezTo>
                    <a:pt x="1883" y="2369"/>
                    <a:pt x="1871" y="2363"/>
                    <a:pt x="1862" y="2363"/>
                  </a:cubicBezTo>
                  <a:cubicBezTo>
                    <a:pt x="1853" y="2363"/>
                    <a:pt x="1847" y="2369"/>
                    <a:pt x="1847" y="2381"/>
                  </a:cubicBezTo>
                  <a:cubicBezTo>
                    <a:pt x="1822" y="2381"/>
                    <a:pt x="1798" y="2405"/>
                    <a:pt x="1798" y="2430"/>
                  </a:cubicBezTo>
                  <a:cubicBezTo>
                    <a:pt x="1798" y="2430"/>
                    <a:pt x="1871" y="2964"/>
                    <a:pt x="1579" y="3086"/>
                  </a:cubicBezTo>
                  <a:lnTo>
                    <a:pt x="1507" y="3086"/>
                  </a:lnTo>
                  <a:cubicBezTo>
                    <a:pt x="1312" y="3086"/>
                    <a:pt x="1215" y="2624"/>
                    <a:pt x="1215" y="2454"/>
                  </a:cubicBezTo>
                  <a:cubicBezTo>
                    <a:pt x="1215" y="2430"/>
                    <a:pt x="1191" y="2430"/>
                    <a:pt x="1166" y="2430"/>
                  </a:cubicBezTo>
                  <a:cubicBezTo>
                    <a:pt x="1166" y="2430"/>
                    <a:pt x="1166" y="2454"/>
                    <a:pt x="1166" y="2454"/>
                  </a:cubicBezTo>
                  <a:cubicBezTo>
                    <a:pt x="1045" y="2551"/>
                    <a:pt x="899" y="2624"/>
                    <a:pt x="754" y="2624"/>
                  </a:cubicBezTo>
                  <a:cubicBezTo>
                    <a:pt x="656" y="2624"/>
                    <a:pt x="583" y="2600"/>
                    <a:pt x="511" y="2575"/>
                  </a:cubicBezTo>
                  <a:cubicBezTo>
                    <a:pt x="462" y="2551"/>
                    <a:pt x="413" y="2503"/>
                    <a:pt x="413" y="2454"/>
                  </a:cubicBezTo>
                  <a:cubicBezTo>
                    <a:pt x="389" y="2235"/>
                    <a:pt x="729" y="1871"/>
                    <a:pt x="875" y="1725"/>
                  </a:cubicBezTo>
                  <a:cubicBezTo>
                    <a:pt x="875" y="1701"/>
                    <a:pt x="875" y="1701"/>
                    <a:pt x="875" y="1677"/>
                  </a:cubicBezTo>
                  <a:cubicBezTo>
                    <a:pt x="851" y="1652"/>
                    <a:pt x="826" y="1652"/>
                    <a:pt x="826" y="1652"/>
                  </a:cubicBezTo>
                  <a:lnTo>
                    <a:pt x="705" y="1652"/>
                  </a:lnTo>
                  <a:cubicBezTo>
                    <a:pt x="535" y="1652"/>
                    <a:pt x="195" y="1628"/>
                    <a:pt x="146" y="1409"/>
                  </a:cubicBezTo>
                  <a:cubicBezTo>
                    <a:pt x="122" y="1385"/>
                    <a:pt x="122" y="1361"/>
                    <a:pt x="146" y="1337"/>
                  </a:cubicBezTo>
                  <a:cubicBezTo>
                    <a:pt x="219" y="1215"/>
                    <a:pt x="559" y="1191"/>
                    <a:pt x="826" y="1191"/>
                  </a:cubicBezTo>
                  <a:lnTo>
                    <a:pt x="851" y="1191"/>
                  </a:lnTo>
                  <a:cubicBezTo>
                    <a:pt x="899" y="1167"/>
                    <a:pt x="924" y="1118"/>
                    <a:pt x="875" y="1094"/>
                  </a:cubicBezTo>
                  <a:cubicBezTo>
                    <a:pt x="778" y="1021"/>
                    <a:pt x="511" y="778"/>
                    <a:pt x="511" y="608"/>
                  </a:cubicBezTo>
                  <a:cubicBezTo>
                    <a:pt x="511" y="559"/>
                    <a:pt x="511" y="535"/>
                    <a:pt x="535" y="511"/>
                  </a:cubicBezTo>
                  <a:cubicBezTo>
                    <a:pt x="583" y="486"/>
                    <a:pt x="608" y="462"/>
                    <a:pt x="656" y="462"/>
                  </a:cubicBezTo>
                  <a:cubicBezTo>
                    <a:pt x="899" y="511"/>
                    <a:pt x="1118" y="632"/>
                    <a:pt x="1312" y="778"/>
                  </a:cubicBezTo>
                  <a:lnTo>
                    <a:pt x="1361" y="778"/>
                  </a:lnTo>
                  <a:cubicBezTo>
                    <a:pt x="1385" y="754"/>
                    <a:pt x="1385" y="754"/>
                    <a:pt x="1385" y="729"/>
                  </a:cubicBezTo>
                  <a:cubicBezTo>
                    <a:pt x="1361" y="608"/>
                    <a:pt x="1337" y="268"/>
                    <a:pt x="1434" y="146"/>
                  </a:cubicBezTo>
                  <a:cubicBezTo>
                    <a:pt x="1458" y="98"/>
                    <a:pt x="1507" y="98"/>
                    <a:pt x="1555" y="98"/>
                  </a:cubicBezTo>
                  <a:close/>
                  <a:moveTo>
                    <a:pt x="1531" y="1"/>
                  </a:moveTo>
                  <a:cubicBezTo>
                    <a:pt x="1458" y="1"/>
                    <a:pt x="1385" y="25"/>
                    <a:pt x="1337" y="73"/>
                  </a:cubicBezTo>
                  <a:cubicBezTo>
                    <a:pt x="1239" y="243"/>
                    <a:pt x="1215" y="438"/>
                    <a:pt x="1239" y="632"/>
                  </a:cubicBezTo>
                  <a:cubicBezTo>
                    <a:pt x="1069" y="486"/>
                    <a:pt x="875" y="389"/>
                    <a:pt x="632" y="365"/>
                  </a:cubicBezTo>
                  <a:cubicBezTo>
                    <a:pt x="583" y="365"/>
                    <a:pt x="511" y="389"/>
                    <a:pt x="462" y="413"/>
                  </a:cubicBezTo>
                  <a:cubicBezTo>
                    <a:pt x="413" y="462"/>
                    <a:pt x="389" y="535"/>
                    <a:pt x="389" y="584"/>
                  </a:cubicBezTo>
                  <a:cubicBezTo>
                    <a:pt x="438" y="778"/>
                    <a:pt x="559" y="948"/>
                    <a:pt x="705" y="1069"/>
                  </a:cubicBezTo>
                  <a:cubicBezTo>
                    <a:pt x="511" y="1069"/>
                    <a:pt x="171" y="1118"/>
                    <a:pt x="49" y="1264"/>
                  </a:cubicBezTo>
                  <a:cubicBezTo>
                    <a:pt x="0" y="1312"/>
                    <a:pt x="0" y="1361"/>
                    <a:pt x="0" y="1434"/>
                  </a:cubicBezTo>
                  <a:cubicBezTo>
                    <a:pt x="73" y="1701"/>
                    <a:pt x="462" y="1725"/>
                    <a:pt x="681" y="1725"/>
                  </a:cubicBezTo>
                  <a:cubicBezTo>
                    <a:pt x="511" y="1895"/>
                    <a:pt x="243" y="2211"/>
                    <a:pt x="268" y="2454"/>
                  </a:cubicBezTo>
                  <a:cubicBezTo>
                    <a:pt x="292" y="2527"/>
                    <a:pt x="341" y="2600"/>
                    <a:pt x="413" y="2624"/>
                  </a:cubicBezTo>
                  <a:cubicBezTo>
                    <a:pt x="511" y="2673"/>
                    <a:pt x="608" y="2697"/>
                    <a:pt x="705" y="2697"/>
                  </a:cubicBezTo>
                  <a:cubicBezTo>
                    <a:pt x="851" y="2697"/>
                    <a:pt x="996" y="2648"/>
                    <a:pt x="1118" y="2551"/>
                  </a:cubicBezTo>
                  <a:cubicBezTo>
                    <a:pt x="1166" y="2746"/>
                    <a:pt x="1264" y="3183"/>
                    <a:pt x="1507" y="3183"/>
                  </a:cubicBezTo>
                  <a:cubicBezTo>
                    <a:pt x="1531" y="3183"/>
                    <a:pt x="1579" y="3183"/>
                    <a:pt x="1604" y="3159"/>
                  </a:cubicBezTo>
                  <a:cubicBezTo>
                    <a:pt x="1822" y="3037"/>
                    <a:pt x="1944" y="2794"/>
                    <a:pt x="1895" y="2551"/>
                  </a:cubicBezTo>
                  <a:lnTo>
                    <a:pt x="1895" y="2551"/>
                  </a:lnTo>
                  <a:cubicBezTo>
                    <a:pt x="2041" y="2721"/>
                    <a:pt x="2260" y="2940"/>
                    <a:pt x="2430" y="2940"/>
                  </a:cubicBezTo>
                  <a:cubicBezTo>
                    <a:pt x="2503" y="2940"/>
                    <a:pt x="2551" y="2916"/>
                    <a:pt x="2600" y="2867"/>
                  </a:cubicBezTo>
                  <a:cubicBezTo>
                    <a:pt x="2697" y="2648"/>
                    <a:pt x="2673" y="2405"/>
                    <a:pt x="2527" y="2260"/>
                  </a:cubicBezTo>
                  <a:cubicBezTo>
                    <a:pt x="2745" y="2235"/>
                    <a:pt x="3207" y="2163"/>
                    <a:pt x="3207" y="1920"/>
                  </a:cubicBezTo>
                  <a:cubicBezTo>
                    <a:pt x="3207" y="1677"/>
                    <a:pt x="2867" y="1604"/>
                    <a:pt x="2673" y="1580"/>
                  </a:cubicBezTo>
                  <a:cubicBezTo>
                    <a:pt x="2818" y="1434"/>
                    <a:pt x="3134" y="1191"/>
                    <a:pt x="3134" y="1021"/>
                  </a:cubicBezTo>
                  <a:cubicBezTo>
                    <a:pt x="3134" y="972"/>
                    <a:pt x="3110" y="948"/>
                    <a:pt x="3086" y="899"/>
                  </a:cubicBezTo>
                  <a:cubicBezTo>
                    <a:pt x="3037" y="851"/>
                    <a:pt x="2940" y="826"/>
                    <a:pt x="2867" y="826"/>
                  </a:cubicBezTo>
                  <a:cubicBezTo>
                    <a:pt x="2745" y="826"/>
                    <a:pt x="2624" y="851"/>
                    <a:pt x="2503" y="899"/>
                  </a:cubicBezTo>
                  <a:cubicBezTo>
                    <a:pt x="2551" y="729"/>
                    <a:pt x="2648" y="341"/>
                    <a:pt x="2478" y="195"/>
                  </a:cubicBezTo>
                  <a:cubicBezTo>
                    <a:pt x="2430" y="171"/>
                    <a:pt x="2405" y="146"/>
                    <a:pt x="2357" y="146"/>
                  </a:cubicBezTo>
                  <a:cubicBezTo>
                    <a:pt x="2187" y="146"/>
                    <a:pt x="2017" y="389"/>
                    <a:pt x="1920" y="559"/>
                  </a:cubicBezTo>
                  <a:cubicBezTo>
                    <a:pt x="1895" y="365"/>
                    <a:pt x="1798" y="73"/>
                    <a:pt x="15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22"/>
            <p:cNvSpPr/>
            <p:nvPr/>
          </p:nvSpPr>
          <p:spPr>
            <a:xfrm>
              <a:off x="-990104" y="1535297"/>
              <a:ext cx="60606" cy="203864"/>
            </a:xfrm>
            <a:custGeom>
              <a:avLst/>
              <a:gdLst/>
              <a:ahLst/>
              <a:cxnLst/>
              <a:rect l="l" t="t" r="r" b="b"/>
              <a:pathLst>
                <a:path w="1556" h="5234" extrusionOk="0">
                  <a:moveTo>
                    <a:pt x="70" y="1"/>
                  </a:moveTo>
                  <a:cubicBezTo>
                    <a:pt x="64" y="1"/>
                    <a:pt x="56" y="4"/>
                    <a:pt x="49" y="11"/>
                  </a:cubicBezTo>
                  <a:cubicBezTo>
                    <a:pt x="25" y="11"/>
                    <a:pt x="1" y="35"/>
                    <a:pt x="25" y="60"/>
                  </a:cubicBezTo>
                  <a:cubicBezTo>
                    <a:pt x="49" y="108"/>
                    <a:pt x="1458" y="3290"/>
                    <a:pt x="948" y="5185"/>
                  </a:cubicBezTo>
                  <a:cubicBezTo>
                    <a:pt x="948" y="5210"/>
                    <a:pt x="948" y="5234"/>
                    <a:pt x="972" y="5234"/>
                  </a:cubicBezTo>
                  <a:cubicBezTo>
                    <a:pt x="1021" y="5234"/>
                    <a:pt x="1045" y="5234"/>
                    <a:pt x="1045" y="5185"/>
                  </a:cubicBezTo>
                  <a:cubicBezTo>
                    <a:pt x="1555" y="3290"/>
                    <a:pt x="122" y="60"/>
                    <a:pt x="98" y="35"/>
                  </a:cubicBezTo>
                  <a:cubicBezTo>
                    <a:pt x="98" y="18"/>
                    <a:pt x="86" y="1"/>
                    <a:pt x="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22"/>
            <p:cNvSpPr/>
            <p:nvPr/>
          </p:nvSpPr>
          <p:spPr>
            <a:xfrm>
              <a:off x="-1056319" y="1471965"/>
              <a:ext cx="125886" cy="123394"/>
            </a:xfrm>
            <a:custGeom>
              <a:avLst/>
              <a:gdLst/>
              <a:ahLst/>
              <a:cxnLst/>
              <a:rect l="l" t="t" r="r" b="b"/>
              <a:pathLst>
                <a:path w="3232" h="3168" extrusionOk="0">
                  <a:moveTo>
                    <a:pt x="1513" y="97"/>
                  </a:moveTo>
                  <a:cubicBezTo>
                    <a:pt x="1527" y="97"/>
                    <a:pt x="1541" y="99"/>
                    <a:pt x="1555" y="107"/>
                  </a:cubicBezTo>
                  <a:cubicBezTo>
                    <a:pt x="1871" y="155"/>
                    <a:pt x="1895" y="714"/>
                    <a:pt x="1895" y="714"/>
                  </a:cubicBezTo>
                  <a:cubicBezTo>
                    <a:pt x="1895" y="738"/>
                    <a:pt x="1895" y="738"/>
                    <a:pt x="1919" y="738"/>
                  </a:cubicBezTo>
                  <a:cubicBezTo>
                    <a:pt x="1926" y="745"/>
                    <a:pt x="1934" y="748"/>
                    <a:pt x="1940" y="748"/>
                  </a:cubicBezTo>
                  <a:cubicBezTo>
                    <a:pt x="1956" y="748"/>
                    <a:pt x="1968" y="731"/>
                    <a:pt x="1968" y="714"/>
                  </a:cubicBezTo>
                  <a:cubicBezTo>
                    <a:pt x="2065" y="544"/>
                    <a:pt x="2259" y="228"/>
                    <a:pt x="2381" y="228"/>
                  </a:cubicBezTo>
                  <a:cubicBezTo>
                    <a:pt x="2405" y="228"/>
                    <a:pt x="2430" y="252"/>
                    <a:pt x="2454" y="252"/>
                  </a:cubicBezTo>
                  <a:cubicBezTo>
                    <a:pt x="2600" y="398"/>
                    <a:pt x="2478" y="811"/>
                    <a:pt x="2430" y="957"/>
                  </a:cubicBezTo>
                  <a:cubicBezTo>
                    <a:pt x="2405" y="957"/>
                    <a:pt x="2405" y="981"/>
                    <a:pt x="2430" y="1005"/>
                  </a:cubicBezTo>
                  <a:lnTo>
                    <a:pt x="2478" y="1005"/>
                  </a:lnTo>
                  <a:cubicBezTo>
                    <a:pt x="2600" y="933"/>
                    <a:pt x="2745" y="908"/>
                    <a:pt x="2891" y="908"/>
                  </a:cubicBezTo>
                  <a:cubicBezTo>
                    <a:pt x="2940" y="908"/>
                    <a:pt x="3013" y="908"/>
                    <a:pt x="3061" y="957"/>
                  </a:cubicBezTo>
                  <a:cubicBezTo>
                    <a:pt x="3061" y="957"/>
                    <a:pt x="3061" y="981"/>
                    <a:pt x="3061" y="981"/>
                  </a:cubicBezTo>
                  <a:cubicBezTo>
                    <a:pt x="3037" y="1127"/>
                    <a:pt x="2745" y="1394"/>
                    <a:pt x="2551" y="1540"/>
                  </a:cubicBezTo>
                  <a:cubicBezTo>
                    <a:pt x="2551" y="1564"/>
                    <a:pt x="2527" y="1588"/>
                    <a:pt x="2527" y="1588"/>
                  </a:cubicBezTo>
                  <a:cubicBezTo>
                    <a:pt x="2551" y="1613"/>
                    <a:pt x="2551" y="1637"/>
                    <a:pt x="2575" y="1637"/>
                  </a:cubicBezTo>
                  <a:cubicBezTo>
                    <a:pt x="2575" y="1637"/>
                    <a:pt x="3134" y="1710"/>
                    <a:pt x="3134" y="1904"/>
                  </a:cubicBezTo>
                  <a:cubicBezTo>
                    <a:pt x="3134" y="2099"/>
                    <a:pt x="2624" y="2147"/>
                    <a:pt x="2454" y="2147"/>
                  </a:cubicBezTo>
                  <a:cubicBezTo>
                    <a:pt x="2430" y="2147"/>
                    <a:pt x="2405" y="2147"/>
                    <a:pt x="2405" y="2171"/>
                  </a:cubicBezTo>
                  <a:cubicBezTo>
                    <a:pt x="2381" y="2171"/>
                    <a:pt x="2381" y="2196"/>
                    <a:pt x="2405" y="2220"/>
                  </a:cubicBezTo>
                  <a:cubicBezTo>
                    <a:pt x="2405" y="2220"/>
                    <a:pt x="2697" y="2536"/>
                    <a:pt x="2527" y="2779"/>
                  </a:cubicBezTo>
                  <a:cubicBezTo>
                    <a:pt x="2502" y="2803"/>
                    <a:pt x="2478" y="2827"/>
                    <a:pt x="2430" y="2827"/>
                  </a:cubicBezTo>
                  <a:cubicBezTo>
                    <a:pt x="2259" y="2827"/>
                    <a:pt x="1992" y="2487"/>
                    <a:pt x="1895" y="2341"/>
                  </a:cubicBezTo>
                  <a:cubicBezTo>
                    <a:pt x="1895" y="2341"/>
                    <a:pt x="1884" y="2331"/>
                    <a:pt x="1870" y="2331"/>
                  </a:cubicBezTo>
                  <a:cubicBezTo>
                    <a:pt x="1863" y="2331"/>
                    <a:pt x="1855" y="2333"/>
                    <a:pt x="1846" y="2341"/>
                  </a:cubicBezTo>
                  <a:cubicBezTo>
                    <a:pt x="1822" y="2341"/>
                    <a:pt x="1822" y="2366"/>
                    <a:pt x="1822" y="2390"/>
                  </a:cubicBezTo>
                  <a:cubicBezTo>
                    <a:pt x="1822" y="2390"/>
                    <a:pt x="1895" y="2924"/>
                    <a:pt x="1579" y="3046"/>
                  </a:cubicBezTo>
                  <a:lnTo>
                    <a:pt x="1531" y="3046"/>
                  </a:lnTo>
                  <a:cubicBezTo>
                    <a:pt x="1336" y="3046"/>
                    <a:pt x="1239" y="2609"/>
                    <a:pt x="1215" y="2439"/>
                  </a:cubicBezTo>
                  <a:cubicBezTo>
                    <a:pt x="1215" y="2414"/>
                    <a:pt x="1191" y="2414"/>
                    <a:pt x="1191" y="2414"/>
                  </a:cubicBezTo>
                  <a:lnTo>
                    <a:pt x="1142" y="2414"/>
                  </a:lnTo>
                  <a:cubicBezTo>
                    <a:pt x="1021" y="2512"/>
                    <a:pt x="875" y="2584"/>
                    <a:pt x="705" y="2584"/>
                  </a:cubicBezTo>
                  <a:cubicBezTo>
                    <a:pt x="632" y="2584"/>
                    <a:pt x="535" y="2560"/>
                    <a:pt x="462" y="2536"/>
                  </a:cubicBezTo>
                  <a:cubicBezTo>
                    <a:pt x="413" y="2512"/>
                    <a:pt x="389" y="2463"/>
                    <a:pt x="365" y="2414"/>
                  </a:cubicBezTo>
                  <a:cubicBezTo>
                    <a:pt x="340" y="2220"/>
                    <a:pt x="705" y="1831"/>
                    <a:pt x="826" y="1686"/>
                  </a:cubicBezTo>
                  <a:cubicBezTo>
                    <a:pt x="851" y="1661"/>
                    <a:pt x="826" y="1613"/>
                    <a:pt x="802" y="1613"/>
                  </a:cubicBezTo>
                  <a:lnTo>
                    <a:pt x="656" y="1613"/>
                  </a:lnTo>
                  <a:cubicBezTo>
                    <a:pt x="510" y="1613"/>
                    <a:pt x="170" y="1588"/>
                    <a:pt x="122" y="1394"/>
                  </a:cubicBezTo>
                  <a:cubicBezTo>
                    <a:pt x="122" y="1370"/>
                    <a:pt x="122" y="1345"/>
                    <a:pt x="146" y="1321"/>
                  </a:cubicBezTo>
                  <a:cubicBezTo>
                    <a:pt x="219" y="1200"/>
                    <a:pt x="559" y="1175"/>
                    <a:pt x="826" y="1175"/>
                  </a:cubicBezTo>
                  <a:lnTo>
                    <a:pt x="875" y="1175"/>
                  </a:lnTo>
                  <a:cubicBezTo>
                    <a:pt x="875" y="1175"/>
                    <a:pt x="899" y="1151"/>
                    <a:pt x="923" y="1151"/>
                  </a:cubicBezTo>
                  <a:cubicBezTo>
                    <a:pt x="923" y="1127"/>
                    <a:pt x="899" y="1103"/>
                    <a:pt x="899" y="1078"/>
                  </a:cubicBezTo>
                  <a:cubicBezTo>
                    <a:pt x="802" y="1005"/>
                    <a:pt x="510" y="762"/>
                    <a:pt x="510" y="592"/>
                  </a:cubicBezTo>
                  <a:cubicBezTo>
                    <a:pt x="510" y="568"/>
                    <a:pt x="535" y="520"/>
                    <a:pt x="559" y="495"/>
                  </a:cubicBezTo>
                  <a:cubicBezTo>
                    <a:pt x="583" y="471"/>
                    <a:pt x="632" y="471"/>
                    <a:pt x="680" y="471"/>
                  </a:cubicBezTo>
                  <a:cubicBezTo>
                    <a:pt x="899" y="520"/>
                    <a:pt x="1142" y="617"/>
                    <a:pt x="1312" y="762"/>
                  </a:cubicBezTo>
                  <a:cubicBezTo>
                    <a:pt x="1324" y="775"/>
                    <a:pt x="1336" y="781"/>
                    <a:pt x="1345" y="781"/>
                  </a:cubicBezTo>
                  <a:cubicBezTo>
                    <a:pt x="1355" y="781"/>
                    <a:pt x="1361" y="775"/>
                    <a:pt x="1361" y="762"/>
                  </a:cubicBezTo>
                  <a:cubicBezTo>
                    <a:pt x="1385" y="762"/>
                    <a:pt x="1409" y="738"/>
                    <a:pt x="1385" y="714"/>
                  </a:cubicBezTo>
                  <a:cubicBezTo>
                    <a:pt x="1361" y="592"/>
                    <a:pt x="1336" y="252"/>
                    <a:pt x="1434" y="131"/>
                  </a:cubicBezTo>
                  <a:cubicBezTo>
                    <a:pt x="1451" y="114"/>
                    <a:pt x="1480" y="97"/>
                    <a:pt x="1513" y="97"/>
                  </a:cubicBezTo>
                  <a:close/>
                  <a:moveTo>
                    <a:pt x="1497" y="0"/>
                  </a:moveTo>
                  <a:cubicBezTo>
                    <a:pt x="1437" y="0"/>
                    <a:pt x="1373" y="28"/>
                    <a:pt x="1336" y="82"/>
                  </a:cubicBezTo>
                  <a:cubicBezTo>
                    <a:pt x="1263" y="252"/>
                    <a:pt x="1215" y="447"/>
                    <a:pt x="1263" y="617"/>
                  </a:cubicBezTo>
                  <a:cubicBezTo>
                    <a:pt x="1093" y="471"/>
                    <a:pt x="875" y="398"/>
                    <a:pt x="656" y="349"/>
                  </a:cubicBezTo>
                  <a:cubicBezTo>
                    <a:pt x="583" y="349"/>
                    <a:pt x="535" y="374"/>
                    <a:pt x="462" y="422"/>
                  </a:cubicBezTo>
                  <a:cubicBezTo>
                    <a:pt x="413" y="447"/>
                    <a:pt x="389" y="520"/>
                    <a:pt x="389" y="568"/>
                  </a:cubicBezTo>
                  <a:cubicBezTo>
                    <a:pt x="413" y="762"/>
                    <a:pt x="608" y="957"/>
                    <a:pt x="729" y="1054"/>
                  </a:cubicBezTo>
                  <a:cubicBezTo>
                    <a:pt x="510" y="1078"/>
                    <a:pt x="170" y="1103"/>
                    <a:pt x="49" y="1248"/>
                  </a:cubicBezTo>
                  <a:cubicBezTo>
                    <a:pt x="25" y="1297"/>
                    <a:pt x="0" y="1370"/>
                    <a:pt x="25" y="1418"/>
                  </a:cubicBezTo>
                  <a:cubicBezTo>
                    <a:pt x="73" y="1686"/>
                    <a:pt x="462" y="1710"/>
                    <a:pt x="680" y="1710"/>
                  </a:cubicBezTo>
                  <a:cubicBezTo>
                    <a:pt x="535" y="1880"/>
                    <a:pt x="243" y="2220"/>
                    <a:pt x="292" y="2439"/>
                  </a:cubicBezTo>
                  <a:cubicBezTo>
                    <a:pt x="292" y="2536"/>
                    <a:pt x="340" y="2584"/>
                    <a:pt x="438" y="2633"/>
                  </a:cubicBezTo>
                  <a:cubicBezTo>
                    <a:pt x="510" y="2682"/>
                    <a:pt x="608" y="2706"/>
                    <a:pt x="705" y="2706"/>
                  </a:cubicBezTo>
                  <a:cubicBezTo>
                    <a:pt x="875" y="2682"/>
                    <a:pt x="1021" y="2633"/>
                    <a:pt x="1142" y="2560"/>
                  </a:cubicBezTo>
                  <a:cubicBezTo>
                    <a:pt x="1166" y="2730"/>
                    <a:pt x="1263" y="3167"/>
                    <a:pt x="1531" y="3167"/>
                  </a:cubicBezTo>
                  <a:lnTo>
                    <a:pt x="1628" y="3167"/>
                  </a:lnTo>
                  <a:cubicBezTo>
                    <a:pt x="1822" y="3046"/>
                    <a:pt x="1944" y="2803"/>
                    <a:pt x="1919" y="2560"/>
                  </a:cubicBezTo>
                  <a:lnTo>
                    <a:pt x="1919" y="2560"/>
                  </a:lnTo>
                  <a:cubicBezTo>
                    <a:pt x="2041" y="2706"/>
                    <a:pt x="2259" y="2949"/>
                    <a:pt x="2454" y="2949"/>
                  </a:cubicBezTo>
                  <a:cubicBezTo>
                    <a:pt x="2502" y="2949"/>
                    <a:pt x="2575" y="2900"/>
                    <a:pt x="2600" y="2852"/>
                  </a:cubicBezTo>
                  <a:cubicBezTo>
                    <a:pt x="2721" y="2657"/>
                    <a:pt x="2697" y="2414"/>
                    <a:pt x="2551" y="2244"/>
                  </a:cubicBezTo>
                  <a:cubicBezTo>
                    <a:pt x="2745" y="2220"/>
                    <a:pt x="3231" y="2147"/>
                    <a:pt x="3231" y="1904"/>
                  </a:cubicBezTo>
                  <a:cubicBezTo>
                    <a:pt x="3231" y="1661"/>
                    <a:pt x="2891" y="1588"/>
                    <a:pt x="2697" y="1564"/>
                  </a:cubicBezTo>
                  <a:cubicBezTo>
                    <a:pt x="2842" y="1443"/>
                    <a:pt x="3134" y="1175"/>
                    <a:pt x="3134" y="1005"/>
                  </a:cubicBezTo>
                  <a:cubicBezTo>
                    <a:pt x="3134" y="981"/>
                    <a:pt x="3134" y="933"/>
                    <a:pt x="3110" y="908"/>
                  </a:cubicBezTo>
                  <a:cubicBezTo>
                    <a:pt x="3055" y="854"/>
                    <a:pt x="3000" y="826"/>
                    <a:pt x="2935" y="826"/>
                  </a:cubicBezTo>
                  <a:cubicBezTo>
                    <a:pt x="2914" y="826"/>
                    <a:pt x="2891" y="829"/>
                    <a:pt x="2867" y="835"/>
                  </a:cubicBezTo>
                  <a:cubicBezTo>
                    <a:pt x="2745" y="835"/>
                    <a:pt x="2624" y="860"/>
                    <a:pt x="2527" y="884"/>
                  </a:cubicBezTo>
                  <a:cubicBezTo>
                    <a:pt x="2575" y="714"/>
                    <a:pt x="2672" y="349"/>
                    <a:pt x="2478" y="179"/>
                  </a:cubicBezTo>
                  <a:cubicBezTo>
                    <a:pt x="2454" y="155"/>
                    <a:pt x="2405" y="155"/>
                    <a:pt x="2381" y="131"/>
                  </a:cubicBezTo>
                  <a:cubicBezTo>
                    <a:pt x="2211" y="131"/>
                    <a:pt x="2041" y="374"/>
                    <a:pt x="1944" y="544"/>
                  </a:cubicBezTo>
                  <a:cubicBezTo>
                    <a:pt x="1919" y="349"/>
                    <a:pt x="1822" y="58"/>
                    <a:pt x="1555" y="9"/>
                  </a:cubicBezTo>
                  <a:cubicBezTo>
                    <a:pt x="1537" y="3"/>
                    <a:pt x="1517" y="0"/>
                    <a:pt x="14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22"/>
            <p:cNvSpPr/>
            <p:nvPr/>
          </p:nvSpPr>
          <p:spPr>
            <a:xfrm>
              <a:off x="-933315" y="1418369"/>
              <a:ext cx="55854" cy="54919"/>
            </a:xfrm>
            <a:custGeom>
              <a:avLst/>
              <a:gdLst/>
              <a:ahLst/>
              <a:cxnLst/>
              <a:rect l="l" t="t" r="r" b="b"/>
              <a:pathLst>
                <a:path w="1434" h="1410" extrusionOk="0">
                  <a:moveTo>
                    <a:pt x="729" y="1"/>
                  </a:moveTo>
                  <a:cubicBezTo>
                    <a:pt x="340" y="1"/>
                    <a:pt x="0" y="317"/>
                    <a:pt x="0" y="705"/>
                  </a:cubicBezTo>
                  <a:cubicBezTo>
                    <a:pt x="0" y="1094"/>
                    <a:pt x="340" y="1410"/>
                    <a:pt x="729" y="1410"/>
                  </a:cubicBezTo>
                  <a:cubicBezTo>
                    <a:pt x="1118" y="1410"/>
                    <a:pt x="1434" y="1094"/>
                    <a:pt x="1434" y="705"/>
                  </a:cubicBezTo>
                  <a:cubicBezTo>
                    <a:pt x="1434" y="317"/>
                    <a:pt x="1118" y="1"/>
                    <a:pt x="7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22"/>
            <p:cNvSpPr/>
            <p:nvPr/>
          </p:nvSpPr>
          <p:spPr>
            <a:xfrm>
              <a:off x="-1021303" y="1507331"/>
              <a:ext cx="55854" cy="54919"/>
            </a:xfrm>
            <a:custGeom>
              <a:avLst/>
              <a:gdLst/>
              <a:ahLst/>
              <a:cxnLst/>
              <a:rect l="l" t="t" r="r" b="b"/>
              <a:pathLst>
                <a:path w="1434" h="1410" extrusionOk="0">
                  <a:moveTo>
                    <a:pt x="705" y="0"/>
                  </a:moveTo>
                  <a:cubicBezTo>
                    <a:pt x="316" y="0"/>
                    <a:pt x="0" y="316"/>
                    <a:pt x="0" y="705"/>
                  </a:cubicBezTo>
                  <a:cubicBezTo>
                    <a:pt x="0" y="1093"/>
                    <a:pt x="316" y="1409"/>
                    <a:pt x="705" y="1409"/>
                  </a:cubicBezTo>
                  <a:cubicBezTo>
                    <a:pt x="1118" y="1409"/>
                    <a:pt x="1433" y="1093"/>
                    <a:pt x="1433" y="705"/>
                  </a:cubicBezTo>
                  <a:cubicBezTo>
                    <a:pt x="1433" y="316"/>
                    <a:pt x="1118" y="0"/>
                    <a:pt x="7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22"/>
            <p:cNvSpPr/>
            <p:nvPr/>
          </p:nvSpPr>
          <p:spPr>
            <a:xfrm>
              <a:off x="-1029833" y="1690513"/>
              <a:ext cx="173717" cy="64034"/>
            </a:xfrm>
            <a:custGeom>
              <a:avLst/>
              <a:gdLst/>
              <a:ahLst/>
              <a:cxnLst/>
              <a:rect l="l" t="t" r="r" b="b"/>
              <a:pathLst>
                <a:path w="4460" h="1644" extrusionOk="0">
                  <a:moveTo>
                    <a:pt x="2533" y="0"/>
                  </a:moveTo>
                  <a:cubicBezTo>
                    <a:pt x="2511" y="0"/>
                    <a:pt x="2492" y="11"/>
                    <a:pt x="2478" y="34"/>
                  </a:cubicBezTo>
                  <a:cubicBezTo>
                    <a:pt x="2308" y="253"/>
                    <a:pt x="1920" y="763"/>
                    <a:pt x="1920" y="763"/>
                  </a:cubicBezTo>
                  <a:cubicBezTo>
                    <a:pt x="1920" y="763"/>
                    <a:pt x="1830" y="97"/>
                    <a:pt x="1603" y="97"/>
                  </a:cubicBezTo>
                  <a:cubicBezTo>
                    <a:pt x="1567" y="97"/>
                    <a:pt x="1526" y="115"/>
                    <a:pt x="1482" y="156"/>
                  </a:cubicBezTo>
                  <a:cubicBezTo>
                    <a:pt x="1288" y="350"/>
                    <a:pt x="1094" y="544"/>
                    <a:pt x="924" y="739"/>
                  </a:cubicBezTo>
                  <a:cubicBezTo>
                    <a:pt x="924" y="739"/>
                    <a:pt x="672" y="73"/>
                    <a:pt x="493" y="73"/>
                  </a:cubicBezTo>
                  <a:cubicBezTo>
                    <a:pt x="464" y="73"/>
                    <a:pt x="437" y="91"/>
                    <a:pt x="413" y="131"/>
                  </a:cubicBezTo>
                  <a:cubicBezTo>
                    <a:pt x="243" y="617"/>
                    <a:pt x="98" y="1103"/>
                    <a:pt x="0" y="1613"/>
                  </a:cubicBezTo>
                  <a:cubicBezTo>
                    <a:pt x="0" y="1613"/>
                    <a:pt x="1039" y="1644"/>
                    <a:pt x="2099" y="1644"/>
                  </a:cubicBezTo>
                  <a:cubicBezTo>
                    <a:pt x="3158" y="1644"/>
                    <a:pt x="4239" y="1613"/>
                    <a:pt x="4324" y="1492"/>
                  </a:cubicBezTo>
                  <a:cubicBezTo>
                    <a:pt x="4459" y="1289"/>
                    <a:pt x="4115" y="108"/>
                    <a:pt x="3813" y="108"/>
                  </a:cubicBezTo>
                  <a:cubicBezTo>
                    <a:pt x="3789" y="108"/>
                    <a:pt x="3765" y="115"/>
                    <a:pt x="3741" y="131"/>
                  </a:cubicBezTo>
                  <a:cubicBezTo>
                    <a:pt x="3523" y="350"/>
                    <a:pt x="3353" y="642"/>
                    <a:pt x="3280" y="933"/>
                  </a:cubicBezTo>
                  <a:cubicBezTo>
                    <a:pt x="3280" y="933"/>
                    <a:pt x="2744" y="0"/>
                    <a:pt x="25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22"/>
            <p:cNvSpPr/>
            <p:nvPr/>
          </p:nvSpPr>
          <p:spPr>
            <a:xfrm>
              <a:off x="-886965" y="1718791"/>
              <a:ext cx="8569" cy="31511"/>
            </a:xfrm>
            <a:custGeom>
              <a:avLst/>
              <a:gdLst/>
              <a:ahLst/>
              <a:cxnLst/>
              <a:rect l="l" t="t" r="r" b="b"/>
              <a:pathLst>
                <a:path w="220" h="809" extrusionOk="0">
                  <a:moveTo>
                    <a:pt x="159" y="1"/>
                  </a:moveTo>
                  <a:cubicBezTo>
                    <a:pt x="140" y="1"/>
                    <a:pt x="122" y="13"/>
                    <a:pt x="122" y="37"/>
                  </a:cubicBezTo>
                  <a:cubicBezTo>
                    <a:pt x="122" y="256"/>
                    <a:pt x="98" y="499"/>
                    <a:pt x="25" y="741"/>
                  </a:cubicBezTo>
                  <a:cubicBezTo>
                    <a:pt x="1" y="741"/>
                    <a:pt x="1" y="790"/>
                    <a:pt x="25" y="790"/>
                  </a:cubicBezTo>
                  <a:lnTo>
                    <a:pt x="49" y="790"/>
                  </a:lnTo>
                  <a:cubicBezTo>
                    <a:pt x="49" y="802"/>
                    <a:pt x="55" y="808"/>
                    <a:pt x="64" y="808"/>
                  </a:cubicBezTo>
                  <a:cubicBezTo>
                    <a:pt x="73" y="808"/>
                    <a:pt x="86" y="802"/>
                    <a:pt x="98" y="790"/>
                  </a:cubicBezTo>
                  <a:cubicBezTo>
                    <a:pt x="195" y="547"/>
                    <a:pt x="219" y="280"/>
                    <a:pt x="195" y="37"/>
                  </a:cubicBezTo>
                  <a:cubicBezTo>
                    <a:pt x="195" y="13"/>
                    <a:pt x="177" y="1"/>
                    <a:pt x="1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22"/>
            <p:cNvSpPr/>
            <p:nvPr/>
          </p:nvSpPr>
          <p:spPr>
            <a:xfrm>
              <a:off x="-931446" y="1708859"/>
              <a:ext cx="10478" cy="40742"/>
            </a:xfrm>
            <a:custGeom>
              <a:avLst/>
              <a:gdLst/>
              <a:ahLst/>
              <a:cxnLst/>
              <a:rect l="l" t="t" r="r" b="b"/>
              <a:pathLst>
                <a:path w="269" h="1046" extrusionOk="0">
                  <a:moveTo>
                    <a:pt x="147" y="0"/>
                  </a:moveTo>
                  <a:cubicBezTo>
                    <a:pt x="122" y="0"/>
                    <a:pt x="98" y="25"/>
                    <a:pt x="122" y="49"/>
                  </a:cubicBezTo>
                  <a:cubicBezTo>
                    <a:pt x="147" y="365"/>
                    <a:pt x="122" y="875"/>
                    <a:pt x="1" y="948"/>
                  </a:cubicBezTo>
                  <a:cubicBezTo>
                    <a:pt x="1" y="972"/>
                    <a:pt x="1" y="996"/>
                    <a:pt x="1" y="1021"/>
                  </a:cubicBezTo>
                  <a:cubicBezTo>
                    <a:pt x="25" y="1021"/>
                    <a:pt x="25" y="1045"/>
                    <a:pt x="49" y="1045"/>
                  </a:cubicBezTo>
                  <a:lnTo>
                    <a:pt x="74" y="1045"/>
                  </a:lnTo>
                  <a:cubicBezTo>
                    <a:pt x="268" y="924"/>
                    <a:pt x="195" y="195"/>
                    <a:pt x="195" y="49"/>
                  </a:cubicBezTo>
                  <a:cubicBezTo>
                    <a:pt x="195" y="0"/>
                    <a:pt x="171" y="0"/>
                    <a:pt x="1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22"/>
            <p:cNvSpPr/>
            <p:nvPr/>
          </p:nvSpPr>
          <p:spPr>
            <a:xfrm>
              <a:off x="-976861" y="1713571"/>
              <a:ext cx="6660" cy="34120"/>
            </a:xfrm>
            <a:custGeom>
              <a:avLst/>
              <a:gdLst/>
              <a:ahLst/>
              <a:cxnLst/>
              <a:rect l="l" t="t" r="r" b="b"/>
              <a:pathLst>
                <a:path w="171" h="876" extrusionOk="0">
                  <a:moveTo>
                    <a:pt x="122" y="1"/>
                  </a:moveTo>
                  <a:cubicBezTo>
                    <a:pt x="98" y="1"/>
                    <a:pt x="74" y="25"/>
                    <a:pt x="74" y="50"/>
                  </a:cubicBezTo>
                  <a:cubicBezTo>
                    <a:pt x="74" y="317"/>
                    <a:pt x="49" y="560"/>
                    <a:pt x="1" y="827"/>
                  </a:cubicBezTo>
                  <a:cubicBezTo>
                    <a:pt x="1" y="851"/>
                    <a:pt x="1" y="875"/>
                    <a:pt x="49" y="875"/>
                  </a:cubicBezTo>
                  <a:cubicBezTo>
                    <a:pt x="74" y="875"/>
                    <a:pt x="98" y="875"/>
                    <a:pt x="98" y="851"/>
                  </a:cubicBezTo>
                  <a:cubicBezTo>
                    <a:pt x="147" y="584"/>
                    <a:pt x="171" y="317"/>
                    <a:pt x="171" y="50"/>
                  </a:cubicBezTo>
                  <a:cubicBezTo>
                    <a:pt x="171" y="25"/>
                    <a:pt x="147" y="1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2"/>
            <p:cNvSpPr/>
            <p:nvPr/>
          </p:nvSpPr>
          <p:spPr>
            <a:xfrm>
              <a:off x="-1015656" y="1710767"/>
              <a:ext cx="10478" cy="35990"/>
            </a:xfrm>
            <a:custGeom>
              <a:avLst/>
              <a:gdLst/>
              <a:ahLst/>
              <a:cxnLst/>
              <a:rect l="l" t="t" r="r" b="b"/>
              <a:pathLst>
                <a:path w="269" h="924" extrusionOk="0">
                  <a:moveTo>
                    <a:pt x="98" y="0"/>
                  </a:moveTo>
                  <a:cubicBezTo>
                    <a:pt x="74" y="0"/>
                    <a:pt x="49" y="0"/>
                    <a:pt x="25" y="24"/>
                  </a:cubicBezTo>
                  <a:cubicBezTo>
                    <a:pt x="1" y="316"/>
                    <a:pt x="49" y="607"/>
                    <a:pt x="171" y="899"/>
                  </a:cubicBezTo>
                  <a:cubicBezTo>
                    <a:pt x="171" y="899"/>
                    <a:pt x="195" y="923"/>
                    <a:pt x="195" y="923"/>
                  </a:cubicBezTo>
                  <a:lnTo>
                    <a:pt x="219" y="923"/>
                  </a:lnTo>
                  <a:cubicBezTo>
                    <a:pt x="244" y="899"/>
                    <a:pt x="268" y="875"/>
                    <a:pt x="244" y="850"/>
                  </a:cubicBezTo>
                  <a:cubicBezTo>
                    <a:pt x="147" y="607"/>
                    <a:pt x="98" y="316"/>
                    <a:pt x="122" y="49"/>
                  </a:cubicBezTo>
                  <a:cubicBezTo>
                    <a:pt x="122" y="24"/>
                    <a:pt x="122" y="0"/>
                    <a:pt x="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7" name="Google Shape;967;p22"/>
          <p:cNvGrpSpPr/>
          <p:nvPr/>
        </p:nvGrpSpPr>
        <p:grpSpPr>
          <a:xfrm flipH="1">
            <a:off x="91757" y="4473980"/>
            <a:ext cx="537853" cy="555858"/>
            <a:chOff x="5294267" y="4624350"/>
            <a:chExt cx="383004" cy="395854"/>
          </a:xfrm>
        </p:grpSpPr>
        <p:sp>
          <p:nvSpPr>
            <p:cNvPr id="968" name="Google Shape;968;p22"/>
            <p:cNvSpPr/>
            <p:nvPr/>
          </p:nvSpPr>
          <p:spPr>
            <a:xfrm>
              <a:off x="5358550" y="4859712"/>
              <a:ext cx="58369" cy="160492"/>
            </a:xfrm>
            <a:custGeom>
              <a:avLst/>
              <a:gdLst/>
              <a:ahLst/>
              <a:cxnLst/>
              <a:rect l="l" t="t" r="r" b="b"/>
              <a:pathLst>
                <a:path w="671" h="1845" extrusionOk="0">
                  <a:moveTo>
                    <a:pt x="106" y="0"/>
                  </a:moveTo>
                  <a:cubicBezTo>
                    <a:pt x="55" y="0"/>
                    <a:pt x="0" y="47"/>
                    <a:pt x="15" y="119"/>
                  </a:cubicBezTo>
                  <a:lnTo>
                    <a:pt x="501" y="1796"/>
                  </a:lnTo>
                  <a:cubicBezTo>
                    <a:pt x="501" y="1820"/>
                    <a:pt x="525" y="1844"/>
                    <a:pt x="573" y="1844"/>
                  </a:cubicBezTo>
                  <a:lnTo>
                    <a:pt x="598" y="1844"/>
                  </a:lnTo>
                  <a:cubicBezTo>
                    <a:pt x="646" y="1844"/>
                    <a:pt x="671" y="1796"/>
                    <a:pt x="646" y="1747"/>
                  </a:cubicBezTo>
                  <a:lnTo>
                    <a:pt x="185" y="71"/>
                  </a:lnTo>
                  <a:cubicBezTo>
                    <a:pt x="175" y="22"/>
                    <a:pt x="141" y="0"/>
                    <a:pt x="1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22"/>
            <p:cNvSpPr/>
            <p:nvPr/>
          </p:nvSpPr>
          <p:spPr>
            <a:xfrm>
              <a:off x="5294267" y="4894594"/>
              <a:ext cx="175454" cy="68546"/>
            </a:xfrm>
            <a:custGeom>
              <a:avLst/>
              <a:gdLst/>
              <a:ahLst/>
              <a:cxnLst/>
              <a:rect l="l" t="t" r="r" b="b"/>
              <a:pathLst>
                <a:path w="2017" h="788" extrusionOk="0">
                  <a:moveTo>
                    <a:pt x="1934" y="0"/>
                  </a:moveTo>
                  <a:cubicBezTo>
                    <a:pt x="1921" y="0"/>
                    <a:pt x="1908" y="3"/>
                    <a:pt x="1895" y="10"/>
                  </a:cubicBezTo>
                  <a:lnTo>
                    <a:pt x="49" y="617"/>
                  </a:lnTo>
                  <a:cubicBezTo>
                    <a:pt x="25" y="642"/>
                    <a:pt x="1" y="666"/>
                    <a:pt x="1" y="714"/>
                  </a:cubicBezTo>
                  <a:cubicBezTo>
                    <a:pt x="1" y="739"/>
                    <a:pt x="49" y="763"/>
                    <a:pt x="74" y="763"/>
                  </a:cubicBezTo>
                  <a:lnTo>
                    <a:pt x="98" y="787"/>
                  </a:lnTo>
                  <a:lnTo>
                    <a:pt x="1944" y="180"/>
                  </a:lnTo>
                  <a:cubicBezTo>
                    <a:pt x="1993" y="156"/>
                    <a:pt x="2017" y="107"/>
                    <a:pt x="1993" y="59"/>
                  </a:cubicBezTo>
                  <a:cubicBezTo>
                    <a:pt x="1993" y="23"/>
                    <a:pt x="1967" y="0"/>
                    <a:pt x="19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22"/>
            <p:cNvSpPr/>
            <p:nvPr/>
          </p:nvSpPr>
          <p:spPr>
            <a:xfrm>
              <a:off x="5310447" y="4883895"/>
              <a:ext cx="150836" cy="94033"/>
            </a:xfrm>
            <a:custGeom>
              <a:avLst/>
              <a:gdLst/>
              <a:ahLst/>
              <a:cxnLst/>
              <a:rect l="l" t="t" r="r" b="b"/>
              <a:pathLst>
                <a:path w="1734" h="1081" extrusionOk="0">
                  <a:moveTo>
                    <a:pt x="110" y="0"/>
                  </a:moveTo>
                  <a:cubicBezTo>
                    <a:pt x="38" y="0"/>
                    <a:pt x="0" y="92"/>
                    <a:pt x="82" y="133"/>
                  </a:cubicBezTo>
                  <a:lnTo>
                    <a:pt x="1588" y="1080"/>
                  </a:lnTo>
                  <a:lnTo>
                    <a:pt x="1637" y="1080"/>
                  </a:lnTo>
                  <a:cubicBezTo>
                    <a:pt x="1661" y="1080"/>
                    <a:pt x="1685" y="1080"/>
                    <a:pt x="1709" y="1056"/>
                  </a:cubicBezTo>
                  <a:cubicBezTo>
                    <a:pt x="1734" y="1007"/>
                    <a:pt x="1709" y="959"/>
                    <a:pt x="1685" y="935"/>
                  </a:cubicBezTo>
                  <a:lnTo>
                    <a:pt x="155" y="11"/>
                  </a:lnTo>
                  <a:cubicBezTo>
                    <a:pt x="139" y="4"/>
                    <a:pt x="124" y="0"/>
                    <a:pt x="1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22"/>
            <p:cNvSpPr/>
            <p:nvPr/>
          </p:nvSpPr>
          <p:spPr>
            <a:xfrm>
              <a:off x="5340805" y="4845446"/>
              <a:ext cx="97252" cy="157795"/>
            </a:xfrm>
            <a:custGeom>
              <a:avLst/>
              <a:gdLst/>
              <a:ahLst/>
              <a:cxnLst/>
              <a:rect l="l" t="t" r="r" b="b"/>
              <a:pathLst>
                <a:path w="1118" h="1814" extrusionOk="0">
                  <a:moveTo>
                    <a:pt x="1010" y="0"/>
                  </a:moveTo>
                  <a:cubicBezTo>
                    <a:pt x="984" y="0"/>
                    <a:pt x="962" y="12"/>
                    <a:pt x="947" y="41"/>
                  </a:cubicBezTo>
                  <a:lnTo>
                    <a:pt x="24" y="1717"/>
                  </a:lnTo>
                  <a:cubicBezTo>
                    <a:pt x="0" y="1741"/>
                    <a:pt x="24" y="1790"/>
                    <a:pt x="49" y="1814"/>
                  </a:cubicBezTo>
                  <a:lnTo>
                    <a:pt x="97" y="1814"/>
                  </a:lnTo>
                  <a:cubicBezTo>
                    <a:pt x="122" y="1814"/>
                    <a:pt x="146" y="1814"/>
                    <a:pt x="170" y="1790"/>
                  </a:cubicBezTo>
                  <a:lnTo>
                    <a:pt x="1093" y="113"/>
                  </a:lnTo>
                  <a:cubicBezTo>
                    <a:pt x="1118" y="89"/>
                    <a:pt x="1093" y="41"/>
                    <a:pt x="1069" y="16"/>
                  </a:cubicBezTo>
                  <a:cubicBezTo>
                    <a:pt x="1049" y="6"/>
                    <a:pt x="1029" y="0"/>
                    <a:pt x="10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2"/>
            <p:cNvSpPr/>
            <p:nvPr/>
          </p:nvSpPr>
          <p:spPr>
            <a:xfrm>
              <a:off x="5499297" y="4624350"/>
              <a:ext cx="175454" cy="150575"/>
            </a:xfrm>
            <a:custGeom>
              <a:avLst/>
              <a:gdLst/>
              <a:ahLst/>
              <a:cxnLst/>
              <a:rect l="l" t="t" r="r" b="b"/>
              <a:pathLst>
                <a:path w="2017" h="1731" extrusionOk="0">
                  <a:moveTo>
                    <a:pt x="1166" y="175"/>
                  </a:moveTo>
                  <a:cubicBezTo>
                    <a:pt x="1555" y="175"/>
                    <a:pt x="1871" y="467"/>
                    <a:pt x="1871" y="856"/>
                  </a:cubicBezTo>
                  <a:cubicBezTo>
                    <a:pt x="1871" y="1285"/>
                    <a:pt x="1511" y="1569"/>
                    <a:pt x="1144" y="1569"/>
                  </a:cubicBezTo>
                  <a:cubicBezTo>
                    <a:pt x="971" y="1569"/>
                    <a:pt x="796" y="1506"/>
                    <a:pt x="656" y="1366"/>
                  </a:cubicBezTo>
                  <a:cubicBezTo>
                    <a:pt x="219" y="929"/>
                    <a:pt x="534" y="175"/>
                    <a:pt x="1166" y="175"/>
                  </a:cubicBezTo>
                  <a:close/>
                  <a:moveTo>
                    <a:pt x="1142" y="1"/>
                  </a:moveTo>
                  <a:cubicBezTo>
                    <a:pt x="930" y="1"/>
                    <a:pt x="714" y="77"/>
                    <a:pt x="534" y="248"/>
                  </a:cubicBezTo>
                  <a:cubicBezTo>
                    <a:pt x="0" y="807"/>
                    <a:pt x="389" y="1730"/>
                    <a:pt x="1166" y="1730"/>
                  </a:cubicBezTo>
                  <a:cubicBezTo>
                    <a:pt x="1628" y="1730"/>
                    <a:pt x="2016" y="1342"/>
                    <a:pt x="2016" y="856"/>
                  </a:cubicBezTo>
                  <a:cubicBezTo>
                    <a:pt x="2016" y="344"/>
                    <a:pt x="1590" y="1"/>
                    <a:pt x="11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2"/>
            <p:cNvSpPr/>
            <p:nvPr/>
          </p:nvSpPr>
          <p:spPr>
            <a:xfrm>
              <a:off x="5615653" y="4833656"/>
              <a:ext cx="32352" cy="88957"/>
            </a:xfrm>
            <a:custGeom>
              <a:avLst/>
              <a:gdLst/>
              <a:ahLst/>
              <a:cxnLst/>
              <a:rect l="l" t="t" r="r" b="b"/>
              <a:pathLst>
                <a:path w="671" h="1845" extrusionOk="0">
                  <a:moveTo>
                    <a:pt x="106" y="0"/>
                  </a:moveTo>
                  <a:cubicBezTo>
                    <a:pt x="55" y="0"/>
                    <a:pt x="0" y="47"/>
                    <a:pt x="15" y="119"/>
                  </a:cubicBezTo>
                  <a:lnTo>
                    <a:pt x="501" y="1796"/>
                  </a:lnTo>
                  <a:cubicBezTo>
                    <a:pt x="501" y="1820"/>
                    <a:pt x="525" y="1844"/>
                    <a:pt x="573" y="1844"/>
                  </a:cubicBezTo>
                  <a:lnTo>
                    <a:pt x="598" y="1844"/>
                  </a:lnTo>
                  <a:cubicBezTo>
                    <a:pt x="646" y="1844"/>
                    <a:pt x="671" y="1796"/>
                    <a:pt x="646" y="1747"/>
                  </a:cubicBezTo>
                  <a:lnTo>
                    <a:pt x="185" y="71"/>
                  </a:lnTo>
                  <a:cubicBezTo>
                    <a:pt x="175" y="22"/>
                    <a:pt x="141" y="0"/>
                    <a:pt x="1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2"/>
            <p:cNvSpPr/>
            <p:nvPr/>
          </p:nvSpPr>
          <p:spPr>
            <a:xfrm>
              <a:off x="5580022" y="4852990"/>
              <a:ext cx="97250" cy="37993"/>
            </a:xfrm>
            <a:custGeom>
              <a:avLst/>
              <a:gdLst/>
              <a:ahLst/>
              <a:cxnLst/>
              <a:rect l="l" t="t" r="r" b="b"/>
              <a:pathLst>
                <a:path w="2017" h="788" extrusionOk="0">
                  <a:moveTo>
                    <a:pt x="1934" y="0"/>
                  </a:moveTo>
                  <a:cubicBezTo>
                    <a:pt x="1921" y="0"/>
                    <a:pt x="1908" y="3"/>
                    <a:pt x="1895" y="10"/>
                  </a:cubicBezTo>
                  <a:lnTo>
                    <a:pt x="49" y="617"/>
                  </a:lnTo>
                  <a:cubicBezTo>
                    <a:pt x="25" y="642"/>
                    <a:pt x="1" y="666"/>
                    <a:pt x="1" y="714"/>
                  </a:cubicBezTo>
                  <a:cubicBezTo>
                    <a:pt x="1" y="739"/>
                    <a:pt x="49" y="763"/>
                    <a:pt x="74" y="763"/>
                  </a:cubicBezTo>
                  <a:lnTo>
                    <a:pt x="98" y="787"/>
                  </a:lnTo>
                  <a:lnTo>
                    <a:pt x="1944" y="180"/>
                  </a:lnTo>
                  <a:cubicBezTo>
                    <a:pt x="1993" y="156"/>
                    <a:pt x="2017" y="107"/>
                    <a:pt x="1993" y="59"/>
                  </a:cubicBezTo>
                  <a:cubicBezTo>
                    <a:pt x="1993" y="23"/>
                    <a:pt x="1967" y="0"/>
                    <a:pt x="19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22"/>
            <p:cNvSpPr/>
            <p:nvPr/>
          </p:nvSpPr>
          <p:spPr>
            <a:xfrm>
              <a:off x="5588990" y="4847059"/>
              <a:ext cx="83605" cy="52120"/>
            </a:xfrm>
            <a:custGeom>
              <a:avLst/>
              <a:gdLst/>
              <a:ahLst/>
              <a:cxnLst/>
              <a:rect l="l" t="t" r="r" b="b"/>
              <a:pathLst>
                <a:path w="1734" h="1081" extrusionOk="0">
                  <a:moveTo>
                    <a:pt x="110" y="0"/>
                  </a:moveTo>
                  <a:cubicBezTo>
                    <a:pt x="38" y="0"/>
                    <a:pt x="0" y="92"/>
                    <a:pt x="82" y="133"/>
                  </a:cubicBezTo>
                  <a:lnTo>
                    <a:pt x="1588" y="1080"/>
                  </a:lnTo>
                  <a:lnTo>
                    <a:pt x="1637" y="1080"/>
                  </a:lnTo>
                  <a:cubicBezTo>
                    <a:pt x="1661" y="1080"/>
                    <a:pt x="1685" y="1080"/>
                    <a:pt x="1709" y="1056"/>
                  </a:cubicBezTo>
                  <a:cubicBezTo>
                    <a:pt x="1734" y="1007"/>
                    <a:pt x="1709" y="959"/>
                    <a:pt x="1685" y="935"/>
                  </a:cubicBezTo>
                  <a:lnTo>
                    <a:pt x="155" y="11"/>
                  </a:lnTo>
                  <a:cubicBezTo>
                    <a:pt x="139" y="4"/>
                    <a:pt x="124" y="0"/>
                    <a:pt x="1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22"/>
            <p:cNvSpPr/>
            <p:nvPr/>
          </p:nvSpPr>
          <p:spPr>
            <a:xfrm>
              <a:off x="5605817" y="4825749"/>
              <a:ext cx="53904" cy="87462"/>
            </a:xfrm>
            <a:custGeom>
              <a:avLst/>
              <a:gdLst/>
              <a:ahLst/>
              <a:cxnLst/>
              <a:rect l="l" t="t" r="r" b="b"/>
              <a:pathLst>
                <a:path w="1118" h="1814" extrusionOk="0">
                  <a:moveTo>
                    <a:pt x="1010" y="0"/>
                  </a:moveTo>
                  <a:cubicBezTo>
                    <a:pt x="984" y="0"/>
                    <a:pt x="962" y="12"/>
                    <a:pt x="947" y="41"/>
                  </a:cubicBezTo>
                  <a:lnTo>
                    <a:pt x="24" y="1717"/>
                  </a:lnTo>
                  <a:cubicBezTo>
                    <a:pt x="0" y="1741"/>
                    <a:pt x="24" y="1790"/>
                    <a:pt x="49" y="1814"/>
                  </a:cubicBezTo>
                  <a:lnTo>
                    <a:pt x="97" y="1814"/>
                  </a:lnTo>
                  <a:cubicBezTo>
                    <a:pt x="122" y="1814"/>
                    <a:pt x="146" y="1814"/>
                    <a:pt x="170" y="1790"/>
                  </a:cubicBezTo>
                  <a:lnTo>
                    <a:pt x="1093" y="113"/>
                  </a:lnTo>
                  <a:cubicBezTo>
                    <a:pt x="1118" y="89"/>
                    <a:pt x="1093" y="41"/>
                    <a:pt x="1069" y="16"/>
                  </a:cubicBezTo>
                  <a:cubicBezTo>
                    <a:pt x="1049" y="6"/>
                    <a:pt x="1029" y="0"/>
                    <a:pt x="10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">
  <p:cSld name="CUSTOM_18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23"/>
          <p:cNvSpPr txBox="1">
            <a:spLocks noGrp="1"/>
          </p:cNvSpPr>
          <p:nvPr>
            <p:ph type="subTitle" idx="1"/>
          </p:nvPr>
        </p:nvSpPr>
        <p:spPr>
          <a:xfrm>
            <a:off x="5652113" y="4055575"/>
            <a:ext cx="2730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9pPr>
          </a:lstStyle>
          <a:p>
            <a:endParaRPr/>
          </a:p>
        </p:txBody>
      </p:sp>
      <p:sp>
        <p:nvSpPr>
          <p:cNvPr id="979" name="Google Shape;979;p23"/>
          <p:cNvSpPr txBox="1">
            <a:spLocks noGrp="1"/>
          </p:cNvSpPr>
          <p:nvPr>
            <p:ph type="subTitle" idx="2"/>
          </p:nvPr>
        </p:nvSpPr>
        <p:spPr>
          <a:xfrm>
            <a:off x="761888" y="4055575"/>
            <a:ext cx="2730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9pPr>
          </a:lstStyle>
          <a:p>
            <a:endParaRPr/>
          </a:p>
        </p:txBody>
      </p:sp>
      <p:sp>
        <p:nvSpPr>
          <p:cNvPr id="980" name="Google Shape;980;p23"/>
          <p:cNvSpPr txBox="1">
            <a:spLocks noGrp="1"/>
          </p:cNvSpPr>
          <p:nvPr>
            <p:ph type="subTitle" idx="3"/>
          </p:nvPr>
        </p:nvSpPr>
        <p:spPr>
          <a:xfrm>
            <a:off x="3207000" y="3284300"/>
            <a:ext cx="2730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9pPr>
          </a:lstStyle>
          <a:p>
            <a:endParaRPr/>
          </a:p>
        </p:txBody>
      </p:sp>
      <p:sp>
        <p:nvSpPr>
          <p:cNvPr id="981" name="Google Shape;981;p23"/>
          <p:cNvSpPr txBox="1">
            <a:spLocks noGrp="1"/>
          </p:cNvSpPr>
          <p:nvPr>
            <p:ph type="title"/>
          </p:nvPr>
        </p:nvSpPr>
        <p:spPr>
          <a:xfrm>
            <a:off x="753825" y="420100"/>
            <a:ext cx="74448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982" name="Google Shape;982;p23"/>
          <p:cNvGrpSpPr/>
          <p:nvPr/>
        </p:nvGrpSpPr>
        <p:grpSpPr>
          <a:xfrm flipH="1">
            <a:off x="6927955" y="4"/>
            <a:ext cx="2010058" cy="1281879"/>
            <a:chOff x="7239867" y="1514545"/>
            <a:chExt cx="2525833" cy="1610805"/>
          </a:xfrm>
        </p:grpSpPr>
        <p:grpSp>
          <p:nvGrpSpPr>
            <p:cNvPr id="983" name="Google Shape;983;p23"/>
            <p:cNvGrpSpPr/>
            <p:nvPr/>
          </p:nvGrpSpPr>
          <p:grpSpPr>
            <a:xfrm>
              <a:off x="7346663" y="1514545"/>
              <a:ext cx="2419037" cy="1551678"/>
              <a:chOff x="7410211" y="1555302"/>
              <a:chExt cx="2355440" cy="1510884"/>
            </a:xfrm>
          </p:grpSpPr>
          <p:grpSp>
            <p:nvGrpSpPr>
              <p:cNvPr id="984" name="Google Shape;984;p23"/>
              <p:cNvGrpSpPr/>
              <p:nvPr/>
            </p:nvGrpSpPr>
            <p:grpSpPr>
              <a:xfrm>
                <a:off x="7410211" y="1555302"/>
                <a:ext cx="2355440" cy="1510884"/>
                <a:chOff x="761258" y="2062480"/>
                <a:chExt cx="1646470" cy="1056119"/>
              </a:xfrm>
            </p:grpSpPr>
            <p:sp>
              <p:nvSpPr>
                <p:cNvPr id="985" name="Google Shape;985;p23"/>
                <p:cNvSpPr/>
                <p:nvPr/>
              </p:nvSpPr>
              <p:spPr>
                <a:xfrm rot="-1481318">
                  <a:off x="1087094" y="2126891"/>
                  <a:ext cx="430227" cy="556678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6" name="Google Shape;986;p23"/>
                <p:cNvSpPr/>
                <p:nvPr/>
              </p:nvSpPr>
              <p:spPr>
                <a:xfrm>
                  <a:off x="1415418" y="2201127"/>
                  <a:ext cx="557700" cy="4926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7" name="Google Shape;987;p23"/>
                <p:cNvSpPr/>
                <p:nvPr/>
              </p:nvSpPr>
              <p:spPr>
                <a:xfrm>
                  <a:off x="761258" y="2379293"/>
                  <a:ext cx="492600" cy="4926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8" name="Google Shape;988;p23"/>
                <p:cNvSpPr/>
                <p:nvPr/>
              </p:nvSpPr>
              <p:spPr>
                <a:xfrm>
                  <a:off x="899445" y="2606080"/>
                  <a:ext cx="469500" cy="4695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9" name="Google Shape;989;p23"/>
                <p:cNvSpPr/>
                <p:nvPr/>
              </p:nvSpPr>
              <p:spPr>
                <a:xfrm>
                  <a:off x="1250808" y="2594534"/>
                  <a:ext cx="492600" cy="4926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0" name="Google Shape;990;p23"/>
                <p:cNvSpPr/>
                <p:nvPr/>
              </p:nvSpPr>
              <p:spPr>
                <a:xfrm rot="-2967336">
                  <a:off x="1706888" y="2475460"/>
                  <a:ext cx="622580" cy="492779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991" name="Google Shape;991;p23"/>
              <p:cNvSpPr/>
              <p:nvPr/>
            </p:nvSpPr>
            <p:spPr>
              <a:xfrm>
                <a:off x="7933212" y="2119383"/>
                <a:ext cx="704700" cy="7047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23"/>
              <p:cNvSpPr/>
              <p:nvPr/>
            </p:nvSpPr>
            <p:spPr>
              <a:xfrm>
                <a:off x="8386462" y="2119383"/>
                <a:ext cx="704700" cy="7047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93" name="Google Shape;993;p23"/>
            <p:cNvSpPr/>
            <p:nvPr/>
          </p:nvSpPr>
          <p:spPr>
            <a:xfrm>
              <a:off x="7239867" y="1792171"/>
              <a:ext cx="2256600" cy="1333178"/>
            </a:xfrm>
            <a:custGeom>
              <a:avLst/>
              <a:gdLst/>
              <a:ahLst/>
              <a:cxnLst/>
              <a:rect l="l" t="t" r="r" b="b"/>
              <a:pathLst>
                <a:path w="4957" h="2929" extrusionOk="0">
                  <a:moveTo>
                    <a:pt x="1215" y="718"/>
                  </a:moveTo>
                  <a:cubicBezTo>
                    <a:pt x="1312" y="743"/>
                    <a:pt x="1337" y="767"/>
                    <a:pt x="1361" y="815"/>
                  </a:cubicBezTo>
                  <a:cubicBezTo>
                    <a:pt x="1361" y="840"/>
                    <a:pt x="1312" y="888"/>
                    <a:pt x="1288" y="913"/>
                  </a:cubicBezTo>
                  <a:cubicBezTo>
                    <a:pt x="1264" y="913"/>
                    <a:pt x="1264" y="937"/>
                    <a:pt x="1215" y="937"/>
                  </a:cubicBezTo>
                  <a:cubicBezTo>
                    <a:pt x="1215" y="864"/>
                    <a:pt x="1215" y="815"/>
                    <a:pt x="1215" y="743"/>
                  </a:cubicBezTo>
                  <a:lnTo>
                    <a:pt x="1215" y="718"/>
                  </a:lnTo>
                  <a:close/>
                  <a:moveTo>
                    <a:pt x="2527" y="475"/>
                  </a:moveTo>
                  <a:cubicBezTo>
                    <a:pt x="2624" y="597"/>
                    <a:pt x="2673" y="767"/>
                    <a:pt x="2624" y="937"/>
                  </a:cubicBezTo>
                  <a:cubicBezTo>
                    <a:pt x="2601" y="983"/>
                    <a:pt x="2567" y="1007"/>
                    <a:pt x="2530" y="1007"/>
                  </a:cubicBezTo>
                  <a:cubicBezTo>
                    <a:pt x="2489" y="1007"/>
                    <a:pt x="2444" y="977"/>
                    <a:pt x="2405" y="913"/>
                  </a:cubicBezTo>
                  <a:cubicBezTo>
                    <a:pt x="2333" y="767"/>
                    <a:pt x="2381" y="573"/>
                    <a:pt x="2527" y="475"/>
                  </a:cubicBezTo>
                  <a:close/>
                  <a:moveTo>
                    <a:pt x="3984" y="1010"/>
                  </a:moveTo>
                  <a:lnTo>
                    <a:pt x="3984" y="1010"/>
                  </a:lnTo>
                  <a:cubicBezTo>
                    <a:pt x="4009" y="1107"/>
                    <a:pt x="3984" y="1228"/>
                    <a:pt x="3936" y="1326"/>
                  </a:cubicBezTo>
                  <a:cubicBezTo>
                    <a:pt x="3912" y="1350"/>
                    <a:pt x="3912" y="1350"/>
                    <a:pt x="3887" y="1350"/>
                  </a:cubicBezTo>
                  <a:cubicBezTo>
                    <a:pt x="3863" y="1350"/>
                    <a:pt x="3839" y="1326"/>
                    <a:pt x="3814" y="1326"/>
                  </a:cubicBezTo>
                  <a:cubicBezTo>
                    <a:pt x="3766" y="1277"/>
                    <a:pt x="3766" y="1277"/>
                    <a:pt x="3766" y="1204"/>
                  </a:cubicBezTo>
                  <a:cubicBezTo>
                    <a:pt x="3790" y="1131"/>
                    <a:pt x="3863" y="1058"/>
                    <a:pt x="3984" y="1010"/>
                  </a:cubicBezTo>
                  <a:close/>
                  <a:moveTo>
                    <a:pt x="1045" y="1860"/>
                  </a:moveTo>
                  <a:cubicBezTo>
                    <a:pt x="948" y="1957"/>
                    <a:pt x="851" y="2030"/>
                    <a:pt x="754" y="2079"/>
                  </a:cubicBezTo>
                  <a:cubicBezTo>
                    <a:pt x="778" y="1982"/>
                    <a:pt x="875" y="1909"/>
                    <a:pt x="972" y="1860"/>
                  </a:cubicBezTo>
                  <a:close/>
                  <a:moveTo>
                    <a:pt x="3159" y="1957"/>
                  </a:moveTo>
                  <a:cubicBezTo>
                    <a:pt x="3159" y="1957"/>
                    <a:pt x="3183" y="1957"/>
                    <a:pt x="3231" y="2006"/>
                  </a:cubicBezTo>
                  <a:cubicBezTo>
                    <a:pt x="3280" y="2054"/>
                    <a:pt x="3304" y="2152"/>
                    <a:pt x="3280" y="2224"/>
                  </a:cubicBezTo>
                  <a:cubicBezTo>
                    <a:pt x="3159" y="2127"/>
                    <a:pt x="3159" y="2006"/>
                    <a:pt x="3159" y="1957"/>
                  </a:cubicBezTo>
                  <a:close/>
                  <a:moveTo>
                    <a:pt x="1701" y="2030"/>
                  </a:moveTo>
                  <a:cubicBezTo>
                    <a:pt x="1750" y="2054"/>
                    <a:pt x="1798" y="2079"/>
                    <a:pt x="1822" y="2127"/>
                  </a:cubicBezTo>
                  <a:cubicBezTo>
                    <a:pt x="1847" y="2249"/>
                    <a:pt x="1822" y="2346"/>
                    <a:pt x="1774" y="2443"/>
                  </a:cubicBezTo>
                  <a:cubicBezTo>
                    <a:pt x="1677" y="2346"/>
                    <a:pt x="1628" y="2200"/>
                    <a:pt x="1652" y="2054"/>
                  </a:cubicBezTo>
                  <a:cubicBezTo>
                    <a:pt x="1652" y="2030"/>
                    <a:pt x="1677" y="2030"/>
                    <a:pt x="1677" y="2030"/>
                  </a:cubicBezTo>
                  <a:close/>
                  <a:moveTo>
                    <a:pt x="1688" y="116"/>
                  </a:moveTo>
                  <a:cubicBezTo>
                    <a:pt x="1796" y="116"/>
                    <a:pt x="1923" y="140"/>
                    <a:pt x="2065" y="184"/>
                  </a:cubicBezTo>
                  <a:cubicBezTo>
                    <a:pt x="2211" y="232"/>
                    <a:pt x="2333" y="305"/>
                    <a:pt x="2454" y="427"/>
                  </a:cubicBezTo>
                  <a:cubicBezTo>
                    <a:pt x="2284" y="548"/>
                    <a:pt x="2235" y="791"/>
                    <a:pt x="2333" y="961"/>
                  </a:cubicBezTo>
                  <a:cubicBezTo>
                    <a:pt x="2430" y="1083"/>
                    <a:pt x="2503" y="1131"/>
                    <a:pt x="2551" y="1131"/>
                  </a:cubicBezTo>
                  <a:cubicBezTo>
                    <a:pt x="2648" y="1107"/>
                    <a:pt x="2721" y="1058"/>
                    <a:pt x="2746" y="986"/>
                  </a:cubicBezTo>
                  <a:cubicBezTo>
                    <a:pt x="2794" y="791"/>
                    <a:pt x="2746" y="573"/>
                    <a:pt x="2624" y="427"/>
                  </a:cubicBezTo>
                  <a:cubicBezTo>
                    <a:pt x="2818" y="305"/>
                    <a:pt x="3061" y="232"/>
                    <a:pt x="3304" y="232"/>
                  </a:cubicBezTo>
                  <a:lnTo>
                    <a:pt x="3450" y="232"/>
                  </a:lnTo>
                  <a:cubicBezTo>
                    <a:pt x="3742" y="330"/>
                    <a:pt x="3960" y="597"/>
                    <a:pt x="3984" y="888"/>
                  </a:cubicBezTo>
                  <a:cubicBezTo>
                    <a:pt x="3839" y="937"/>
                    <a:pt x="3717" y="1034"/>
                    <a:pt x="3693" y="1180"/>
                  </a:cubicBezTo>
                  <a:cubicBezTo>
                    <a:pt x="3669" y="1277"/>
                    <a:pt x="3693" y="1350"/>
                    <a:pt x="3766" y="1423"/>
                  </a:cubicBezTo>
                  <a:cubicBezTo>
                    <a:pt x="3802" y="1459"/>
                    <a:pt x="3845" y="1477"/>
                    <a:pt x="3887" y="1477"/>
                  </a:cubicBezTo>
                  <a:cubicBezTo>
                    <a:pt x="3930" y="1477"/>
                    <a:pt x="3972" y="1459"/>
                    <a:pt x="4009" y="1423"/>
                  </a:cubicBezTo>
                  <a:cubicBezTo>
                    <a:pt x="4082" y="1277"/>
                    <a:pt x="4106" y="1131"/>
                    <a:pt x="4082" y="986"/>
                  </a:cubicBezTo>
                  <a:cubicBezTo>
                    <a:pt x="4130" y="986"/>
                    <a:pt x="4203" y="961"/>
                    <a:pt x="4252" y="961"/>
                  </a:cubicBezTo>
                  <a:cubicBezTo>
                    <a:pt x="4470" y="961"/>
                    <a:pt x="4640" y="1083"/>
                    <a:pt x="4738" y="1277"/>
                  </a:cubicBezTo>
                  <a:cubicBezTo>
                    <a:pt x="4835" y="1544"/>
                    <a:pt x="4810" y="1836"/>
                    <a:pt x="4665" y="2079"/>
                  </a:cubicBezTo>
                  <a:cubicBezTo>
                    <a:pt x="4483" y="2341"/>
                    <a:pt x="4201" y="2486"/>
                    <a:pt x="3902" y="2486"/>
                  </a:cubicBezTo>
                  <a:cubicBezTo>
                    <a:pt x="3841" y="2486"/>
                    <a:pt x="3779" y="2480"/>
                    <a:pt x="3717" y="2467"/>
                  </a:cubicBezTo>
                  <a:cubicBezTo>
                    <a:pt x="3572" y="2443"/>
                    <a:pt x="3450" y="2370"/>
                    <a:pt x="3353" y="2297"/>
                  </a:cubicBezTo>
                  <a:cubicBezTo>
                    <a:pt x="3401" y="2176"/>
                    <a:pt x="3377" y="2030"/>
                    <a:pt x="3304" y="1933"/>
                  </a:cubicBezTo>
                  <a:cubicBezTo>
                    <a:pt x="3244" y="1884"/>
                    <a:pt x="3189" y="1860"/>
                    <a:pt x="3143" y="1860"/>
                  </a:cubicBezTo>
                  <a:cubicBezTo>
                    <a:pt x="3098" y="1860"/>
                    <a:pt x="3061" y="1884"/>
                    <a:pt x="3037" y="1933"/>
                  </a:cubicBezTo>
                  <a:cubicBezTo>
                    <a:pt x="3037" y="2103"/>
                    <a:pt x="3086" y="2249"/>
                    <a:pt x="3231" y="2322"/>
                  </a:cubicBezTo>
                  <a:cubicBezTo>
                    <a:pt x="3071" y="2620"/>
                    <a:pt x="2781" y="2809"/>
                    <a:pt x="2442" y="2809"/>
                  </a:cubicBezTo>
                  <a:cubicBezTo>
                    <a:pt x="2422" y="2809"/>
                    <a:pt x="2402" y="2809"/>
                    <a:pt x="2381" y="2807"/>
                  </a:cubicBezTo>
                  <a:cubicBezTo>
                    <a:pt x="2187" y="2807"/>
                    <a:pt x="1968" y="2686"/>
                    <a:pt x="1847" y="2516"/>
                  </a:cubicBezTo>
                  <a:cubicBezTo>
                    <a:pt x="1920" y="2394"/>
                    <a:pt x="1968" y="2249"/>
                    <a:pt x="1920" y="2103"/>
                  </a:cubicBezTo>
                  <a:cubicBezTo>
                    <a:pt x="1895" y="2030"/>
                    <a:pt x="1822" y="1957"/>
                    <a:pt x="1725" y="1933"/>
                  </a:cubicBezTo>
                  <a:cubicBezTo>
                    <a:pt x="1712" y="1928"/>
                    <a:pt x="1699" y="1926"/>
                    <a:pt x="1685" y="1926"/>
                  </a:cubicBezTo>
                  <a:cubicBezTo>
                    <a:pt x="1627" y="1926"/>
                    <a:pt x="1575" y="1966"/>
                    <a:pt x="1555" y="2006"/>
                  </a:cubicBezTo>
                  <a:cubicBezTo>
                    <a:pt x="1531" y="2200"/>
                    <a:pt x="1580" y="2394"/>
                    <a:pt x="1725" y="2540"/>
                  </a:cubicBezTo>
                  <a:cubicBezTo>
                    <a:pt x="1604" y="2662"/>
                    <a:pt x="1434" y="2735"/>
                    <a:pt x="1264" y="2759"/>
                  </a:cubicBezTo>
                  <a:lnTo>
                    <a:pt x="1191" y="2759"/>
                  </a:lnTo>
                  <a:cubicBezTo>
                    <a:pt x="1045" y="2759"/>
                    <a:pt x="924" y="2686"/>
                    <a:pt x="826" y="2589"/>
                  </a:cubicBezTo>
                  <a:cubicBezTo>
                    <a:pt x="729" y="2467"/>
                    <a:pt x="705" y="2346"/>
                    <a:pt x="729" y="2224"/>
                  </a:cubicBezTo>
                  <a:cubicBezTo>
                    <a:pt x="924" y="2152"/>
                    <a:pt x="1167" y="1957"/>
                    <a:pt x="1142" y="1836"/>
                  </a:cubicBezTo>
                  <a:cubicBezTo>
                    <a:pt x="1142" y="1801"/>
                    <a:pt x="1118" y="1767"/>
                    <a:pt x="1052" y="1767"/>
                  </a:cubicBezTo>
                  <a:cubicBezTo>
                    <a:pt x="1025" y="1767"/>
                    <a:pt x="991" y="1773"/>
                    <a:pt x="948" y="1787"/>
                  </a:cubicBezTo>
                  <a:cubicBezTo>
                    <a:pt x="802" y="1836"/>
                    <a:pt x="681" y="1982"/>
                    <a:pt x="656" y="2152"/>
                  </a:cubicBezTo>
                  <a:cubicBezTo>
                    <a:pt x="638" y="2154"/>
                    <a:pt x="621" y="2155"/>
                    <a:pt x="603" y="2155"/>
                  </a:cubicBezTo>
                  <a:cubicBezTo>
                    <a:pt x="414" y="2155"/>
                    <a:pt x="286" y="2032"/>
                    <a:pt x="219" y="1787"/>
                  </a:cubicBezTo>
                  <a:cubicBezTo>
                    <a:pt x="98" y="1520"/>
                    <a:pt x="122" y="1228"/>
                    <a:pt x="243" y="961"/>
                  </a:cubicBezTo>
                  <a:cubicBezTo>
                    <a:pt x="389" y="791"/>
                    <a:pt x="608" y="694"/>
                    <a:pt x="851" y="694"/>
                  </a:cubicBezTo>
                  <a:lnTo>
                    <a:pt x="1142" y="694"/>
                  </a:lnTo>
                  <a:lnTo>
                    <a:pt x="1142" y="743"/>
                  </a:lnTo>
                  <a:cubicBezTo>
                    <a:pt x="1118" y="840"/>
                    <a:pt x="1142" y="937"/>
                    <a:pt x="1191" y="1010"/>
                  </a:cubicBezTo>
                  <a:cubicBezTo>
                    <a:pt x="1204" y="1036"/>
                    <a:pt x="1232" y="1056"/>
                    <a:pt x="1271" y="1056"/>
                  </a:cubicBezTo>
                  <a:cubicBezTo>
                    <a:pt x="1302" y="1056"/>
                    <a:pt x="1341" y="1043"/>
                    <a:pt x="1385" y="1010"/>
                  </a:cubicBezTo>
                  <a:cubicBezTo>
                    <a:pt x="1482" y="913"/>
                    <a:pt x="1507" y="888"/>
                    <a:pt x="1482" y="791"/>
                  </a:cubicBezTo>
                  <a:cubicBezTo>
                    <a:pt x="1458" y="718"/>
                    <a:pt x="1385" y="645"/>
                    <a:pt x="1239" y="621"/>
                  </a:cubicBezTo>
                  <a:cubicBezTo>
                    <a:pt x="1239" y="475"/>
                    <a:pt x="1288" y="330"/>
                    <a:pt x="1385" y="232"/>
                  </a:cubicBezTo>
                  <a:cubicBezTo>
                    <a:pt x="1452" y="152"/>
                    <a:pt x="1556" y="116"/>
                    <a:pt x="1688" y="116"/>
                  </a:cubicBezTo>
                  <a:close/>
                  <a:moveTo>
                    <a:pt x="1650" y="1"/>
                  </a:moveTo>
                  <a:cubicBezTo>
                    <a:pt x="1501" y="1"/>
                    <a:pt x="1380" y="43"/>
                    <a:pt x="1288" y="135"/>
                  </a:cubicBezTo>
                  <a:cubicBezTo>
                    <a:pt x="1191" y="257"/>
                    <a:pt x="1118" y="427"/>
                    <a:pt x="1118" y="597"/>
                  </a:cubicBezTo>
                  <a:cubicBezTo>
                    <a:pt x="1069" y="585"/>
                    <a:pt x="1021" y="579"/>
                    <a:pt x="972" y="579"/>
                  </a:cubicBezTo>
                  <a:cubicBezTo>
                    <a:pt x="924" y="579"/>
                    <a:pt x="875" y="585"/>
                    <a:pt x="826" y="597"/>
                  </a:cubicBezTo>
                  <a:cubicBezTo>
                    <a:pt x="559" y="597"/>
                    <a:pt x="316" y="694"/>
                    <a:pt x="146" y="888"/>
                  </a:cubicBezTo>
                  <a:cubicBezTo>
                    <a:pt x="1" y="1180"/>
                    <a:pt x="1" y="1520"/>
                    <a:pt x="122" y="1811"/>
                  </a:cubicBezTo>
                  <a:cubicBezTo>
                    <a:pt x="219" y="2152"/>
                    <a:pt x="414" y="2224"/>
                    <a:pt x="559" y="2224"/>
                  </a:cubicBezTo>
                  <a:lnTo>
                    <a:pt x="608" y="2224"/>
                  </a:lnTo>
                  <a:cubicBezTo>
                    <a:pt x="608" y="2394"/>
                    <a:pt x="656" y="2540"/>
                    <a:pt x="754" y="2637"/>
                  </a:cubicBezTo>
                  <a:cubicBezTo>
                    <a:pt x="851" y="2783"/>
                    <a:pt x="1021" y="2856"/>
                    <a:pt x="1191" y="2856"/>
                  </a:cubicBezTo>
                  <a:lnTo>
                    <a:pt x="1264" y="2856"/>
                  </a:lnTo>
                  <a:cubicBezTo>
                    <a:pt x="1458" y="2832"/>
                    <a:pt x="1652" y="2759"/>
                    <a:pt x="1774" y="2613"/>
                  </a:cubicBezTo>
                  <a:cubicBezTo>
                    <a:pt x="1944" y="2783"/>
                    <a:pt x="2163" y="2905"/>
                    <a:pt x="2381" y="2929"/>
                  </a:cubicBezTo>
                  <a:lnTo>
                    <a:pt x="2430" y="2929"/>
                  </a:lnTo>
                  <a:cubicBezTo>
                    <a:pt x="2794" y="2905"/>
                    <a:pt x="3134" y="2710"/>
                    <a:pt x="3304" y="2394"/>
                  </a:cubicBezTo>
                  <a:cubicBezTo>
                    <a:pt x="3426" y="2467"/>
                    <a:pt x="3547" y="2516"/>
                    <a:pt x="3693" y="2540"/>
                  </a:cubicBezTo>
                  <a:cubicBezTo>
                    <a:pt x="3766" y="2559"/>
                    <a:pt x="3841" y="2567"/>
                    <a:pt x="3916" y="2567"/>
                  </a:cubicBezTo>
                  <a:cubicBezTo>
                    <a:pt x="4239" y="2567"/>
                    <a:pt x="4560" y="2403"/>
                    <a:pt x="4738" y="2127"/>
                  </a:cubicBezTo>
                  <a:cubicBezTo>
                    <a:pt x="4932" y="1860"/>
                    <a:pt x="4956" y="1496"/>
                    <a:pt x="4835" y="1204"/>
                  </a:cubicBezTo>
                  <a:cubicBezTo>
                    <a:pt x="4738" y="986"/>
                    <a:pt x="4495" y="840"/>
                    <a:pt x="4252" y="840"/>
                  </a:cubicBezTo>
                  <a:cubicBezTo>
                    <a:pt x="4203" y="840"/>
                    <a:pt x="4130" y="840"/>
                    <a:pt x="4057" y="864"/>
                  </a:cubicBezTo>
                  <a:cubicBezTo>
                    <a:pt x="4033" y="500"/>
                    <a:pt x="3790" y="232"/>
                    <a:pt x="3450" y="135"/>
                  </a:cubicBezTo>
                  <a:cubicBezTo>
                    <a:pt x="3426" y="123"/>
                    <a:pt x="3395" y="117"/>
                    <a:pt x="3365" y="117"/>
                  </a:cubicBezTo>
                  <a:cubicBezTo>
                    <a:pt x="3335" y="117"/>
                    <a:pt x="3304" y="123"/>
                    <a:pt x="3280" y="135"/>
                  </a:cubicBezTo>
                  <a:cubicBezTo>
                    <a:pt x="3013" y="135"/>
                    <a:pt x="2746" y="208"/>
                    <a:pt x="2527" y="330"/>
                  </a:cubicBezTo>
                  <a:cubicBezTo>
                    <a:pt x="2405" y="232"/>
                    <a:pt x="2235" y="135"/>
                    <a:pt x="2090" y="87"/>
                  </a:cubicBezTo>
                  <a:cubicBezTo>
                    <a:pt x="1923" y="31"/>
                    <a:pt x="1776" y="1"/>
                    <a:pt x="1650" y="1"/>
                  </a:cubicBezTo>
                  <a:close/>
                </a:path>
              </a:pathLst>
            </a:custGeom>
            <a:solidFill>
              <a:srgbClr val="261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4" name="Google Shape;994;p23"/>
          <p:cNvGrpSpPr/>
          <p:nvPr/>
        </p:nvGrpSpPr>
        <p:grpSpPr>
          <a:xfrm rot="2398771">
            <a:off x="-128570" y="4514541"/>
            <a:ext cx="1016105" cy="607224"/>
            <a:chOff x="1202177" y="4613417"/>
            <a:chExt cx="528376" cy="315757"/>
          </a:xfrm>
        </p:grpSpPr>
        <p:sp>
          <p:nvSpPr>
            <p:cNvPr id="995" name="Google Shape;995;p23"/>
            <p:cNvSpPr/>
            <p:nvPr/>
          </p:nvSpPr>
          <p:spPr>
            <a:xfrm>
              <a:off x="1564214" y="4671691"/>
              <a:ext cx="166339" cy="48340"/>
            </a:xfrm>
            <a:custGeom>
              <a:avLst/>
              <a:gdLst/>
              <a:ahLst/>
              <a:cxnLst/>
              <a:rect l="l" t="t" r="r" b="b"/>
              <a:pathLst>
                <a:path w="1507" h="438" extrusionOk="0">
                  <a:moveTo>
                    <a:pt x="1409" y="1"/>
                  </a:moveTo>
                  <a:lnTo>
                    <a:pt x="73" y="316"/>
                  </a:lnTo>
                  <a:cubicBezTo>
                    <a:pt x="25" y="316"/>
                    <a:pt x="0" y="341"/>
                    <a:pt x="25" y="389"/>
                  </a:cubicBezTo>
                  <a:cubicBezTo>
                    <a:pt x="25" y="414"/>
                    <a:pt x="49" y="438"/>
                    <a:pt x="73" y="438"/>
                  </a:cubicBezTo>
                  <a:lnTo>
                    <a:pt x="98" y="438"/>
                  </a:lnTo>
                  <a:lnTo>
                    <a:pt x="1434" y="122"/>
                  </a:lnTo>
                  <a:cubicBezTo>
                    <a:pt x="1506" y="122"/>
                    <a:pt x="1482" y="1"/>
                    <a:pt x="1409" y="1"/>
                  </a:cubicBezTo>
                  <a:close/>
                </a:path>
              </a:pathLst>
            </a:custGeom>
            <a:solidFill>
              <a:srgbClr val="261B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23"/>
            <p:cNvSpPr/>
            <p:nvPr/>
          </p:nvSpPr>
          <p:spPr>
            <a:xfrm>
              <a:off x="1602846" y="4613417"/>
              <a:ext cx="60708" cy="176363"/>
            </a:xfrm>
            <a:custGeom>
              <a:avLst/>
              <a:gdLst/>
              <a:ahLst/>
              <a:cxnLst/>
              <a:rect l="l" t="t" r="r" b="b"/>
              <a:pathLst>
                <a:path w="550" h="1598" extrusionOk="0">
                  <a:moveTo>
                    <a:pt x="77" y="0"/>
                  </a:moveTo>
                  <a:cubicBezTo>
                    <a:pt x="39" y="0"/>
                    <a:pt x="0" y="32"/>
                    <a:pt x="15" y="91"/>
                  </a:cubicBezTo>
                  <a:lnTo>
                    <a:pt x="403" y="1573"/>
                  </a:lnTo>
                  <a:cubicBezTo>
                    <a:pt x="428" y="1597"/>
                    <a:pt x="452" y="1597"/>
                    <a:pt x="476" y="1597"/>
                  </a:cubicBezTo>
                  <a:lnTo>
                    <a:pt x="501" y="1597"/>
                  </a:lnTo>
                  <a:cubicBezTo>
                    <a:pt x="525" y="1597"/>
                    <a:pt x="549" y="1549"/>
                    <a:pt x="525" y="1525"/>
                  </a:cubicBezTo>
                  <a:lnTo>
                    <a:pt x="136" y="43"/>
                  </a:lnTo>
                  <a:cubicBezTo>
                    <a:pt x="127" y="14"/>
                    <a:pt x="102" y="0"/>
                    <a:pt x="77" y="0"/>
                  </a:cubicBezTo>
                  <a:close/>
                </a:path>
              </a:pathLst>
            </a:custGeom>
            <a:solidFill>
              <a:srgbClr val="261B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23"/>
            <p:cNvSpPr/>
            <p:nvPr/>
          </p:nvSpPr>
          <p:spPr>
            <a:xfrm>
              <a:off x="1582978" y="4629421"/>
              <a:ext cx="104638" cy="138950"/>
            </a:xfrm>
            <a:custGeom>
              <a:avLst/>
              <a:gdLst/>
              <a:ahLst/>
              <a:cxnLst/>
              <a:rect l="l" t="t" r="r" b="b"/>
              <a:pathLst>
                <a:path w="948" h="1259" extrusionOk="0">
                  <a:moveTo>
                    <a:pt x="875" y="1"/>
                  </a:moveTo>
                  <a:cubicBezTo>
                    <a:pt x="857" y="1"/>
                    <a:pt x="838" y="7"/>
                    <a:pt x="826" y="19"/>
                  </a:cubicBezTo>
                  <a:lnTo>
                    <a:pt x="25" y="1161"/>
                  </a:lnTo>
                  <a:cubicBezTo>
                    <a:pt x="0" y="1185"/>
                    <a:pt x="0" y="1234"/>
                    <a:pt x="49" y="1258"/>
                  </a:cubicBezTo>
                  <a:lnTo>
                    <a:pt x="122" y="1258"/>
                  </a:lnTo>
                  <a:lnTo>
                    <a:pt x="924" y="92"/>
                  </a:lnTo>
                  <a:cubicBezTo>
                    <a:pt x="948" y="68"/>
                    <a:pt x="948" y="19"/>
                    <a:pt x="924" y="19"/>
                  </a:cubicBezTo>
                  <a:cubicBezTo>
                    <a:pt x="911" y="7"/>
                    <a:pt x="893" y="1"/>
                    <a:pt x="875" y="1"/>
                  </a:cubicBezTo>
                  <a:close/>
                </a:path>
              </a:pathLst>
            </a:custGeom>
            <a:solidFill>
              <a:srgbClr val="261B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23"/>
            <p:cNvSpPr/>
            <p:nvPr/>
          </p:nvSpPr>
          <p:spPr>
            <a:xfrm>
              <a:off x="1548982" y="4644430"/>
              <a:ext cx="160158" cy="102419"/>
            </a:xfrm>
            <a:custGeom>
              <a:avLst/>
              <a:gdLst/>
              <a:ahLst/>
              <a:cxnLst/>
              <a:rect l="l" t="t" r="r" b="b"/>
              <a:pathLst>
                <a:path w="1451" h="928" extrusionOk="0">
                  <a:moveTo>
                    <a:pt x="115" y="1"/>
                  </a:moveTo>
                  <a:cubicBezTo>
                    <a:pt x="51" y="1"/>
                    <a:pt x="0" y="83"/>
                    <a:pt x="65" y="126"/>
                  </a:cubicBezTo>
                  <a:lnTo>
                    <a:pt x="1329" y="928"/>
                  </a:lnTo>
                  <a:lnTo>
                    <a:pt x="1377" y="928"/>
                  </a:lnTo>
                  <a:cubicBezTo>
                    <a:pt x="1426" y="928"/>
                    <a:pt x="1450" y="831"/>
                    <a:pt x="1402" y="806"/>
                  </a:cubicBezTo>
                  <a:lnTo>
                    <a:pt x="138" y="5"/>
                  </a:lnTo>
                  <a:cubicBezTo>
                    <a:pt x="130" y="2"/>
                    <a:pt x="123" y="1"/>
                    <a:pt x="115" y="1"/>
                  </a:cubicBezTo>
                  <a:close/>
                </a:path>
              </a:pathLst>
            </a:custGeom>
            <a:solidFill>
              <a:srgbClr val="261B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23"/>
            <p:cNvSpPr/>
            <p:nvPr/>
          </p:nvSpPr>
          <p:spPr>
            <a:xfrm>
              <a:off x="1202177" y="4673346"/>
              <a:ext cx="177156" cy="151310"/>
            </a:xfrm>
            <a:custGeom>
              <a:avLst/>
              <a:gdLst/>
              <a:ahLst/>
              <a:cxnLst/>
              <a:rect l="l" t="t" r="r" b="b"/>
              <a:pathLst>
                <a:path w="1605" h="1371" extrusionOk="0">
                  <a:moveTo>
                    <a:pt x="924" y="131"/>
                  </a:moveTo>
                  <a:cubicBezTo>
                    <a:pt x="1216" y="131"/>
                    <a:pt x="1458" y="374"/>
                    <a:pt x="1483" y="690"/>
                  </a:cubicBezTo>
                  <a:cubicBezTo>
                    <a:pt x="1483" y="1019"/>
                    <a:pt x="1204" y="1248"/>
                    <a:pt x="911" y="1248"/>
                  </a:cubicBezTo>
                  <a:cubicBezTo>
                    <a:pt x="771" y="1248"/>
                    <a:pt x="629" y="1196"/>
                    <a:pt x="511" y="1079"/>
                  </a:cubicBezTo>
                  <a:cubicBezTo>
                    <a:pt x="171" y="739"/>
                    <a:pt x="414" y="131"/>
                    <a:pt x="924" y="131"/>
                  </a:cubicBezTo>
                  <a:close/>
                  <a:moveTo>
                    <a:pt x="907" y="1"/>
                  </a:moveTo>
                  <a:cubicBezTo>
                    <a:pt x="740" y="1"/>
                    <a:pt x="571" y="63"/>
                    <a:pt x="438" y="204"/>
                  </a:cubicBezTo>
                  <a:cubicBezTo>
                    <a:pt x="1" y="641"/>
                    <a:pt x="317" y="1370"/>
                    <a:pt x="924" y="1370"/>
                  </a:cubicBezTo>
                  <a:cubicBezTo>
                    <a:pt x="1288" y="1370"/>
                    <a:pt x="1604" y="1079"/>
                    <a:pt x="1604" y="690"/>
                  </a:cubicBezTo>
                  <a:cubicBezTo>
                    <a:pt x="1604" y="278"/>
                    <a:pt x="1258" y="1"/>
                    <a:pt x="907" y="1"/>
                  </a:cubicBezTo>
                  <a:close/>
                </a:path>
              </a:pathLst>
            </a:custGeom>
            <a:solidFill>
              <a:srgbClr val="261B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23"/>
            <p:cNvSpPr/>
            <p:nvPr/>
          </p:nvSpPr>
          <p:spPr>
            <a:xfrm>
              <a:off x="1389928" y="4832385"/>
              <a:ext cx="115344" cy="96790"/>
            </a:xfrm>
            <a:custGeom>
              <a:avLst/>
              <a:gdLst/>
              <a:ahLst/>
              <a:cxnLst/>
              <a:rect l="l" t="t" r="r" b="b"/>
              <a:pathLst>
                <a:path w="1045" h="877" extrusionOk="0">
                  <a:moveTo>
                    <a:pt x="583" y="124"/>
                  </a:moveTo>
                  <a:cubicBezTo>
                    <a:pt x="753" y="124"/>
                    <a:pt x="899" y="269"/>
                    <a:pt x="899" y="439"/>
                  </a:cubicBezTo>
                  <a:cubicBezTo>
                    <a:pt x="899" y="622"/>
                    <a:pt x="741" y="747"/>
                    <a:pt x="587" y="747"/>
                  </a:cubicBezTo>
                  <a:cubicBezTo>
                    <a:pt x="515" y="747"/>
                    <a:pt x="443" y="720"/>
                    <a:pt x="389" y="658"/>
                  </a:cubicBezTo>
                  <a:cubicBezTo>
                    <a:pt x="195" y="464"/>
                    <a:pt x="316" y="124"/>
                    <a:pt x="583" y="124"/>
                  </a:cubicBezTo>
                  <a:close/>
                  <a:moveTo>
                    <a:pt x="584" y="0"/>
                  </a:moveTo>
                  <a:cubicBezTo>
                    <a:pt x="473" y="0"/>
                    <a:pt x="361" y="38"/>
                    <a:pt x="268" y="124"/>
                  </a:cubicBezTo>
                  <a:cubicBezTo>
                    <a:pt x="0" y="415"/>
                    <a:pt x="195" y="877"/>
                    <a:pt x="583" y="877"/>
                  </a:cubicBezTo>
                  <a:cubicBezTo>
                    <a:pt x="826" y="877"/>
                    <a:pt x="1021" y="682"/>
                    <a:pt x="1045" y="439"/>
                  </a:cubicBezTo>
                  <a:cubicBezTo>
                    <a:pt x="1045" y="175"/>
                    <a:pt x="820" y="0"/>
                    <a:pt x="584" y="0"/>
                  </a:cubicBezTo>
                  <a:close/>
                </a:path>
              </a:pathLst>
            </a:custGeom>
            <a:solidFill>
              <a:srgbClr val="261B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1" name="Google Shape;1001;p23"/>
          <p:cNvGrpSpPr/>
          <p:nvPr/>
        </p:nvGrpSpPr>
        <p:grpSpPr>
          <a:xfrm flipH="1">
            <a:off x="186991" y="158430"/>
            <a:ext cx="495544" cy="469263"/>
            <a:chOff x="2736573" y="4286656"/>
            <a:chExt cx="316076" cy="299294"/>
          </a:xfrm>
        </p:grpSpPr>
        <p:sp>
          <p:nvSpPr>
            <p:cNvPr id="1002" name="Google Shape;1002;p23"/>
            <p:cNvSpPr/>
            <p:nvPr/>
          </p:nvSpPr>
          <p:spPr>
            <a:xfrm>
              <a:off x="2867907" y="4291145"/>
              <a:ext cx="173578" cy="177388"/>
            </a:xfrm>
            <a:custGeom>
              <a:avLst/>
              <a:gdLst/>
              <a:ahLst/>
              <a:cxnLst/>
              <a:rect l="l" t="t" r="r" b="b"/>
              <a:pathLst>
                <a:path w="1508" h="1541" extrusionOk="0">
                  <a:moveTo>
                    <a:pt x="900" y="132"/>
                  </a:moveTo>
                  <a:lnTo>
                    <a:pt x="900" y="132"/>
                  </a:lnTo>
                  <a:cubicBezTo>
                    <a:pt x="778" y="472"/>
                    <a:pt x="608" y="812"/>
                    <a:pt x="390" y="1103"/>
                  </a:cubicBezTo>
                  <a:cubicBezTo>
                    <a:pt x="365" y="1128"/>
                    <a:pt x="365" y="1152"/>
                    <a:pt x="390" y="1176"/>
                  </a:cubicBezTo>
                  <a:cubicBezTo>
                    <a:pt x="402" y="1188"/>
                    <a:pt x="420" y="1194"/>
                    <a:pt x="435" y="1194"/>
                  </a:cubicBezTo>
                  <a:cubicBezTo>
                    <a:pt x="450" y="1194"/>
                    <a:pt x="463" y="1188"/>
                    <a:pt x="463" y="1176"/>
                  </a:cubicBezTo>
                  <a:cubicBezTo>
                    <a:pt x="705" y="1006"/>
                    <a:pt x="973" y="885"/>
                    <a:pt x="1264" y="812"/>
                  </a:cubicBezTo>
                  <a:cubicBezTo>
                    <a:pt x="1337" y="812"/>
                    <a:pt x="1361" y="860"/>
                    <a:pt x="1361" y="860"/>
                  </a:cubicBezTo>
                  <a:cubicBezTo>
                    <a:pt x="1361" y="860"/>
                    <a:pt x="1361" y="885"/>
                    <a:pt x="1361" y="885"/>
                  </a:cubicBezTo>
                  <a:cubicBezTo>
                    <a:pt x="1313" y="1030"/>
                    <a:pt x="875" y="1273"/>
                    <a:pt x="584" y="1395"/>
                  </a:cubicBezTo>
                  <a:lnTo>
                    <a:pt x="147" y="1055"/>
                  </a:lnTo>
                  <a:cubicBezTo>
                    <a:pt x="365" y="666"/>
                    <a:pt x="730" y="156"/>
                    <a:pt x="900" y="132"/>
                  </a:cubicBezTo>
                  <a:close/>
                  <a:moveTo>
                    <a:pt x="958" y="1"/>
                  </a:moveTo>
                  <a:cubicBezTo>
                    <a:pt x="948" y="1"/>
                    <a:pt x="937" y="4"/>
                    <a:pt x="924" y="10"/>
                  </a:cubicBezTo>
                  <a:cubicBezTo>
                    <a:pt x="608" y="10"/>
                    <a:pt x="122" y="860"/>
                    <a:pt x="25" y="1055"/>
                  </a:cubicBezTo>
                  <a:cubicBezTo>
                    <a:pt x="1" y="1079"/>
                    <a:pt x="1" y="1103"/>
                    <a:pt x="25" y="1128"/>
                  </a:cubicBezTo>
                  <a:lnTo>
                    <a:pt x="511" y="1516"/>
                  </a:lnTo>
                  <a:cubicBezTo>
                    <a:pt x="535" y="1516"/>
                    <a:pt x="535" y="1516"/>
                    <a:pt x="560" y="1540"/>
                  </a:cubicBezTo>
                  <a:lnTo>
                    <a:pt x="608" y="1540"/>
                  </a:lnTo>
                  <a:cubicBezTo>
                    <a:pt x="730" y="1468"/>
                    <a:pt x="1410" y="1200"/>
                    <a:pt x="1483" y="933"/>
                  </a:cubicBezTo>
                  <a:cubicBezTo>
                    <a:pt x="1507" y="885"/>
                    <a:pt x="1507" y="836"/>
                    <a:pt x="1483" y="787"/>
                  </a:cubicBezTo>
                  <a:cubicBezTo>
                    <a:pt x="1434" y="715"/>
                    <a:pt x="1361" y="690"/>
                    <a:pt x="1264" y="690"/>
                  </a:cubicBezTo>
                  <a:cubicBezTo>
                    <a:pt x="1046" y="715"/>
                    <a:pt x="851" y="787"/>
                    <a:pt x="657" y="909"/>
                  </a:cubicBezTo>
                  <a:cubicBezTo>
                    <a:pt x="851" y="617"/>
                    <a:pt x="1094" y="204"/>
                    <a:pt x="1021" y="59"/>
                  </a:cubicBezTo>
                  <a:cubicBezTo>
                    <a:pt x="1003" y="23"/>
                    <a:pt x="986" y="1"/>
                    <a:pt x="9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23"/>
            <p:cNvSpPr/>
            <p:nvPr/>
          </p:nvSpPr>
          <p:spPr>
            <a:xfrm>
              <a:off x="2775708" y="4407871"/>
              <a:ext cx="166672" cy="178079"/>
            </a:xfrm>
            <a:custGeom>
              <a:avLst/>
              <a:gdLst/>
              <a:ahLst/>
              <a:cxnLst/>
              <a:rect l="l" t="t" r="r" b="b"/>
              <a:pathLst>
                <a:path w="1448" h="1547" extrusionOk="0">
                  <a:moveTo>
                    <a:pt x="876" y="0"/>
                  </a:moveTo>
                  <a:cubicBezTo>
                    <a:pt x="862" y="0"/>
                    <a:pt x="846" y="6"/>
                    <a:pt x="826" y="16"/>
                  </a:cubicBezTo>
                  <a:cubicBezTo>
                    <a:pt x="802" y="41"/>
                    <a:pt x="73" y="551"/>
                    <a:pt x="25" y="1061"/>
                  </a:cubicBezTo>
                  <a:cubicBezTo>
                    <a:pt x="0" y="1207"/>
                    <a:pt x="73" y="1255"/>
                    <a:pt x="97" y="1255"/>
                  </a:cubicBezTo>
                  <a:cubicBezTo>
                    <a:pt x="104" y="1256"/>
                    <a:pt x="111" y="1257"/>
                    <a:pt x="118" y="1257"/>
                  </a:cubicBezTo>
                  <a:cubicBezTo>
                    <a:pt x="292" y="1257"/>
                    <a:pt x="593" y="978"/>
                    <a:pt x="826" y="745"/>
                  </a:cubicBezTo>
                  <a:lnTo>
                    <a:pt x="826" y="745"/>
                  </a:lnTo>
                  <a:cubicBezTo>
                    <a:pt x="705" y="964"/>
                    <a:pt x="681" y="1207"/>
                    <a:pt x="681" y="1450"/>
                  </a:cubicBezTo>
                  <a:cubicBezTo>
                    <a:pt x="705" y="1498"/>
                    <a:pt x="753" y="1547"/>
                    <a:pt x="826" y="1547"/>
                  </a:cubicBezTo>
                  <a:lnTo>
                    <a:pt x="851" y="1547"/>
                  </a:lnTo>
                  <a:cubicBezTo>
                    <a:pt x="1191" y="1547"/>
                    <a:pt x="1385" y="648"/>
                    <a:pt x="1434" y="478"/>
                  </a:cubicBezTo>
                  <a:cubicBezTo>
                    <a:pt x="1447" y="423"/>
                    <a:pt x="1415" y="392"/>
                    <a:pt x="1380" y="392"/>
                  </a:cubicBezTo>
                  <a:cubicBezTo>
                    <a:pt x="1352" y="392"/>
                    <a:pt x="1323" y="411"/>
                    <a:pt x="1312" y="454"/>
                  </a:cubicBezTo>
                  <a:cubicBezTo>
                    <a:pt x="1215" y="939"/>
                    <a:pt x="996" y="1425"/>
                    <a:pt x="851" y="1425"/>
                  </a:cubicBezTo>
                  <a:lnTo>
                    <a:pt x="826" y="1425"/>
                  </a:lnTo>
                  <a:cubicBezTo>
                    <a:pt x="753" y="1255"/>
                    <a:pt x="1069" y="551"/>
                    <a:pt x="1093" y="478"/>
                  </a:cubicBezTo>
                  <a:lnTo>
                    <a:pt x="1093" y="454"/>
                  </a:lnTo>
                  <a:cubicBezTo>
                    <a:pt x="1118" y="429"/>
                    <a:pt x="1093" y="405"/>
                    <a:pt x="1069" y="381"/>
                  </a:cubicBezTo>
                  <a:cubicBezTo>
                    <a:pt x="1057" y="369"/>
                    <a:pt x="1045" y="363"/>
                    <a:pt x="1033" y="363"/>
                  </a:cubicBezTo>
                  <a:cubicBezTo>
                    <a:pt x="1021" y="363"/>
                    <a:pt x="1008" y="369"/>
                    <a:pt x="996" y="381"/>
                  </a:cubicBezTo>
                  <a:cubicBezTo>
                    <a:pt x="759" y="642"/>
                    <a:pt x="267" y="1135"/>
                    <a:pt x="153" y="1135"/>
                  </a:cubicBezTo>
                  <a:cubicBezTo>
                    <a:pt x="151" y="1135"/>
                    <a:pt x="148" y="1134"/>
                    <a:pt x="146" y="1134"/>
                  </a:cubicBezTo>
                  <a:lnTo>
                    <a:pt x="146" y="1061"/>
                  </a:lnTo>
                  <a:cubicBezTo>
                    <a:pt x="195" y="624"/>
                    <a:pt x="899" y="114"/>
                    <a:pt x="899" y="114"/>
                  </a:cubicBezTo>
                  <a:cubicBezTo>
                    <a:pt x="948" y="89"/>
                    <a:pt x="948" y="65"/>
                    <a:pt x="923" y="41"/>
                  </a:cubicBezTo>
                  <a:cubicBezTo>
                    <a:pt x="909" y="12"/>
                    <a:pt x="895" y="0"/>
                    <a:pt x="8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23"/>
            <p:cNvSpPr/>
            <p:nvPr/>
          </p:nvSpPr>
          <p:spPr>
            <a:xfrm>
              <a:off x="2736573" y="4286656"/>
              <a:ext cx="137090" cy="122480"/>
            </a:xfrm>
            <a:custGeom>
              <a:avLst/>
              <a:gdLst/>
              <a:ahLst/>
              <a:cxnLst/>
              <a:rect l="l" t="t" r="r" b="b"/>
              <a:pathLst>
                <a:path w="1191" h="1064" extrusionOk="0">
                  <a:moveTo>
                    <a:pt x="923" y="0"/>
                  </a:moveTo>
                  <a:cubicBezTo>
                    <a:pt x="875" y="0"/>
                    <a:pt x="850" y="25"/>
                    <a:pt x="826" y="49"/>
                  </a:cubicBezTo>
                  <a:cubicBezTo>
                    <a:pt x="729" y="268"/>
                    <a:pt x="729" y="511"/>
                    <a:pt x="802" y="754"/>
                  </a:cubicBezTo>
                  <a:cubicBezTo>
                    <a:pt x="691" y="743"/>
                    <a:pt x="585" y="738"/>
                    <a:pt x="481" y="738"/>
                  </a:cubicBezTo>
                  <a:cubicBezTo>
                    <a:pt x="333" y="738"/>
                    <a:pt x="191" y="749"/>
                    <a:pt x="49" y="778"/>
                  </a:cubicBezTo>
                  <a:cubicBezTo>
                    <a:pt x="25" y="778"/>
                    <a:pt x="0" y="826"/>
                    <a:pt x="0" y="851"/>
                  </a:cubicBezTo>
                  <a:cubicBezTo>
                    <a:pt x="25" y="875"/>
                    <a:pt x="49" y="899"/>
                    <a:pt x="97" y="899"/>
                  </a:cubicBezTo>
                  <a:cubicBezTo>
                    <a:pt x="219" y="863"/>
                    <a:pt x="346" y="845"/>
                    <a:pt x="477" y="845"/>
                  </a:cubicBezTo>
                  <a:cubicBezTo>
                    <a:pt x="608" y="845"/>
                    <a:pt x="741" y="863"/>
                    <a:pt x="875" y="899"/>
                  </a:cubicBezTo>
                  <a:cubicBezTo>
                    <a:pt x="923" y="972"/>
                    <a:pt x="1021" y="1021"/>
                    <a:pt x="1093" y="1045"/>
                  </a:cubicBezTo>
                  <a:cubicBezTo>
                    <a:pt x="1106" y="1057"/>
                    <a:pt x="1118" y="1063"/>
                    <a:pt x="1130" y="1063"/>
                  </a:cubicBezTo>
                  <a:cubicBezTo>
                    <a:pt x="1142" y="1063"/>
                    <a:pt x="1154" y="1057"/>
                    <a:pt x="1166" y="1045"/>
                  </a:cubicBezTo>
                  <a:cubicBezTo>
                    <a:pt x="1191" y="1021"/>
                    <a:pt x="1191" y="996"/>
                    <a:pt x="1166" y="972"/>
                  </a:cubicBezTo>
                  <a:cubicBezTo>
                    <a:pt x="1118" y="899"/>
                    <a:pt x="1045" y="851"/>
                    <a:pt x="972" y="802"/>
                  </a:cubicBezTo>
                  <a:cubicBezTo>
                    <a:pt x="948" y="802"/>
                    <a:pt x="948" y="778"/>
                    <a:pt x="923" y="754"/>
                  </a:cubicBezTo>
                  <a:cubicBezTo>
                    <a:pt x="850" y="535"/>
                    <a:pt x="850" y="292"/>
                    <a:pt x="948" y="98"/>
                  </a:cubicBezTo>
                  <a:cubicBezTo>
                    <a:pt x="972" y="49"/>
                    <a:pt x="948" y="25"/>
                    <a:pt x="9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23"/>
            <p:cNvSpPr/>
            <p:nvPr/>
          </p:nvSpPr>
          <p:spPr>
            <a:xfrm>
              <a:off x="2921890" y="4453916"/>
              <a:ext cx="130759" cy="109702"/>
            </a:xfrm>
            <a:custGeom>
              <a:avLst/>
              <a:gdLst/>
              <a:ahLst/>
              <a:cxnLst/>
              <a:rect l="l" t="t" r="r" b="b"/>
              <a:pathLst>
                <a:path w="1136" h="953" extrusionOk="0">
                  <a:moveTo>
                    <a:pt x="110" y="0"/>
                  </a:moveTo>
                  <a:cubicBezTo>
                    <a:pt x="49" y="0"/>
                    <a:pt x="0" y="63"/>
                    <a:pt x="42" y="126"/>
                  </a:cubicBezTo>
                  <a:lnTo>
                    <a:pt x="1038" y="928"/>
                  </a:lnTo>
                  <a:cubicBezTo>
                    <a:pt x="1038" y="952"/>
                    <a:pt x="1062" y="952"/>
                    <a:pt x="1062" y="952"/>
                  </a:cubicBezTo>
                  <a:cubicBezTo>
                    <a:pt x="1087" y="952"/>
                    <a:pt x="1111" y="952"/>
                    <a:pt x="1111" y="928"/>
                  </a:cubicBezTo>
                  <a:cubicBezTo>
                    <a:pt x="1135" y="904"/>
                    <a:pt x="1135" y="855"/>
                    <a:pt x="1111" y="831"/>
                  </a:cubicBezTo>
                  <a:lnTo>
                    <a:pt x="139" y="5"/>
                  </a:lnTo>
                  <a:cubicBezTo>
                    <a:pt x="130" y="2"/>
                    <a:pt x="120" y="0"/>
                    <a:pt x="1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6" name="Google Shape;1006;p23"/>
          <p:cNvGrpSpPr/>
          <p:nvPr/>
        </p:nvGrpSpPr>
        <p:grpSpPr>
          <a:xfrm rot="3680024">
            <a:off x="8423761" y="4492528"/>
            <a:ext cx="761916" cy="546733"/>
            <a:chOff x="6102329" y="3283426"/>
            <a:chExt cx="654776" cy="469888"/>
          </a:xfrm>
        </p:grpSpPr>
        <p:sp>
          <p:nvSpPr>
            <p:cNvPr id="1007" name="Google Shape;1007;p23"/>
            <p:cNvSpPr/>
            <p:nvPr/>
          </p:nvSpPr>
          <p:spPr>
            <a:xfrm>
              <a:off x="6149906" y="3283426"/>
              <a:ext cx="607200" cy="327381"/>
            </a:xfrm>
            <a:custGeom>
              <a:avLst/>
              <a:gdLst/>
              <a:ahLst/>
              <a:cxnLst/>
              <a:rect l="l" t="t" r="r" b="b"/>
              <a:pathLst>
                <a:path w="2795" h="1507" extrusionOk="0">
                  <a:moveTo>
                    <a:pt x="2697" y="0"/>
                  </a:moveTo>
                  <a:cubicBezTo>
                    <a:pt x="2697" y="22"/>
                    <a:pt x="1520" y="1418"/>
                    <a:pt x="435" y="1418"/>
                  </a:cubicBezTo>
                  <a:cubicBezTo>
                    <a:pt x="312" y="1418"/>
                    <a:pt x="191" y="1400"/>
                    <a:pt x="73" y="1361"/>
                  </a:cubicBezTo>
                  <a:cubicBezTo>
                    <a:pt x="66" y="1354"/>
                    <a:pt x="59" y="1351"/>
                    <a:pt x="52" y="1351"/>
                  </a:cubicBezTo>
                  <a:cubicBezTo>
                    <a:pt x="35" y="1351"/>
                    <a:pt x="18" y="1368"/>
                    <a:pt x="1" y="1385"/>
                  </a:cubicBezTo>
                  <a:cubicBezTo>
                    <a:pt x="1" y="1409"/>
                    <a:pt x="1" y="1434"/>
                    <a:pt x="25" y="1434"/>
                  </a:cubicBezTo>
                  <a:cubicBezTo>
                    <a:pt x="171" y="1482"/>
                    <a:pt x="292" y="1507"/>
                    <a:pt x="414" y="1507"/>
                  </a:cubicBezTo>
                  <a:cubicBezTo>
                    <a:pt x="948" y="1458"/>
                    <a:pt x="1458" y="1239"/>
                    <a:pt x="1871" y="899"/>
                  </a:cubicBezTo>
                  <a:cubicBezTo>
                    <a:pt x="2187" y="656"/>
                    <a:pt x="2503" y="389"/>
                    <a:pt x="2770" y="73"/>
                  </a:cubicBezTo>
                  <a:cubicBezTo>
                    <a:pt x="2794" y="49"/>
                    <a:pt x="2794" y="25"/>
                    <a:pt x="27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23"/>
            <p:cNvSpPr/>
            <p:nvPr/>
          </p:nvSpPr>
          <p:spPr>
            <a:xfrm>
              <a:off x="6218555" y="3499796"/>
              <a:ext cx="179662" cy="211375"/>
            </a:xfrm>
            <a:custGeom>
              <a:avLst/>
              <a:gdLst/>
              <a:ahLst/>
              <a:cxnLst/>
              <a:rect l="l" t="t" r="r" b="b"/>
              <a:pathLst>
                <a:path w="827" h="973" extrusionOk="0">
                  <a:moveTo>
                    <a:pt x="73" y="0"/>
                  </a:moveTo>
                  <a:cubicBezTo>
                    <a:pt x="49" y="0"/>
                    <a:pt x="25" y="25"/>
                    <a:pt x="25" y="49"/>
                  </a:cubicBezTo>
                  <a:cubicBezTo>
                    <a:pt x="0" y="49"/>
                    <a:pt x="25" y="98"/>
                    <a:pt x="49" y="98"/>
                  </a:cubicBezTo>
                  <a:cubicBezTo>
                    <a:pt x="268" y="170"/>
                    <a:pt x="511" y="243"/>
                    <a:pt x="729" y="341"/>
                  </a:cubicBezTo>
                  <a:cubicBezTo>
                    <a:pt x="559" y="559"/>
                    <a:pt x="340" y="729"/>
                    <a:pt x="122" y="875"/>
                  </a:cubicBezTo>
                  <a:cubicBezTo>
                    <a:pt x="98" y="899"/>
                    <a:pt x="98" y="924"/>
                    <a:pt x="122" y="948"/>
                  </a:cubicBezTo>
                  <a:cubicBezTo>
                    <a:pt x="122" y="948"/>
                    <a:pt x="146" y="972"/>
                    <a:pt x="146" y="972"/>
                  </a:cubicBezTo>
                  <a:cubicBezTo>
                    <a:pt x="170" y="948"/>
                    <a:pt x="170" y="948"/>
                    <a:pt x="170" y="948"/>
                  </a:cubicBezTo>
                  <a:cubicBezTo>
                    <a:pt x="365" y="802"/>
                    <a:pt x="826" y="462"/>
                    <a:pt x="826" y="341"/>
                  </a:cubicBezTo>
                  <a:cubicBezTo>
                    <a:pt x="826" y="316"/>
                    <a:pt x="802" y="292"/>
                    <a:pt x="778" y="292"/>
                  </a:cubicBezTo>
                  <a:cubicBezTo>
                    <a:pt x="559" y="170"/>
                    <a:pt x="316" y="98"/>
                    <a:pt x="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23"/>
            <p:cNvSpPr/>
            <p:nvPr/>
          </p:nvSpPr>
          <p:spPr>
            <a:xfrm>
              <a:off x="6367367" y="3409207"/>
              <a:ext cx="204862" cy="249174"/>
            </a:xfrm>
            <a:custGeom>
              <a:avLst/>
              <a:gdLst/>
              <a:ahLst/>
              <a:cxnLst/>
              <a:rect l="l" t="t" r="r" b="b"/>
              <a:pathLst>
                <a:path w="943" h="1147" extrusionOk="0">
                  <a:moveTo>
                    <a:pt x="53" y="1"/>
                  </a:moveTo>
                  <a:cubicBezTo>
                    <a:pt x="15" y="1"/>
                    <a:pt x="1" y="77"/>
                    <a:pt x="44" y="77"/>
                  </a:cubicBezTo>
                  <a:cubicBezTo>
                    <a:pt x="287" y="150"/>
                    <a:pt x="530" y="272"/>
                    <a:pt x="749" y="393"/>
                  </a:cubicBezTo>
                  <a:cubicBezTo>
                    <a:pt x="797" y="417"/>
                    <a:pt x="651" y="758"/>
                    <a:pt x="457" y="1073"/>
                  </a:cubicBezTo>
                  <a:cubicBezTo>
                    <a:pt x="433" y="1098"/>
                    <a:pt x="433" y="1122"/>
                    <a:pt x="457" y="1146"/>
                  </a:cubicBezTo>
                  <a:lnTo>
                    <a:pt x="481" y="1146"/>
                  </a:lnTo>
                  <a:cubicBezTo>
                    <a:pt x="506" y="1122"/>
                    <a:pt x="530" y="1122"/>
                    <a:pt x="530" y="1098"/>
                  </a:cubicBezTo>
                  <a:cubicBezTo>
                    <a:pt x="651" y="903"/>
                    <a:pt x="943" y="417"/>
                    <a:pt x="797" y="296"/>
                  </a:cubicBezTo>
                  <a:cubicBezTo>
                    <a:pt x="579" y="174"/>
                    <a:pt x="336" y="77"/>
                    <a:pt x="68" y="4"/>
                  </a:cubicBezTo>
                  <a:cubicBezTo>
                    <a:pt x="63" y="2"/>
                    <a:pt x="58" y="1"/>
                    <a:pt x="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23"/>
            <p:cNvSpPr/>
            <p:nvPr/>
          </p:nvSpPr>
          <p:spPr>
            <a:xfrm>
              <a:off x="6519439" y="3341429"/>
              <a:ext cx="174230" cy="179657"/>
            </a:xfrm>
            <a:custGeom>
              <a:avLst/>
              <a:gdLst/>
              <a:ahLst/>
              <a:cxnLst/>
              <a:rect l="l" t="t" r="r" b="b"/>
              <a:pathLst>
                <a:path w="802" h="827" extrusionOk="0">
                  <a:moveTo>
                    <a:pt x="24" y="1"/>
                  </a:moveTo>
                  <a:cubicBezTo>
                    <a:pt x="0" y="1"/>
                    <a:pt x="0" y="74"/>
                    <a:pt x="24" y="98"/>
                  </a:cubicBezTo>
                  <a:cubicBezTo>
                    <a:pt x="243" y="98"/>
                    <a:pt x="462" y="122"/>
                    <a:pt x="680" y="171"/>
                  </a:cubicBezTo>
                  <a:cubicBezTo>
                    <a:pt x="656" y="389"/>
                    <a:pt x="559" y="584"/>
                    <a:pt x="462" y="778"/>
                  </a:cubicBezTo>
                  <a:cubicBezTo>
                    <a:pt x="437" y="778"/>
                    <a:pt x="462" y="827"/>
                    <a:pt x="462" y="827"/>
                  </a:cubicBezTo>
                  <a:lnTo>
                    <a:pt x="486" y="827"/>
                  </a:lnTo>
                  <a:cubicBezTo>
                    <a:pt x="510" y="827"/>
                    <a:pt x="510" y="827"/>
                    <a:pt x="534" y="802"/>
                  </a:cubicBezTo>
                  <a:cubicBezTo>
                    <a:pt x="583" y="729"/>
                    <a:pt x="802" y="268"/>
                    <a:pt x="753" y="122"/>
                  </a:cubicBezTo>
                  <a:cubicBezTo>
                    <a:pt x="753" y="122"/>
                    <a:pt x="729" y="98"/>
                    <a:pt x="705" y="74"/>
                  </a:cubicBezTo>
                  <a:cubicBezTo>
                    <a:pt x="486" y="25"/>
                    <a:pt x="267" y="1"/>
                    <a:pt x="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23"/>
            <p:cNvSpPr/>
            <p:nvPr/>
          </p:nvSpPr>
          <p:spPr>
            <a:xfrm>
              <a:off x="6603730" y="3489151"/>
              <a:ext cx="74081" cy="74079"/>
            </a:xfrm>
            <a:custGeom>
              <a:avLst/>
              <a:gdLst/>
              <a:ahLst/>
              <a:cxnLst/>
              <a:rect l="l" t="t" r="r" b="b"/>
              <a:pathLst>
                <a:path w="341" h="341" extrusionOk="0">
                  <a:moveTo>
                    <a:pt x="171" y="1"/>
                  </a:moveTo>
                  <a:cubicBezTo>
                    <a:pt x="74" y="1"/>
                    <a:pt x="1" y="74"/>
                    <a:pt x="1" y="171"/>
                  </a:cubicBezTo>
                  <a:cubicBezTo>
                    <a:pt x="1" y="268"/>
                    <a:pt x="74" y="341"/>
                    <a:pt x="171" y="341"/>
                  </a:cubicBezTo>
                  <a:cubicBezTo>
                    <a:pt x="268" y="341"/>
                    <a:pt x="341" y="268"/>
                    <a:pt x="341" y="171"/>
                  </a:cubicBezTo>
                  <a:cubicBezTo>
                    <a:pt x="341" y="74"/>
                    <a:pt x="268" y="1"/>
                    <a:pt x="1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23"/>
            <p:cNvSpPr/>
            <p:nvPr/>
          </p:nvSpPr>
          <p:spPr>
            <a:xfrm>
              <a:off x="6487721" y="3299284"/>
              <a:ext cx="68867" cy="74079"/>
            </a:xfrm>
            <a:custGeom>
              <a:avLst/>
              <a:gdLst/>
              <a:ahLst/>
              <a:cxnLst/>
              <a:rect l="l" t="t" r="r" b="b"/>
              <a:pathLst>
                <a:path w="317" h="341" extrusionOk="0">
                  <a:moveTo>
                    <a:pt x="170" y="0"/>
                  </a:moveTo>
                  <a:cubicBezTo>
                    <a:pt x="73" y="0"/>
                    <a:pt x="0" y="73"/>
                    <a:pt x="0" y="170"/>
                  </a:cubicBezTo>
                  <a:cubicBezTo>
                    <a:pt x="0" y="268"/>
                    <a:pt x="73" y="340"/>
                    <a:pt x="170" y="340"/>
                  </a:cubicBezTo>
                  <a:cubicBezTo>
                    <a:pt x="243" y="340"/>
                    <a:pt x="316" y="268"/>
                    <a:pt x="316" y="170"/>
                  </a:cubicBezTo>
                  <a:cubicBezTo>
                    <a:pt x="316" y="73"/>
                    <a:pt x="243" y="0"/>
                    <a:pt x="1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23"/>
            <p:cNvSpPr/>
            <p:nvPr/>
          </p:nvSpPr>
          <p:spPr>
            <a:xfrm>
              <a:off x="6334564" y="3378359"/>
              <a:ext cx="74081" cy="74079"/>
            </a:xfrm>
            <a:custGeom>
              <a:avLst/>
              <a:gdLst/>
              <a:ahLst/>
              <a:cxnLst/>
              <a:rect l="l" t="t" r="r" b="b"/>
              <a:pathLst>
                <a:path w="341" h="341" extrusionOk="0">
                  <a:moveTo>
                    <a:pt x="171" y="1"/>
                  </a:moveTo>
                  <a:cubicBezTo>
                    <a:pt x="74" y="1"/>
                    <a:pt x="1" y="74"/>
                    <a:pt x="1" y="171"/>
                  </a:cubicBezTo>
                  <a:cubicBezTo>
                    <a:pt x="1" y="268"/>
                    <a:pt x="74" y="341"/>
                    <a:pt x="171" y="341"/>
                  </a:cubicBezTo>
                  <a:cubicBezTo>
                    <a:pt x="268" y="341"/>
                    <a:pt x="341" y="268"/>
                    <a:pt x="341" y="171"/>
                  </a:cubicBezTo>
                  <a:cubicBezTo>
                    <a:pt x="341" y="74"/>
                    <a:pt x="268" y="1"/>
                    <a:pt x="1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23"/>
            <p:cNvSpPr/>
            <p:nvPr/>
          </p:nvSpPr>
          <p:spPr>
            <a:xfrm>
              <a:off x="6424286" y="3626446"/>
              <a:ext cx="74081" cy="74079"/>
            </a:xfrm>
            <a:custGeom>
              <a:avLst/>
              <a:gdLst/>
              <a:ahLst/>
              <a:cxnLst/>
              <a:rect l="l" t="t" r="r" b="b"/>
              <a:pathLst>
                <a:path w="341" h="341" extrusionOk="0">
                  <a:moveTo>
                    <a:pt x="171" y="0"/>
                  </a:moveTo>
                  <a:cubicBezTo>
                    <a:pt x="74" y="0"/>
                    <a:pt x="1" y="73"/>
                    <a:pt x="1" y="170"/>
                  </a:cubicBezTo>
                  <a:cubicBezTo>
                    <a:pt x="1" y="268"/>
                    <a:pt x="74" y="341"/>
                    <a:pt x="171" y="341"/>
                  </a:cubicBezTo>
                  <a:cubicBezTo>
                    <a:pt x="268" y="341"/>
                    <a:pt x="341" y="268"/>
                    <a:pt x="341" y="170"/>
                  </a:cubicBezTo>
                  <a:cubicBezTo>
                    <a:pt x="341" y="73"/>
                    <a:pt x="268" y="0"/>
                    <a:pt x="1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23"/>
            <p:cNvSpPr/>
            <p:nvPr/>
          </p:nvSpPr>
          <p:spPr>
            <a:xfrm>
              <a:off x="6181623" y="3462865"/>
              <a:ext cx="74081" cy="68865"/>
            </a:xfrm>
            <a:custGeom>
              <a:avLst/>
              <a:gdLst/>
              <a:ahLst/>
              <a:cxnLst/>
              <a:rect l="l" t="t" r="r" b="b"/>
              <a:pathLst>
                <a:path w="341" h="317" extrusionOk="0">
                  <a:moveTo>
                    <a:pt x="170" y="0"/>
                  </a:moveTo>
                  <a:cubicBezTo>
                    <a:pt x="73" y="0"/>
                    <a:pt x="0" y="73"/>
                    <a:pt x="0" y="170"/>
                  </a:cubicBezTo>
                  <a:cubicBezTo>
                    <a:pt x="0" y="243"/>
                    <a:pt x="73" y="316"/>
                    <a:pt x="170" y="316"/>
                  </a:cubicBezTo>
                  <a:cubicBezTo>
                    <a:pt x="268" y="316"/>
                    <a:pt x="340" y="243"/>
                    <a:pt x="340" y="170"/>
                  </a:cubicBezTo>
                  <a:cubicBezTo>
                    <a:pt x="340" y="73"/>
                    <a:pt x="268" y="0"/>
                    <a:pt x="1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23"/>
            <p:cNvSpPr/>
            <p:nvPr/>
          </p:nvSpPr>
          <p:spPr>
            <a:xfrm>
              <a:off x="6102329" y="3547371"/>
              <a:ext cx="74298" cy="74079"/>
            </a:xfrm>
            <a:custGeom>
              <a:avLst/>
              <a:gdLst/>
              <a:ahLst/>
              <a:cxnLst/>
              <a:rect l="l" t="t" r="r" b="b"/>
              <a:pathLst>
                <a:path w="342" h="341" extrusionOk="0">
                  <a:moveTo>
                    <a:pt x="171" y="0"/>
                  </a:moveTo>
                  <a:cubicBezTo>
                    <a:pt x="98" y="0"/>
                    <a:pt x="1" y="73"/>
                    <a:pt x="1" y="170"/>
                  </a:cubicBezTo>
                  <a:cubicBezTo>
                    <a:pt x="1" y="267"/>
                    <a:pt x="98" y="340"/>
                    <a:pt x="171" y="340"/>
                  </a:cubicBezTo>
                  <a:cubicBezTo>
                    <a:pt x="268" y="340"/>
                    <a:pt x="341" y="267"/>
                    <a:pt x="341" y="170"/>
                  </a:cubicBezTo>
                  <a:cubicBezTo>
                    <a:pt x="341" y="73"/>
                    <a:pt x="268" y="0"/>
                    <a:pt x="1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23"/>
            <p:cNvSpPr/>
            <p:nvPr/>
          </p:nvSpPr>
          <p:spPr>
            <a:xfrm>
              <a:off x="6213341" y="3684449"/>
              <a:ext cx="74081" cy="68865"/>
            </a:xfrm>
            <a:custGeom>
              <a:avLst/>
              <a:gdLst/>
              <a:ahLst/>
              <a:cxnLst/>
              <a:rect l="l" t="t" r="r" b="b"/>
              <a:pathLst>
                <a:path w="341" h="317" extrusionOk="0">
                  <a:moveTo>
                    <a:pt x="170" y="1"/>
                  </a:moveTo>
                  <a:cubicBezTo>
                    <a:pt x="73" y="1"/>
                    <a:pt x="0" y="74"/>
                    <a:pt x="0" y="146"/>
                  </a:cubicBezTo>
                  <a:cubicBezTo>
                    <a:pt x="0" y="244"/>
                    <a:pt x="73" y="316"/>
                    <a:pt x="170" y="316"/>
                  </a:cubicBezTo>
                  <a:cubicBezTo>
                    <a:pt x="267" y="316"/>
                    <a:pt x="340" y="244"/>
                    <a:pt x="340" y="146"/>
                  </a:cubicBezTo>
                  <a:cubicBezTo>
                    <a:pt x="340" y="74"/>
                    <a:pt x="267" y="1"/>
                    <a:pt x="1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32"/>
          <p:cNvSpPr/>
          <p:nvPr/>
        </p:nvSpPr>
        <p:spPr>
          <a:xfrm>
            <a:off x="7336950" y="5125975"/>
            <a:ext cx="109250" cy="17525"/>
          </a:xfrm>
          <a:custGeom>
            <a:avLst/>
            <a:gdLst/>
            <a:ahLst/>
            <a:cxnLst/>
            <a:rect l="l" t="t" r="r" b="b"/>
            <a:pathLst>
              <a:path w="4370" h="701" extrusionOk="0">
                <a:moveTo>
                  <a:pt x="0" y="0"/>
                </a:moveTo>
                <a:lnTo>
                  <a:pt x="0" y="701"/>
                </a:lnTo>
                <a:lnTo>
                  <a:pt x="4370" y="701"/>
                </a:lnTo>
                <a:lnTo>
                  <a:pt x="437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4" name="Google Shape;1454;p32"/>
          <p:cNvGrpSpPr/>
          <p:nvPr/>
        </p:nvGrpSpPr>
        <p:grpSpPr>
          <a:xfrm flipH="1">
            <a:off x="-297197" y="926675"/>
            <a:ext cx="1025973" cy="811032"/>
            <a:chOff x="855987" y="2204128"/>
            <a:chExt cx="1217483" cy="962421"/>
          </a:xfrm>
        </p:grpSpPr>
        <p:grpSp>
          <p:nvGrpSpPr>
            <p:cNvPr id="1455" name="Google Shape;1455;p32"/>
            <p:cNvGrpSpPr/>
            <p:nvPr/>
          </p:nvGrpSpPr>
          <p:grpSpPr>
            <a:xfrm>
              <a:off x="855987" y="2204128"/>
              <a:ext cx="1146639" cy="962421"/>
              <a:chOff x="958238" y="2157575"/>
              <a:chExt cx="1115191" cy="936025"/>
            </a:xfrm>
          </p:grpSpPr>
          <p:sp>
            <p:nvSpPr>
              <p:cNvPr id="1456" name="Google Shape;1456;p32"/>
              <p:cNvSpPr/>
              <p:nvPr/>
            </p:nvSpPr>
            <p:spPr>
              <a:xfrm>
                <a:off x="1253863" y="2157575"/>
                <a:ext cx="492600" cy="49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32"/>
              <p:cNvSpPr/>
              <p:nvPr/>
            </p:nvSpPr>
            <p:spPr>
              <a:xfrm>
                <a:off x="1441088" y="2325100"/>
                <a:ext cx="492600" cy="49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32"/>
              <p:cNvSpPr/>
              <p:nvPr/>
            </p:nvSpPr>
            <p:spPr>
              <a:xfrm>
                <a:off x="997663" y="2334950"/>
                <a:ext cx="492600" cy="49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32"/>
              <p:cNvSpPr/>
              <p:nvPr/>
            </p:nvSpPr>
            <p:spPr>
              <a:xfrm>
                <a:off x="958238" y="2551725"/>
                <a:ext cx="492600" cy="49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32"/>
              <p:cNvSpPr/>
              <p:nvPr/>
            </p:nvSpPr>
            <p:spPr>
              <a:xfrm>
                <a:off x="1165163" y="2601000"/>
                <a:ext cx="492600" cy="49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32"/>
              <p:cNvSpPr/>
              <p:nvPr/>
            </p:nvSpPr>
            <p:spPr>
              <a:xfrm>
                <a:off x="1450928" y="2561600"/>
                <a:ext cx="622500" cy="49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62" name="Google Shape;1462;p32"/>
            <p:cNvSpPr/>
            <p:nvPr/>
          </p:nvSpPr>
          <p:spPr>
            <a:xfrm>
              <a:off x="926851" y="2206843"/>
              <a:ext cx="1146619" cy="869887"/>
            </a:xfrm>
            <a:custGeom>
              <a:avLst/>
              <a:gdLst/>
              <a:ahLst/>
              <a:cxnLst/>
              <a:rect l="l" t="t" r="r" b="b"/>
              <a:pathLst>
                <a:path w="6074" h="4608" extrusionOk="0">
                  <a:moveTo>
                    <a:pt x="1749" y="936"/>
                  </a:moveTo>
                  <a:cubicBezTo>
                    <a:pt x="1968" y="985"/>
                    <a:pt x="2187" y="1131"/>
                    <a:pt x="2284" y="1325"/>
                  </a:cubicBezTo>
                  <a:cubicBezTo>
                    <a:pt x="2284" y="1398"/>
                    <a:pt x="2260" y="1446"/>
                    <a:pt x="2211" y="1471"/>
                  </a:cubicBezTo>
                  <a:cubicBezTo>
                    <a:pt x="2162" y="1519"/>
                    <a:pt x="2114" y="1519"/>
                    <a:pt x="2065" y="1544"/>
                  </a:cubicBezTo>
                  <a:cubicBezTo>
                    <a:pt x="1871" y="1544"/>
                    <a:pt x="1725" y="1276"/>
                    <a:pt x="1677" y="1155"/>
                  </a:cubicBezTo>
                  <a:lnTo>
                    <a:pt x="1677" y="1131"/>
                  </a:lnTo>
                  <a:cubicBezTo>
                    <a:pt x="1701" y="1058"/>
                    <a:pt x="1725" y="1009"/>
                    <a:pt x="1749" y="936"/>
                  </a:cubicBezTo>
                  <a:close/>
                  <a:moveTo>
                    <a:pt x="3936" y="1301"/>
                  </a:moveTo>
                  <a:lnTo>
                    <a:pt x="3936" y="1301"/>
                  </a:lnTo>
                  <a:cubicBezTo>
                    <a:pt x="3960" y="1446"/>
                    <a:pt x="3936" y="1616"/>
                    <a:pt x="3839" y="1762"/>
                  </a:cubicBezTo>
                  <a:cubicBezTo>
                    <a:pt x="3790" y="1714"/>
                    <a:pt x="3814" y="1495"/>
                    <a:pt x="3936" y="1301"/>
                  </a:cubicBezTo>
                  <a:close/>
                  <a:moveTo>
                    <a:pt x="750" y="2166"/>
                  </a:moveTo>
                  <a:cubicBezTo>
                    <a:pt x="776" y="2166"/>
                    <a:pt x="802" y="2169"/>
                    <a:pt x="826" y="2175"/>
                  </a:cubicBezTo>
                  <a:cubicBezTo>
                    <a:pt x="1142" y="2199"/>
                    <a:pt x="1264" y="2394"/>
                    <a:pt x="1264" y="2564"/>
                  </a:cubicBezTo>
                  <a:cubicBezTo>
                    <a:pt x="1264" y="2661"/>
                    <a:pt x="1166" y="2758"/>
                    <a:pt x="1045" y="2782"/>
                  </a:cubicBezTo>
                  <a:cubicBezTo>
                    <a:pt x="996" y="2758"/>
                    <a:pt x="924" y="2758"/>
                    <a:pt x="875" y="2734"/>
                  </a:cubicBezTo>
                  <a:cubicBezTo>
                    <a:pt x="705" y="2612"/>
                    <a:pt x="583" y="2442"/>
                    <a:pt x="535" y="2248"/>
                  </a:cubicBezTo>
                  <a:cubicBezTo>
                    <a:pt x="590" y="2193"/>
                    <a:pt x="672" y="2166"/>
                    <a:pt x="750" y="2166"/>
                  </a:cubicBezTo>
                  <a:close/>
                  <a:moveTo>
                    <a:pt x="5199" y="2588"/>
                  </a:moveTo>
                  <a:cubicBezTo>
                    <a:pt x="5078" y="2855"/>
                    <a:pt x="4883" y="3025"/>
                    <a:pt x="4762" y="3025"/>
                  </a:cubicBezTo>
                  <a:cubicBezTo>
                    <a:pt x="4713" y="3025"/>
                    <a:pt x="4665" y="3001"/>
                    <a:pt x="4640" y="2977"/>
                  </a:cubicBezTo>
                  <a:cubicBezTo>
                    <a:pt x="4567" y="2855"/>
                    <a:pt x="4592" y="2807"/>
                    <a:pt x="4592" y="2782"/>
                  </a:cubicBezTo>
                  <a:cubicBezTo>
                    <a:pt x="4640" y="2685"/>
                    <a:pt x="4883" y="2588"/>
                    <a:pt x="5150" y="2588"/>
                  </a:cubicBezTo>
                  <a:close/>
                  <a:moveTo>
                    <a:pt x="3596" y="3293"/>
                  </a:moveTo>
                  <a:cubicBezTo>
                    <a:pt x="3596" y="3293"/>
                    <a:pt x="3620" y="3317"/>
                    <a:pt x="3620" y="3317"/>
                  </a:cubicBezTo>
                  <a:cubicBezTo>
                    <a:pt x="3669" y="3390"/>
                    <a:pt x="3644" y="3608"/>
                    <a:pt x="3426" y="3851"/>
                  </a:cubicBezTo>
                  <a:cubicBezTo>
                    <a:pt x="3353" y="3754"/>
                    <a:pt x="3328" y="3633"/>
                    <a:pt x="3377" y="3511"/>
                  </a:cubicBezTo>
                  <a:cubicBezTo>
                    <a:pt x="3401" y="3414"/>
                    <a:pt x="3474" y="3341"/>
                    <a:pt x="3596" y="3317"/>
                  </a:cubicBezTo>
                  <a:lnTo>
                    <a:pt x="3596" y="3293"/>
                  </a:lnTo>
                  <a:close/>
                  <a:moveTo>
                    <a:pt x="1822" y="3366"/>
                  </a:moveTo>
                  <a:cubicBezTo>
                    <a:pt x="1847" y="3366"/>
                    <a:pt x="1944" y="3366"/>
                    <a:pt x="1968" y="3487"/>
                  </a:cubicBezTo>
                  <a:cubicBezTo>
                    <a:pt x="1944" y="3754"/>
                    <a:pt x="1798" y="3997"/>
                    <a:pt x="1555" y="4094"/>
                  </a:cubicBezTo>
                  <a:cubicBezTo>
                    <a:pt x="1482" y="3924"/>
                    <a:pt x="1507" y="3706"/>
                    <a:pt x="1604" y="3511"/>
                  </a:cubicBezTo>
                  <a:cubicBezTo>
                    <a:pt x="1652" y="3438"/>
                    <a:pt x="1725" y="3366"/>
                    <a:pt x="1822" y="3366"/>
                  </a:cubicBezTo>
                  <a:close/>
                  <a:moveTo>
                    <a:pt x="2745" y="159"/>
                  </a:moveTo>
                  <a:cubicBezTo>
                    <a:pt x="2867" y="159"/>
                    <a:pt x="3013" y="183"/>
                    <a:pt x="3158" y="256"/>
                  </a:cubicBezTo>
                  <a:cubicBezTo>
                    <a:pt x="3523" y="378"/>
                    <a:pt x="3814" y="693"/>
                    <a:pt x="3911" y="1058"/>
                  </a:cubicBezTo>
                  <a:cubicBezTo>
                    <a:pt x="3693" y="1325"/>
                    <a:pt x="3596" y="1714"/>
                    <a:pt x="3766" y="1859"/>
                  </a:cubicBezTo>
                  <a:cubicBezTo>
                    <a:pt x="3790" y="1908"/>
                    <a:pt x="3839" y="1932"/>
                    <a:pt x="3863" y="1932"/>
                  </a:cubicBezTo>
                  <a:cubicBezTo>
                    <a:pt x="3936" y="1932"/>
                    <a:pt x="3984" y="1884"/>
                    <a:pt x="4009" y="1835"/>
                  </a:cubicBezTo>
                  <a:cubicBezTo>
                    <a:pt x="4130" y="1616"/>
                    <a:pt x="4154" y="1349"/>
                    <a:pt x="4082" y="1106"/>
                  </a:cubicBezTo>
                  <a:cubicBezTo>
                    <a:pt x="4203" y="961"/>
                    <a:pt x="4397" y="863"/>
                    <a:pt x="4592" y="863"/>
                  </a:cubicBezTo>
                  <a:cubicBezTo>
                    <a:pt x="4762" y="863"/>
                    <a:pt x="4932" y="936"/>
                    <a:pt x="5053" y="1033"/>
                  </a:cubicBezTo>
                  <a:cubicBezTo>
                    <a:pt x="5466" y="1325"/>
                    <a:pt x="5466" y="1932"/>
                    <a:pt x="5272" y="2418"/>
                  </a:cubicBezTo>
                  <a:lnTo>
                    <a:pt x="5150" y="2418"/>
                  </a:lnTo>
                  <a:cubicBezTo>
                    <a:pt x="4907" y="2418"/>
                    <a:pt x="4567" y="2491"/>
                    <a:pt x="4470" y="2710"/>
                  </a:cubicBezTo>
                  <a:cubicBezTo>
                    <a:pt x="4397" y="2928"/>
                    <a:pt x="4543" y="3171"/>
                    <a:pt x="4762" y="3195"/>
                  </a:cubicBezTo>
                  <a:cubicBezTo>
                    <a:pt x="5029" y="3195"/>
                    <a:pt x="5248" y="2904"/>
                    <a:pt x="5369" y="2612"/>
                  </a:cubicBezTo>
                  <a:cubicBezTo>
                    <a:pt x="5612" y="2637"/>
                    <a:pt x="5806" y="2807"/>
                    <a:pt x="5879" y="3025"/>
                  </a:cubicBezTo>
                  <a:cubicBezTo>
                    <a:pt x="5903" y="3220"/>
                    <a:pt x="5831" y="3414"/>
                    <a:pt x="5685" y="3560"/>
                  </a:cubicBezTo>
                  <a:cubicBezTo>
                    <a:pt x="5320" y="3949"/>
                    <a:pt x="4810" y="4191"/>
                    <a:pt x="4252" y="4191"/>
                  </a:cubicBezTo>
                  <a:cubicBezTo>
                    <a:pt x="4082" y="4191"/>
                    <a:pt x="3887" y="4167"/>
                    <a:pt x="3741" y="4070"/>
                  </a:cubicBezTo>
                  <a:cubicBezTo>
                    <a:pt x="3669" y="4046"/>
                    <a:pt x="3620" y="4021"/>
                    <a:pt x="3571" y="3973"/>
                  </a:cubicBezTo>
                  <a:cubicBezTo>
                    <a:pt x="3814" y="3681"/>
                    <a:pt x="3887" y="3366"/>
                    <a:pt x="3766" y="3220"/>
                  </a:cubicBezTo>
                  <a:cubicBezTo>
                    <a:pt x="3717" y="3171"/>
                    <a:pt x="3669" y="3147"/>
                    <a:pt x="3596" y="3147"/>
                  </a:cubicBezTo>
                  <a:cubicBezTo>
                    <a:pt x="3426" y="3171"/>
                    <a:pt x="3280" y="3268"/>
                    <a:pt x="3231" y="3438"/>
                  </a:cubicBezTo>
                  <a:cubicBezTo>
                    <a:pt x="3158" y="3633"/>
                    <a:pt x="3207" y="3851"/>
                    <a:pt x="3328" y="3973"/>
                  </a:cubicBezTo>
                  <a:cubicBezTo>
                    <a:pt x="3037" y="4264"/>
                    <a:pt x="2648" y="4434"/>
                    <a:pt x="2260" y="4434"/>
                  </a:cubicBezTo>
                  <a:cubicBezTo>
                    <a:pt x="2215" y="4444"/>
                    <a:pt x="2169" y="4449"/>
                    <a:pt x="2124" y="4449"/>
                  </a:cubicBezTo>
                  <a:cubicBezTo>
                    <a:pt x="1946" y="4449"/>
                    <a:pt x="1768" y="4375"/>
                    <a:pt x="1652" y="4240"/>
                  </a:cubicBezTo>
                  <a:cubicBezTo>
                    <a:pt x="1944" y="4094"/>
                    <a:pt x="2138" y="3778"/>
                    <a:pt x="2138" y="3463"/>
                  </a:cubicBezTo>
                  <a:cubicBezTo>
                    <a:pt x="2116" y="3307"/>
                    <a:pt x="2013" y="3192"/>
                    <a:pt x="1865" y="3192"/>
                  </a:cubicBezTo>
                  <a:cubicBezTo>
                    <a:pt x="1851" y="3192"/>
                    <a:pt x="1837" y="3193"/>
                    <a:pt x="1822" y="3195"/>
                  </a:cubicBezTo>
                  <a:cubicBezTo>
                    <a:pt x="1677" y="3195"/>
                    <a:pt x="1531" y="3293"/>
                    <a:pt x="1458" y="3438"/>
                  </a:cubicBezTo>
                  <a:cubicBezTo>
                    <a:pt x="1337" y="3657"/>
                    <a:pt x="1312" y="3924"/>
                    <a:pt x="1409" y="4143"/>
                  </a:cubicBezTo>
                  <a:cubicBezTo>
                    <a:pt x="1361" y="4149"/>
                    <a:pt x="1314" y="4152"/>
                    <a:pt x="1268" y="4152"/>
                  </a:cubicBezTo>
                  <a:cubicBezTo>
                    <a:pt x="1130" y="4152"/>
                    <a:pt x="1002" y="4125"/>
                    <a:pt x="875" y="4070"/>
                  </a:cubicBezTo>
                  <a:cubicBezTo>
                    <a:pt x="535" y="3924"/>
                    <a:pt x="316" y="3633"/>
                    <a:pt x="268" y="3268"/>
                  </a:cubicBezTo>
                  <a:cubicBezTo>
                    <a:pt x="195" y="2977"/>
                    <a:pt x="243" y="2637"/>
                    <a:pt x="413" y="2370"/>
                  </a:cubicBezTo>
                  <a:cubicBezTo>
                    <a:pt x="486" y="2564"/>
                    <a:pt x="632" y="2734"/>
                    <a:pt x="802" y="2855"/>
                  </a:cubicBezTo>
                  <a:cubicBezTo>
                    <a:pt x="899" y="2880"/>
                    <a:pt x="972" y="2904"/>
                    <a:pt x="1069" y="2904"/>
                  </a:cubicBezTo>
                  <a:cubicBezTo>
                    <a:pt x="1264" y="2904"/>
                    <a:pt x="1434" y="2758"/>
                    <a:pt x="1434" y="2540"/>
                  </a:cubicBezTo>
                  <a:cubicBezTo>
                    <a:pt x="1434" y="2224"/>
                    <a:pt x="1166" y="1981"/>
                    <a:pt x="851" y="1981"/>
                  </a:cubicBezTo>
                  <a:cubicBezTo>
                    <a:pt x="828" y="1976"/>
                    <a:pt x="806" y="1974"/>
                    <a:pt x="784" y="1974"/>
                  </a:cubicBezTo>
                  <a:cubicBezTo>
                    <a:pt x="685" y="1974"/>
                    <a:pt x="590" y="2014"/>
                    <a:pt x="511" y="2054"/>
                  </a:cubicBezTo>
                  <a:cubicBezTo>
                    <a:pt x="438" y="1568"/>
                    <a:pt x="608" y="1058"/>
                    <a:pt x="1069" y="936"/>
                  </a:cubicBezTo>
                  <a:cubicBezTo>
                    <a:pt x="1194" y="901"/>
                    <a:pt x="1331" y="878"/>
                    <a:pt x="1463" y="878"/>
                  </a:cubicBezTo>
                  <a:cubicBezTo>
                    <a:pt x="1511" y="878"/>
                    <a:pt x="1558" y="881"/>
                    <a:pt x="1604" y="888"/>
                  </a:cubicBezTo>
                  <a:cubicBezTo>
                    <a:pt x="1555" y="1009"/>
                    <a:pt x="1507" y="1106"/>
                    <a:pt x="1507" y="1106"/>
                  </a:cubicBezTo>
                  <a:cubicBezTo>
                    <a:pt x="1507" y="1131"/>
                    <a:pt x="1507" y="1131"/>
                    <a:pt x="1507" y="1155"/>
                  </a:cubicBezTo>
                  <a:cubicBezTo>
                    <a:pt x="1531" y="1179"/>
                    <a:pt x="1725" y="1665"/>
                    <a:pt x="2065" y="1665"/>
                  </a:cubicBezTo>
                  <a:cubicBezTo>
                    <a:pt x="2162" y="1665"/>
                    <a:pt x="2235" y="1641"/>
                    <a:pt x="2308" y="1592"/>
                  </a:cubicBezTo>
                  <a:cubicBezTo>
                    <a:pt x="2405" y="1544"/>
                    <a:pt x="2478" y="1422"/>
                    <a:pt x="2454" y="1301"/>
                  </a:cubicBezTo>
                  <a:cubicBezTo>
                    <a:pt x="2357" y="1033"/>
                    <a:pt x="2114" y="839"/>
                    <a:pt x="1847" y="791"/>
                  </a:cubicBezTo>
                  <a:cubicBezTo>
                    <a:pt x="1992" y="426"/>
                    <a:pt x="2332" y="183"/>
                    <a:pt x="2745" y="159"/>
                  </a:cubicBezTo>
                  <a:close/>
                  <a:moveTo>
                    <a:pt x="2728" y="1"/>
                  </a:moveTo>
                  <a:cubicBezTo>
                    <a:pt x="2260" y="1"/>
                    <a:pt x="1815" y="296"/>
                    <a:pt x="1652" y="766"/>
                  </a:cubicBezTo>
                  <a:cubicBezTo>
                    <a:pt x="1569" y="748"/>
                    <a:pt x="1485" y="740"/>
                    <a:pt x="1403" y="740"/>
                  </a:cubicBezTo>
                  <a:cubicBezTo>
                    <a:pt x="1270" y="740"/>
                    <a:pt x="1141" y="760"/>
                    <a:pt x="1021" y="791"/>
                  </a:cubicBezTo>
                  <a:cubicBezTo>
                    <a:pt x="438" y="936"/>
                    <a:pt x="219" y="1616"/>
                    <a:pt x="341" y="2199"/>
                  </a:cubicBezTo>
                  <a:cubicBezTo>
                    <a:pt x="98" y="2515"/>
                    <a:pt x="0" y="2928"/>
                    <a:pt x="73" y="3317"/>
                  </a:cubicBezTo>
                  <a:cubicBezTo>
                    <a:pt x="146" y="3730"/>
                    <a:pt x="413" y="4070"/>
                    <a:pt x="802" y="4240"/>
                  </a:cubicBezTo>
                  <a:cubicBezTo>
                    <a:pt x="960" y="4293"/>
                    <a:pt x="1130" y="4332"/>
                    <a:pt x="1294" y="4332"/>
                  </a:cubicBezTo>
                  <a:cubicBezTo>
                    <a:pt x="1358" y="4332"/>
                    <a:pt x="1421" y="4326"/>
                    <a:pt x="1482" y="4313"/>
                  </a:cubicBezTo>
                  <a:cubicBezTo>
                    <a:pt x="1638" y="4491"/>
                    <a:pt x="1875" y="4607"/>
                    <a:pt x="2119" y="4607"/>
                  </a:cubicBezTo>
                  <a:cubicBezTo>
                    <a:pt x="2141" y="4607"/>
                    <a:pt x="2164" y="4606"/>
                    <a:pt x="2187" y="4604"/>
                  </a:cubicBezTo>
                  <a:lnTo>
                    <a:pt x="2260" y="4604"/>
                  </a:lnTo>
                  <a:cubicBezTo>
                    <a:pt x="2721" y="4580"/>
                    <a:pt x="3134" y="4410"/>
                    <a:pt x="3450" y="4094"/>
                  </a:cubicBezTo>
                  <a:cubicBezTo>
                    <a:pt x="3523" y="4143"/>
                    <a:pt x="3596" y="4191"/>
                    <a:pt x="3669" y="4240"/>
                  </a:cubicBezTo>
                  <a:cubicBezTo>
                    <a:pt x="3839" y="4313"/>
                    <a:pt x="4057" y="4361"/>
                    <a:pt x="4276" y="4361"/>
                  </a:cubicBezTo>
                  <a:cubicBezTo>
                    <a:pt x="4859" y="4361"/>
                    <a:pt x="5418" y="4094"/>
                    <a:pt x="5831" y="3681"/>
                  </a:cubicBezTo>
                  <a:cubicBezTo>
                    <a:pt x="6001" y="3487"/>
                    <a:pt x="6073" y="3244"/>
                    <a:pt x="6049" y="3001"/>
                  </a:cubicBezTo>
                  <a:cubicBezTo>
                    <a:pt x="5976" y="2710"/>
                    <a:pt x="5733" y="2491"/>
                    <a:pt x="5442" y="2467"/>
                  </a:cubicBezTo>
                  <a:cubicBezTo>
                    <a:pt x="5636" y="1908"/>
                    <a:pt x="5612" y="1252"/>
                    <a:pt x="5126" y="912"/>
                  </a:cubicBezTo>
                  <a:cubicBezTo>
                    <a:pt x="4972" y="781"/>
                    <a:pt x="4776" y="715"/>
                    <a:pt x="4580" y="715"/>
                  </a:cubicBezTo>
                  <a:cubicBezTo>
                    <a:pt x="4376" y="715"/>
                    <a:pt x="4170" y="787"/>
                    <a:pt x="4009" y="936"/>
                  </a:cubicBezTo>
                  <a:cubicBezTo>
                    <a:pt x="3887" y="548"/>
                    <a:pt x="3571" y="256"/>
                    <a:pt x="3207" y="110"/>
                  </a:cubicBezTo>
                  <a:cubicBezTo>
                    <a:pt x="3052" y="36"/>
                    <a:pt x="2889" y="1"/>
                    <a:pt x="27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3" name="Google Shape;1463;p32"/>
          <p:cNvGrpSpPr/>
          <p:nvPr/>
        </p:nvGrpSpPr>
        <p:grpSpPr>
          <a:xfrm rot="-3617422" flipH="1">
            <a:off x="8490995" y="4604956"/>
            <a:ext cx="639248" cy="382014"/>
            <a:chOff x="1202177" y="4613417"/>
            <a:chExt cx="528376" cy="315757"/>
          </a:xfrm>
        </p:grpSpPr>
        <p:sp>
          <p:nvSpPr>
            <p:cNvPr id="1464" name="Google Shape;1464;p32"/>
            <p:cNvSpPr/>
            <p:nvPr/>
          </p:nvSpPr>
          <p:spPr>
            <a:xfrm>
              <a:off x="1564214" y="4671691"/>
              <a:ext cx="166339" cy="48340"/>
            </a:xfrm>
            <a:custGeom>
              <a:avLst/>
              <a:gdLst/>
              <a:ahLst/>
              <a:cxnLst/>
              <a:rect l="l" t="t" r="r" b="b"/>
              <a:pathLst>
                <a:path w="1507" h="438" extrusionOk="0">
                  <a:moveTo>
                    <a:pt x="1409" y="1"/>
                  </a:moveTo>
                  <a:lnTo>
                    <a:pt x="73" y="316"/>
                  </a:lnTo>
                  <a:cubicBezTo>
                    <a:pt x="25" y="316"/>
                    <a:pt x="0" y="341"/>
                    <a:pt x="25" y="389"/>
                  </a:cubicBezTo>
                  <a:cubicBezTo>
                    <a:pt x="25" y="414"/>
                    <a:pt x="49" y="438"/>
                    <a:pt x="73" y="438"/>
                  </a:cubicBezTo>
                  <a:lnTo>
                    <a:pt x="98" y="438"/>
                  </a:lnTo>
                  <a:lnTo>
                    <a:pt x="1434" y="122"/>
                  </a:lnTo>
                  <a:cubicBezTo>
                    <a:pt x="1506" y="122"/>
                    <a:pt x="1482" y="1"/>
                    <a:pt x="14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32"/>
            <p:cNvSpPr/>
            <p:nvPr/>
          </p:nvSpPr>
          <p:spPr>
            <a:xfrm>
              <a:off x="1602846" y="4613417"/>
              <a:ext cx="60708" cy="176363"/>
            </a:xfrm>
            <a:custGeom>
              <a:avLst/>
              <a:gdLst/>
              <a:ahLst/>
              <a:cxnLst/>
              <a:rect l="l" t="t" r="r" b="b"/>
              <a:pathLst>
                <a:path w="550" h="1598" extrusionOk="0">
                  <a:moveTo>
                    <a:pt x="77" y="0"/>
                  </a:moveTo>
                  <a:cubicBezTo>
                    <a:pt x="39" y="0"/>
                    <a:pt x="0" y="32"/>
                    <a:pt x="15" y="91"/>
                  </a:cubicBezTo>
                  <a:lnTo>
                    <a:pt x="403" y="1573"/>
                  </a:lnTo>
                  <a:cubicBezTo>
                    <a:pt x="428" y="1597"/>
                    <a:pt x="452" y="1597"/>
                    <a:pt x="476" y="1597"/>
                  </a:cubicBezTo>
                  <a:lnTo>
                    <a:pt x="501" y="1597"/>
                  </a:lnTo>
                  <a:cubicBezTo>
                    <a:pt x="525" y="1597"/>
                    <a:pt x="549" y="1549"/>
                    <a:pt x="525" y="1525"/>
                  </a:cubicBezTo>
                  <a:lnTo>
                    <a:pt x="136" y="43"/>
                  </a:lnTo>
                  <a:cubicBezTo>
                    <a:pt x="127" y="14"/>
                    <a:pt x="102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32"/>
            <p:cNvSpPr/>
            <p:nvPr/>
          </p:nvSpPr>
          <p:spPr>
            <a:xfrm>
              <a:off x="1582978" y="4629421"/>
              <a:ext cx="104638" cy="138950"/>
            </a:xfrm>
            <a:custGeom>
              <a:avLst/>
              <a:gdLst/>
              <a:ahLst/>
              <a:cxnLst/>
              <a:rect l="l" t="t" r="r" b="b"/>
              <a:pathLst>
                <a:path w="948" h="1259" extrusionOk="0">
                  <a:moveTo>
                    <a:pt x="875" y="1"/>
                  </a:moveTo>
                  <a:cubicBezTo>
                    <a:pt x="857" y="1"/>
                    <a:pt x="838" y="7"/>
                    <a:pt x="826" y="19"/>
                  </a:cubicBezTo>
                  <a:lnTo>
                    <a:pt x="25" y="1161"/>
                  </a:lnTo>
                  <a:cubicBezTo>
                    <a:pt x="0" y="1185"/>
                    <a:pt x="0" y="1234"/>
                    <a:pt x="49" y="1258"/>
                  </a:cubicBezTo>
                  <a:lnTo>
                    <a:pt x="122" y="1258"/>
                  </a:lnTo>
                  <a:lnTo>
                    <a:pt x="924" y="92"/>
                  </a:lnTo>
                  <a:cubicBezTo>
                    <a:pt x="948" y="68"/>
                    <a:pt x="948" y="19"/>
                    <a:pt x="924" y="19"/>
                  </a:cubicBezTo>
                  <a:cubicBezTo>
                    <a:pt x="911" y="7"/>
                    <a:pt x="893" y="1"/>
                    <a:pt x="8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32"/>
            <p:cNvSpPr/>
            <p:nvPr/>
          </p:nvSpPr>
          <p:spPr>
            <a:xfrm>
              <a:off x="1548982" y="4644430"/>
              <a:ext cx="160158" cy="102419"/>
            </a:xfrm>
            <a:custGeom>
              <a:avLst/>
              <a:gdLst/>
              <a:ahLst/>
              <a:cxnLst/>
              <a:rect l="l" t="t" r="r" b="b"/>
              <a:pathLst>
                <a:path w="1451" h="928" extrusionOk="0">
                  <a:moveTo>
                    <a:pt x="115" y="1"/>
                  </a:moveTo>
                  <a:cubicBezTo>
                    <a:pt x="51" y="1"/>
                    <a:pt x="0" y="83"/>
                    <a:pt x="65" y="126"/>
                  </a:cubicBezTo>
                  <a:lnTo>
                    <a:pt x="1329" y="928"/>
                  </a:lnTo>
                  <a:lnTo>
                    <a:pt x="1377" y="928"/>
                  </a:lnTo>
                  <a:cubicBezTo>
                    <a:pt x="1426" y="928"/>
                    <a:pt x="1450" y="831"/>
                    <a:pt x="1402" y="806"/>
                  </a:cubicBezTo>
                  <a:lnTo>
                    <a:pt x="138" y="5"/>
                  </a:lnTo>
                  <a:cubicBezTo>
                    <a:pt x="130" y="2"/>
                    <a:pt x="123" y="1"/>
                    <a:pt x="1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32"/>
            <p:cNvSpPr/>
            <p:nvPr/>
          </p:nvSpPr>
          <p:spPr>
            <a:xfrm>
              <a:off x="1202177" y="4673346"/>
              <a:ext cx="177156" cy="151310"/>
            </a:xfrm>
            <a:custGeom>
              <a:avLst/>
              <a:gdLst/>
              <a:ahLst/>
              <a:cxnLst/>
              <a:rect l="l" t="t" r="r" b="b"/>
              <a:pathLst>
                <a:path w="1605" h="1371" extrusionOk="0">
                  <a:moveTo>
                    <a:pt x="924" y="131"/>
                  </a:moveTo>
                  <a:cubicBezTo>
                    <a:pt x="1216" y="131"/>
                    <a:pt x="1458" y="374"/>
                    <a:pt x="1483" y="690"/>
                  </a:cubicBezTo>
                  <a:cubicBezTo>
                    <a:pt x="1483" y="1019"/>
                    <a:pt x="1204" y="1248"/>
                    <a:pt x="911" y="1248"/>
                  </a:cubicBezTo>
                  <a:cubicBezTo>
                    <a:pt x="771" y="1248"/>
                    <a:pt x="629" y="1196"/>
                    <a:pt x="511" y="1079"/>
                  </a:cubicBezTo>
                  <a:cubicBezTo>
                    <a:pt x="171" y="739"/>
                    <a:pt x="414" y="131"/>
                    <a:pt x="924" y="131"/>
                  </a:cubicBezTo>
                  <a:close/>
                  <a:moveTo>
                    <a:pt x="907" y="1"/>
                  </a:moveTo>
                  <a:cubicBezTo>
                    <a:pt x="740" y="1"/>
                    <a:pt x="571" y="63"/>
                    <a:pt x="438" y="204"/>
                  </a:cubicBezTo>
                  <a:cubicBezTo>
                    <a:pt x="1" y="641"/>
                    <a:pt x="317" y="1370"/>
                    <a:pt x="924" y="1370"/>
                  </a:cubicBezTo>
                  <a:cubicBezTo>
                    <a:pt x="1288" y="1370"/>
                    <a:pt x="1604" y="1079"/>
                    <a:pt x="1604" y="690"/>
                  </a:cubicBezTo>
                  <a:cubicBezTo>
                    <a:pt x="1604" y="278"/>
                    <a:pt x="1258" y="1"/>
                    <a:pt x="9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32"/>
            <p:cNvSpPr/>
            <p:nvPr/>
          </p:nvSpPr>
          <p:spPr>
            <a:xfrm>
              <a:off x="1389928" y="4832385"/>
              <a:ext cx="115344" cy="96790"/>
            </a:xfrm>
            <a:custGeom>
              <a:avLst/>
              <a:gdLst/>
              <a:ahLst/>
              <a:cxnLst/>
              <a:rect l="l" t="t" r="r" b="b"/>
              <a:pathLst>
                <a:path w="1045" h="877" extrusionOk="0">
                  <a:moveTo>
                    <a:pt x="583" y="124"/>
                  </a:moveTo>
                  <a:cubicBezTo>
                    <a:pt x="753" y="124"/>
                    <a:pt x="899" y="269"/>
                    <a:pt x="899" y="439"/>
                  </a:cubicBezTo>
                  <a:cubicBezTo>
                    <a:pt x="899" y="622"/>
                    <a:pt x="741" y="747"/>
                    <a:pt x="587" y="747"/>
                  </a:cubicBezTo>
                  <a:cubicBezTo>
                    <a:pt x="515" y="747"/>
                    <a:pt x="443" y="720"/>
                    <a:pt x="389" y="658"/>
                  </a:cubicBezTo>
                  <a:cubicBezTo>
                    <a:pt x="195" y="464"/>
                    <a:pt x="316" y="124"/>
                    <a:pt x="583" y="124"/>
                  </a:cubicBezTo>
                  <a:close/>
                  <a:moveTo>
                    <a:pt x="584" y="0"/>
                  </a:moveTo>
                  <a:cubicBezTo>
                    <a:pt x="473" y="0"/>
                    <a:pt x="361" y="38"/>
                    <a:pt x="268" y="124"/>
                  </a:cubicBezTo>
                  <a:cubicBezTo>
                    <a:pt x="0" y="415"/>
                    <a:pt x="195" y="877"/>
                    <a:pt x="583" y="877"/>
                  </a:cubicBezTo>
                  <a:cubicBezTo>
                    <a:pt x="826" y="877"/>
                    <a:pt x="1021" y="682"/>
                    <a:pt x="1045" y="439"/>
                  </a:cubicBezTo>
                  <a:cubicBezTo>
                    <a:pt x="1045" y="175"/>
                    <a:pt x="820" y="0"/>
                    <a:pt x="5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0" name="Google Shape;1470;p32"/>
          <p:cNvGrpSpPr/>
          <p:nvPr/>
        </p:nvGrpSpPr>
        <p:grpSpPr>
          <a:xfrm flipH="1">
            <a:off x="62659" y="4194779"/>
            <a:ext cx="666115" cy="973447"/>
            <a:chOff x="-1047799" y="3300294"/>
            <a:chExt cx="439014" cy="641607"/>
          </a:xfrm>
        </p:grpSpPr>
        <p:sp>
          <p:nvSpPr>
            <p:cNvPr id="1471" name="Google Shape;1471;p32"/>
            <p:cNvSpPr/>
            <p:nvPr/>
          </p:nvSpPr>
          <p:spPr>
            <a:xfrm>
              <a:off x="-994003" y="3750695"/>
              <a:ext cx="138774" cy="63785"/>
            </a:xfrm>
            <a:custGeom>
              <a:avLst/>
              <a:gdLst/>
              <a:ahLst/>
              <a:cxnLst/>
              <a:rect l="l" t="t" r="r" b="b"/>
              <a:pathLst>
                <a:path w="1847" h="849" extrusionOk="0">
                  <a:moveTo>
                    <a:pt x="728" y="0"/>
                  </a:moveTo>
                  <a:cubicBezTo>
                    <a:pt x="502" y="0"/>
                    <a:pt x="254" y="68"/>
                    <a:pt x="1" y="252"/>
                  </a:cubicBezTo>
                  <a:cubicBezTo>
                    <a:pt x="1" y="252"/>
                    <a:pt x="350" y="848"/>
                    <a:pt x="1002" y="848"/>
                  </a:cubicBezTo>
                  <a:cubicBezTo>
                    <a:pt x="1243" y="848"/>
                    <a:pt x="1526" y="767"/>
                    <a:pt x="1847" y="544"/>
                  </a:cubicBezTo>
                  <a:cubicBezTo>
                    <a:pt x="1847" y="544"/>
                    <a:pt x="1369" y="0"/>
                    <a:pt x="7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32"/>
            <p:cNvSpPr/>
            <p:nvPr/>
          </p:nvSpPr>
          <p:spPr>
            <a:xfrm>
              <a:off x="-950199" y="3777592"/>
              <a:ext cx="98652" cy="17656"/>
            </a:xfrm>
            <a:custGeom>
              <a:avLst/>
              <a:gdLst/>
              <a:ahLst/>
              <a:cxnLst/>
              <a:rect l="l" t="t" r="r" b="b"/>
              <a:pathLst>
                <a:path w="1313" h="235" extrusionOk="0">
                  <a:moveTo>
                    <a:pt x="500" y="0"/>
                  </a:moveTo>
                  <a:cubicBezTo>
                    <a:pt x="349" y="0"/>
                    <a:pt x="197" y="14"/>
                    <a:pt x="49" y="40"/>
                  </a:cubicBezTo>
                  <a:cubicBezTo>
                    <a:pt x="25" y="40"/>
                    <a:pt x="1" y="64"/>
                    <a:pt x="25" y="89"/>
                  </a:cubicBezTo>
                  <a:cubicBezTo>
                    <a:pt x="25" y="113"/>
                    <a:pt x="49" y="113"/>
                    <a:pt x="73" y="113"/>
                  </a:cubicBezTo>
                  <a:cubicBezTo>
                    <a:pt x="191" y="98"/>
                    <a:pt x="311" y="90"/>
                    <a:pt x="431" y="90"/>
                  </a:cubicBezTo>
                  <a:cubicBezTo>
                    <a:pt x="708" y="90"/>
                    <a:pt x="985" y="133"/>
                    <a:pt x="1239" y="234"/>
                  </a:cubicBezTo>
                  <a:lnTo>
                    <a:pt x="1264" y="234"/>
                  </a:lnTo>
                  <a:cubicBezTo>
                    <a:pt x="1288" y="234"/>
                    <a:pt x="1288" y="210"/>
                    <a:pt x="1312" y="210"/>
                  </a:cubicBezTo>
                  <a:cubicBezTo>
                    <a:pt x="1312" y="186"/>
                    <a:pt x="1312" y="162"/>
                    <a:pt x="1288" y="137"/>
                  </a:cubicBezTo>
                  <a:cubicBezTo>
                    <a:pt x="1039" y="44"/>
                    <a:pt x="770" y="0"/>
                    <a:pt x="5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32"/>
            <p:cNvSpPr/>
            <p:nvPr/>
          </p:nvSpPr>
          <p:spPr>
            <a:xfrm>
              <a:off x="-949448" y="3639053"/>
              <a:ext cx="114280" cy="249281"/>
            </a:xfrm>
            <a:custGeom>
              <a:avLst/>
              <a:gdLst/>
              <a:ahLst/>
              <a:cxnLst/>
              <a:rect l="l" t="t" r="r" b="b"/>
              <a:pathLst>
                <a:path w="1521" h="3318" extrusionOk="0">
                  <a:moveTo>
                    <a:pt x="69" y="0"/>
                  </a:moveTo>
                  <a:cubicBezTo>
                    <a:pt x="40" y="0"/>
                    <a:pt x="0" y="67"/>
                    <a:pt x="39" y="86"/>
                  </a:cubicBezTo>
                  <a:cubicBezTo>
                    <a:pt x="63" y="86"/>
                    <a:pt x="1327" y="961"/>
                    <a:pt x="1424" y="3269"/>
                  </a:cubicBezTo>
                  <a:cubicBezTo>
                    <a:pt x="1424" y="3293"/>
                    <a:pt x="1448" y="3317"/>
                    <a:pt x="1472" y="3317"/>
                  </a:cubicBezTo>
                  <a:cubicBezTo>
                    <a:pt x="1497" y="3293"/>
                    <a:pt x="1521" y="3293"/>
                    <a:pt x="1521" y="3269"/>
                  </a:cubicBezTo>
                  <a:cubicBezTo>
                    <a:pt x="1424" y="912"/>
                    <a:pt x="88" y="14"/>
                    <a:pt x="88" y="14"/>
                  </a:cubicBezTo>
                  <a:cubicBezTo>
                    <a:pt x="83" y="4"/>
                    <a:pt x="76" y="0"/>
                    <a:pt x="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32"/>
            <p:cNvSpPr/>
            <p:nvPr/>
          </p:nvSpPr>
          <p:spPr>
            <a:xfrm>
              <a:off x="-1047799" y="3504796"/>
              <a:ext cx="229087" cy="179936"/>
            </a:xfrm>
            <a:custGeom>
              <a:avLst/>
              <a:gdLst/>
              <a:ahLst/>
              <a:cxnLst/>
              <a:rect l="l" t="t" r="r" b="b"/>
              <a:pathLst>
                <a:path w="3049" h="2395" extrusionOk="0">
                  <a:moveTo>
                    <a:pt x="2055" y="1"/>
                  </a:moveTo>
                  <a:cubicBezTo>
                    <a:pt x="1883" y="1"/>
                    <a:pt x="1883" y="562"/>
                    <a:pt x="1883" y="562"/>
                  </a:cubicBezTo>
                  <a:cubicBezTo>
                    <a:pt x="1761" y="416"/>
                    <a:pt x="1615" y="294"/>
                    <a:pt x="1445" y="197"/>
                  </a:cubicBezTo>
                  <a:cubicBezTo>
                    <a:pt x="1434" y="193"/>
                    <a:pt x="1423" y="192"/>
                    <a:pt x="1413" y="192"/>
                  </a:cubicBezTo>
                  <a:cubicBezTo>
                    <a:pt x="1234" y="192"/>
                    <a:pt x="1300" y="780"/>
                    <a:pt x="1300" y="780"/>
                  </a:cubicBezTo>
                  <a:cubicBezTo>
                    <a:pt x="1154" y="635"/>
                    <a:pt x="984" y="537"/>
                    <a:pt x="814" y="416"/>
                  </a:cubicBezTo>
                  <a:cubicBezTo>
                    <a:pt x="785" y="400"/>
                    <a:pt x="760" y="393"/>
                    <a:pt x="740" y="393"/>
                  </a:cubicBezTo>
                  <a:cubicBezTo>
                    <a:pt x="532" y="393"/>
                    <a:pt x="692" y="1096"/>
                    <a:pt x="692" y="1096"/>
                  </a:cubicBezTo>
                  <a:cubicBezTo>
                    <a:pt x="692" y="1096"/>
                    <a:pt x="357" y="857"/>
                    <a:pt x="178" y="857"/>
                  </a:cubicBezTo>
                  <a:cubicBezTo>
                    <a:pt x="136" y="857"/>
                    <a:pt x="103" y="870"/>
                    <a:pt x="85" y="902"/>
                  </a:cubicBezTo>
                  <a:cubicBezTo>
                    <a:pt x="1" y="1049"/>
                    <a:pt x="662" y="2395"/>
                    <a:pt x="1533" y="2395"/>
                  </a:cubicBezTo>
                  <a:cubicBezTo>
                    <a:pt x="1669" y="2395"/>
                    <a:pt x="1811" y="2362"/>
                    <a:pt x="1955" y="2286"/>
                  </a:cubicBezTo>
                  <a:cubicBezTo>
                    <a:pt x="3049" y="1728"/>
                    <a:pt x="2684" y="926"/>
                    <a:pt x="2684" y="926"/>
                  </a:cubicBezTo>
                  <a:cubicBezTo>
                    <a:pt x="2684" y="926"/>
                    <a:pt x="2368" y="197"/>
                    <a:pt x="2125" y="27"/>
                  </a:cubicBezTo>
                  <a:cubicBezTo>
                    <a:pt x="2099" y="9"/>
                    <a:pt x="2076" y="1"/>
                    <a:pt x="20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32"/>
            <p:cNvSpPr/>
            <p:nvPr/>
          </p:nvSpPr>
          <p:spPr>
            <a:xfrm>
              <a:off x="-1006775" y="3550625"/>
              <a:ext cx="157032" cy="111418"/>
            </a:xfrm>
            <a:custGeom>
              <a:avLst/>
              <a:gdLst/>
              <a:ahLst/>
              <a:cxnLst/>
              <a:rect l="l" t="t" r="r" b="b"/>
              <a:pathLst>
                <a:path w="2090" h="1483" extrusionOk="0">
                  <a:moveTo>
                    <a:pt x="1652" y="292"/>
                  </a:moveTo>
                  <a:cubicBezTo>
                    <a:pt x="1677" y="292"/>
                    <a:pt x="1701" y="316"/>
                    <a:pt x="1725" y="340"/>
                  </a:cubicBezTo>
                  <a:cubicBezTo>
                    <a:pt x="1749" y="365"/>
                    <a:pt x="1749" y="389"/>
                    <a:pt x="1774" y="413"/>
                  </a:cubicBezTo>
                  <a:lnTo>
                    <a:pt x="1725" y="389"/>
                  </a:lnTo>
                  <a:cubicBezTo>
                    <a:pt x="1701" y="365"/>
                    <a:pt x="1677" y="316"/>
                    <a:pt x="1652" y="292"/>
                  </a:cubicBezTo>
                  <a:close/>
                  <a:moveTo>
                    <a:pt x="802" y="656"/>
                  </a:moveTo>
                  <a:lnTo>
                    <a:pt x="802" y="656"/>
                  </a:lnTo>
                  <a:cubicBezTo>
                    <a:pt x="826" y="680"/>
                    <a:pt x="851" y="729"/>
                    <a:pt x="875" y="778"/>
                  </a:cubicBezTo>
                  <a:cubicBezTo>
                    <a:pt x="851" y="729"/>
                    <a:pt x="826" y="705"/>
                    <a:pt x="802" y="656"/>
                  </a:cubicBezTo>
                  <a:close/>
                  <a:moveTo>
                    <a:pt x="535" y="923"/>
                  </a:moveTo>
                  <a:lnTo>
                    <a:pt x="535" y="923"/>
                  </a:lnTo>
                  <a:cubicBezTo>
                    <a:pt x="583" y="948"/>
                    <a:pt x="608" y="996"/>
                    <a:pt x="608" y="1045"/>
                  </a:cubicBezTo>
                  <a:cubicBezTo>
                    <a:pt x="583" y="996"/>
                    <a:pt x="559" y="972"/>
                    <a:pt x="535" y="923"/>
                  </a:cubicBezTo>
                  <a:close/>
                  <a:moveTo>
                    <a:pt x="1944" y="0"/>
                  </a:moveTo>
                  <a:cubicBezTo>
                    <a:pt x="1920" y="25"/>
                    <a:pt x="1920" y="49"/>
                    <a:pt x="1920" y="73"/>
                  </a:cubicBezTo>
                  <a:cubicBezTo>
                    <a:pt x="1944" y="146"/>
                    <a:pt x="2017" y="292"/>
                    <a:pt x="1968" y="365"/>
                  </a:cubicBezTo>
                  <a:cubicBezTo>
                    <a:pt x="1968" y="389"/>
                    <a:pt x="1944" y="413"/>
                    <a:pt x="1920" y="413"/>
                  </a:cubicBezTo>
                  <a:lnTo>
                    <a:pt x="1847" y="413"/>
                  </a:lnTo>
                  <a:cubicBezTo>
                    <a:pt x="1847" y="365"/>
                    <a:pt x="1822" y="316"/>
                    <a:pt x="1798" y="267"/>
                  </a:cubicBezTo>
                  <a:cubicBezTo>
                    <a:pt x="1774" y="195"/>
                    <a:pt x="1701" y="170"/>
                    <a:pt x="1628" y="146"/>
                  </a:cubicBezTo>
                  <a:cubicBezTo>
                    <a:pt x="1604" y="146"/>
                    <a:pt x="1579" y="170"/>
                    <a:pt x="1555" y="195"/>
                  </a:cubicBezTo>
                  <a:cubicBezTo>
                    <a:pt x="1531" y="243"/>
                    <a:pt x="1555" y="316"/>
                    <a:pt x="1604" y="365"/>
                  </a:cubicBezTo>
                  <a:cubicBezTo>
                    <a:pt x="1652" y="413"/>
                    <a:pt x="1701" y="462"/>
                    <a:pt x="1749" y="486"/>
                  </a:cubicBezTo>
                  <a:lnTo>
                    <a:pt x="1749" y="510"/>
                  </a:lnTo>
                  <a:cubicBezTo>
                    <a:pt x="1749" y="559"/>
                    <a:pt x="1701" y="559"/>
                    <a:pt x="1628" y="559"/>
                  </a:cubicBezTo>
                  <a:cubicBezTo>
                    <a:pt x="1555" y="559"/>
                    <a:pt x="1482" y="535"/>
                    <a:pt x="1409" y="510"/>
                  </a:cubicBezTo>
                  <a:cubicBezTo>
                    <a:pt x="1385" y="437"/>
                    <a:pt x="1337" y="389"/>
                    <a:pt x="1288" y="365"/>
                  </a:cubicBezTo>
                  <a:cubicBezTo>
                    <a:pt x="1256" y="365"/>
                    <a:pt x="1234" y="354"/>
                    <a:pt x="1209" y="354"/>
                  </a:cubicBezTo>
                  <a:cubicBezTo>
                    <a:pt x="1196" y="354"/>
                    <a:pt x="1183" y="357"/>
                    <a:pt x="1166" y="365"/>
                  </a:cubicBezTo>
                  <a:cubicBezTo>
                    <a:pt x="1166" y="389"/>
                    <a:pt x="1142" y="413"/>
                    <a:pt x="1166" y="437"/>
                  </a:cubicBezTo>
                  <a:cubicBezTo>
                    <a:pt x="1215" y="486"/>
                    <a:pt x="1264" y="559"/>
                    <a:pt x="1337" y="583"/>
                  </a:cubicBezTo>
                  <a:cubicBezTo>
                    <a:pt x="1385" y="656"/>
                    <a:pt x="1385" y="753"/>
                    <a:pt x="1361" y="850"/>
                  </a:cubicBezTo>
                  <a:cubicBezTo>
                    <a:pt x="1343" y="905"/>
                    <a:pt x="1311" y="932"/>
                    <a:pt x="1255" y="932"/>
                  </a:cubicBezTo>
                  <a:cubicBezTo>
                    <a:pt x="1236" y="932"/>
                    <a:pt x="1215" y="929"/>
                    <a:pt x="1191" y="923"/>
                  </a:cubicBezTo>
                  <a:cubicBezTo>
                    <a:pt x="1142" y="923"/>
                    <a:pt x="1069" y="899"/>
                    <a:pt x="1021" y="850"/>
                  </a:cubicBezTo>
                  <a:cubicBezTo>
                    <a:pt x="996" y="729"/>
                    <a:pt x="924" y="608"/>
                    <a:pt x="826" y="535"/>
                  </a:cubicBezTo>
                  <a:lnTo>
                    <a:pt x="729" y="535"/>
                  </a:lnTo>
                  <a:cubicBezTo>
                    <a:pt x="705" y="559"/>
                    <a:pt x="705" y="583"/>
                    <a:pt x="705" y="632"/>
                  </a:cubicBezTo>
                  <a:cubicBezTo>
                    <a:pt x="754" y="753"/>
                    <a:pt x="826" y="850"/>
                    <a:pt x="924" y="923"/>
                  </a:cubicBezTo>
                  <a:cubicBezTo>
                    <a:pt x="948" y="972"/>
                    <a:pt x="948" y="1021"/>
                    <a:pt x="924" y="1093"/>
                  </a:cubicBezTo>
                  <a:cubicBezTo>
                    <a:pt x="924" y="1129"/>
                    <a:pt x="898" y="1151"/>
                    <a:pt x="874" y="1151"/>
                  </a:cubicBezTo>
                  <a:cubicBezTo>
                    <a:pt x="865" y="1151"/>
                    <a:pt x="857" y="1148"/>
                    <a:pt x="851" y="1142"/>
                  </a:cubicBezTo>
                  <a:cubicBezTo>
                    <a:pt x="802" y="1142"/>
                    <a:pt x="754" y="1118"/>
                    <a:pt x="729" y="1093"/>
                  </a:cubicBezTo>
                  <a:cubicBezTo>
                    <a:pt x="729" y="972"/>
                    <a:pt x="656" y="875"/>
                    <a:pt x="559" y="826"/>
                  </a:cubicBezTo>
                  <a:cubicBezTo>
                    <a:pt x="547" y="814"/>
                    <a:pt x="529" y="808"/>
                    <a:pt x="508" y="808"/>
                  </a:cubicBezTo>
                  <a:cubicBezTo>
                    <a:pt x="486" y="808"/>
                    <a:pt x="462" y="814"/>
                    <a:pt x="438" y="826"/>
                  </a:cubicBezTo>
                  <a:cubicBezTo>
                    <a:pt x="438" y="826"/>
                    <a:pt x="413" y="875"/>
                    <a:pt x="438" y="899"/>
                  </a:cubicBezTo>
                  <a:cubicBezTo>
                    <a:pt x="462" y="996"/>
                    <a:pt x="535" y="1093"/>
                    <a:pt x="632" y="1166"/>
                  </a:cubicBezTo>
                  <a:cubicBezTo>
                    <a:pt x="608" y="1239"/>
                    <a:pt x="559" y="1312"/>
                    <a:pt x="486" y="1336"/>
                  </a:cubicBezTo>
                  <a:cubicBezTo>
                    <a:pt x="455" y="1356"/>
                    <a:pt x="424" y="1364"/>
                    <a:pt x="393" y="1364"/>
                  </a:cubicBezTo>
                  <a:cubicBezTo>
                    <a:pt x="234" y="1364"/>
                    <a:pt x="98" y="1142"/>
                    <a:pt x="98" y="1142"/>
                  </a:cubicBezTo>
                  <a:cubicBezTo>
                    <a:pt x="85" y="1130"/>
                    <a:pt x="73" y="1124"/>
                    <a:pt x="64" y="1124"/>
                  </a:cubicBezTo>
                  <a:cubicBezTo>
                    <a:pt x="55" y="1124"/>
                    <a:pt x="49" y="1130"/>
                    <a:pt x="49" y="1142"/>
                  </a:cubicBezTo>
                  <a:cubicBezTo>
                    <a:pt x="25" y="1166"/>
                    <a:pt x="0" y="1191"/>
                    <a:pt x="25" y="1215"/>
                  </a:cubicBezTo>
                  <a:cubicBezTo>
                    <a:pt x="25" y="1215"/>
                    <a:pt x="195" y="1482"/>
                    <a:pt x="389" y="1482"/>
                  </a:cubicBezTo>
                  <a:cubicBezTo>
                    <a:pt x="438" y="1458"/>
                    <a:pt x="486" y="1433"/>
                    <a:pt x="535" y="1385"/>
                  </a:cubicBezTo>
                  <a:cubicBezTo>
                    <a:pt x="608" y="1336"/>
                    <a:pt x="681" y="1263"/>
                    <a:pt x="705" y="1166"/>
                  </a:cubicBezTo>
                  <a:cubicBezTo>
                    <a:pt x="754" y="1191"/>
                    <a:pt x="778" y="1191"/>
                    <a:pt x="826" y="1215"/>
                  </a:cubicBezTo>
                  <a:cubicBezTo>
                    <a:pt x="839" y="1219"/>
                    <a:pt x="852" y="1221"/>
                    <a:pt x="866" y="1221"/>
                  </a:cubicBezTo>
                  <a:cubicBezTo>
                    <a:pt x="930" y="1221"/>
                    <a:pt x="1001" y="1174"/>
                    <a:pt x="1021" y="1093"/>
                  </a:cubicBezTo>
                  <a:cubicBezTo>
                    <a:pt x="1021" y="1045"/>
                    <a:pt x="1021" y="996"/>
                    <a:pt x="1021" y="948"/>
                  </a:cubicBezTo>
                  <a:cubicBezTo>
                    <a:pt x="1069" y="972"/>
                    <a:pt x="1118" y="996"/>
                    <a:pt x="1166" y="996"/>
                  </a:cubicBezTo>
                  <a:cubicBezTo>
                    <a:pt x="1192" y="1007"/>
                    <a:pt x="1218" y="1011"/>
                    <a:pt x="1243" y="1011"/>
                  </a:cubicBezTo>
                  <a:cubicBezTo>
                    <a:pt x="1335" y="1011"/>
                    <a:pt x="1415" y="946"/>
                    <a:pt x="1434" y="850"/>
                  </a:cubicBezTo>
                  <a:cubicBezTo>
                    <a:pt x="1458" y="778"/>
                    <a:pt x="1458" y="680"/>
                    <a:pt x="1434" y="608"/>
                  </a:cubicBezTo>
                  <a:cubicBezTo>
                    <a:pt x="1507" y="608"/>
                    <a:pt x="1555" y="632"/>
                    <a:pt x="1628" y="632"/>
                  </a:cubicBezTo>
                  <a:cubicBezTo>
                    <a:pt x="1701" y="632"/>
                    <a:pt x="1798" y="608"/>
                    <a:pt x="1822" y="535"/>
                  </a:cubicBezTo>
                  <a:cubicBezTo>
                    <a:pt x="1847" y="510"/>
                    <a:pt x="1847" y="510"/>
                    <a:pt x="1847" y="486"/>
                  </a:cubicBezTo>
                  <a:cubicBezTo>
                    <a:pt x="1859" y="498"/>
                    <a:pt x="1877" y="504"/>
                    <a:pt x="1895" y="504"/>
                  </a:cubicBezTo>
                  <a:cubicBezTo>
                    <a:pt x="1913" y="504"/>
                    <a:pt x="1932" y="498"/>
                    <a:pt x="1944" y="486"/>
                  </a:cubicBezTo>
                  <a:cubicBezTo>
                    <a:pt x="1992" y="486"/>
                    <a:pt x="2041" y="462"/>
                    <a:pt x="2065" y="413"/>
                  </a:cubicBezTo>
                  <a:cubicBezTo>
                    <a:pt x="2090" y="267"/>
                    <a:pt x="2065" y="146"/>
                    <a:pt x="2017" y="25"/>
                  </a:cubicBezTo>
                  <a:cubicBezTo>
                    <a:pt x="1992" y="0"/>
                    <a:pt x="1968" y="0"/>
                    <a:pt x="19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32"/>
            <p:cNvSpPr/>
            <p:nvPr/>
          </p:nvSpPr>
          <p:spPr>
            <a:xfrm>
              <a:off x="-868753" y="3630488"/>
              <a:ext cx="108420" cy="91959"/>
            </a:xfrm>
            <a:custGeom>
              <a:avLst/>
              <a:gdLst/>
              <a:ahLst/>
              <a:cxnLst/>
              <a:rect l="l" t="t" r="r" b="b"/>
              <a:pathLst>
                <a:path w="1443" h="1224" extrusionOk="0">
                  <a:moveTo>
                    <a:pt x="158" y="1"/>
                  </a:moveTo>
                  <a:cubicBezTo>
                    <a:pt x="118" y="1"/>
                    <a:pt x="76" y="3"/>
                    <a:pt x="34" y="6"/>
                  </a:cubicBezTo>
                  <a:cubicBezTo>
                    <a:pt x="34" y="6"/>
                    <a:pt x="34" y="6"/>
                    <a:pt x="34" y="6"/>
                  </a:cubicBezTo>
                  <a:lnTo>
                    <a:pt x="34" y="6"/>
                  </a:lnTo>
                  <a:cubicBezTo>
                    <a:pt x="33" y="6"/>
                    <a:pt x="1" y="1224"/>
                    <a:pt x="1328" y="1224"/>
                  </a:cubicBezTo>
                  <a:cubicBezTo>
                    <a:pt x="1365" y="1224"/>
                    <a:pt x="1404" y="1223"/>
                    <a:pt x="1443" y="1221"/>
                  </a:cubicBezTo>
                  <a:cubicBezTo>
                    <a:pt x="1443" y="1221"/>
                    <a:pt x="1240" y="1"/>
                    <a:pt x="1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32"/>
            <p:cNvSpPr/>
            <p:nvPr/>
          </p:nvSpPr>
          <p:spPr>
            <a:xfrm>
              <a:off x="-837046" y="3663019"/>
              <a:ext cx="80394" cy="62884"/>
            </a:xfrm>
            <a:custGeom>
              <a:avLst/>
              <a:gdLst/>
              <a:ahLst/>
              <a:cxnLst/>
              <a:rect l="l" t="t" r="r" b="b"/>
              <a:pathLst>
                <a:path w="1070" h="837" extrusionOk="0">
                  <a:moveTo>
                    <a:pt x="53" y="0"/>
                  </a:moveTo>
                  <a:cubicBezTo>
                    <a:pt x="37" y="0"/>
                    <a:pt x="25" y="17"/>
                    <a:pt x="25" y="35"/>
                  </a:cubicBezTo>
                  <a:cubicBezTo>
                    <a:pt x="1" y="59"/>
                    <a:pt x="25" y="83"/>
                    <a:pt x="49" y="83"/>
                  </a:cubicBezTo>
                  <a:cubicBezTo>
                    <a:pt x="414" y="253"/>
                    <a:pt x="729" y="496"/>
                    <a:pt x="997" y="812"/>
                  </a:cubicBezTo>
                  <a:cubicBezTo>
                    <a:pt x="997" y="812"/>
                    <a:pt x="1021" y="836"/>
                    <a:pt x="1021" y="836"/>
                  </a:cubicBezTo>
                  <a:lnTo>
                    <a:pt x="1045" y="812"/>
                  </a:lnTo>
                  <a:cubicBezTo>
                    <a:pt x="1069" y="812"/>
                    <a:pt x="1069" y="788"/>
                    <a:pt x="1069" y="763"/>
                  </a:cubicBezTo>
                  <a:cubicBezTo>
                    <a:pt x="802" y="423"/>
                    <a:pt x="462" y="156"/>
                    <a:pt x="74" y="10"/>
                  </a:cubicBezTo>
                  <a:cubicBezTo>
                    <a:pt x="66" y="3"/>
                    <a:pt x="59" y="0"/>
                    <a:pt x="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32"/>
            <p:cNvSpPr/>
            <p:nvPr/>
          </p:nvSpPr>
          <p:spPr>
            <a:xfrm>
              <a:off x="-764015" y="3539732"/>
              <a:ext cx="129683" cy="73101"/>
            </a:xfrm>
            <a:custGeom>
              <a:avLst/>
              <a:gdLst/>
              <a:ahLst/>
              <a:cxnLst/>
              <a:rect l="l" t="t" r="r" b="b"/>
              <a:pathLst>
                <a:path w="1726" h="973" extrusionOk="0">
                  <a:moveTo>
                    <a:pt x="1242" y="0"/>
                  </a:moveTo>
                  <a:cubicBezTo>
                    <a:pt x="434" y="0"/>
                    <a:pt x="0" y="850"/>
                    <a:pt x="0" y="850"/>
                  </a:cubicBezTo>
                  <a:cubicBezTo>
                    <a:pt x="232" y="937"/>
                    <a:pt x="435" y="973"/>
                    <a:pt x="612" y="973"/>
                  </a:cubicBezTo>
                  <a:cubicBezTo>
                    <a:pt x="1474" y="973"/>
                    <a:pt x="1725" y="117"/>
                    <a:pt x="1725" y="97"/>
                  </a:cubicBezTo>
                  <a:cubicBezTo>
                    <a:pt x="1552" y="29"/>
                    <a:pt x="1391" y="0"/>
                    <a:pt x="12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32"/>
            <p:cNvSpPr/>
            <p:nvPr/>
          </p:nvSpPr>
          <p:spPr>
            <a:xfrm>
              <a:off x="-769500" y="3568882"/>
              <a:ext cx="94971" cy="38391"/>
            </a:xfrm>
            <a:custGeom>
              <a:avLst/>
              <a:gdLst/>
              <a:ahLst/>
              <a:cxnLst/>
              <a:rect l="l" t="t" r="r" b="b"/>
              <a:pathLst>
                <a:path w="1264" h="511" extrusionOk="0">
                  <a:moveTo>
                    <a:pt x="1191" y="0"/>
                  </a:moveTo>
                  <a:cubicBezTo>
                    <a:pt x="778" y="49"/>
                    <a:pt x="389" y="194"/>
                    <a:pt x="25" y="413"/>
                  </a:cubicBezTo>
                  <a:cubicBezTo>
                    <a:pt x="0" y="462"/>
                    <a:pt x="25" y="510"/>
                    <a:pt x="73" y="510"/>
                  </a:cubicBezTo>
                  <a:cubicBezTo>
                    <a:pt x="73" y="510"/>
                    <a:pt x="98" y="510"/>
                    <a:pt x="98" y="486"/>
                  </a:cubicBezTo>
                  <a:cubicBezTo>
                    <a:pt x="438" y="267"/>
                    <a:pt x="802" y="146"/>
                    <a:pt x="1215" y="97"/>
                  </a:cubicBezTo>
                  <a:cubicBezTo>
                    <a:pt x="1239" y="97"/>
                    <a:pt x="1264" y="73"/>
                    <a:pt x="1264" y="49"/>
                  </a:cubicBezTo>
                  <a:cubicBezTo>
                    <a:pt x="1239" y="24"/>
                    <a:pt x="1215" y="0"/>
                    <a:pt x="11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32"/>
            <p:cNvSpPr/>
            <p:nvPr/>
          </p:nvSpPr>
          <p:spPr>
            <a:xfrm>
              <a:off x="-800981" y="3409081"/>
              <a:ext cx="60784" cy="462801"/>
            </a:xfrm>
            <a:custGeom>
              <a:avLst/>
              <a:gdLst/>
              <a:ahLst/>
              <a:cxnLst/>
              <a:rect l="l" t="t" r="r" b="b"/>
              <a:pathLst>
                <a:path w="809" h="6160" extrusionOk="0">
                  <a:moveTo>
                    <a:pt x="69" y="1"/>
                  </a:moveTo>
                  <a:cubicBezTo>
                    <a:pt x="37" y="1"/>
                    <a:pt x="0" y="32"/>
                    <a:pt x="31" y="62"/>
                  </a:cubicBezTo>
                  <a:cubicBezTo>
                    <a:pt x="711" y="1860"/>
                    <a:pt x="541" y="6063"/>
                    <a:pt x="541" y="6111"/>
                  </a:cubicBezTo>
                  <a:cubicBezTo>
                    <a:pt x="541" y="6135"/>
                    <a:pt x="565" y="6135"/>
                    <a:pt x="589" y="6160"/>
                  </a:cubicBezTo>
                  <a:cubicBezTo>
                    <a:pt x="614" y="6135"/>
                    <a:pt x="638" y="6135"/>
                    <a:pt x="638" y="6111"/>
                  </a:cubicBezTo>
                  <a:cubicBezTo>
                    <a:pt x="638" y="6063"/>
                    <a:pt x="808" y="1836"/>
                    <a:pt x="104" y="38"/>
                  </a:cubicBezTo>
                  <a:cubicBezTo>
                    <a:pt x="104" y="11"/>
                    <a:pt x="87" y="1"/>
                    <a:pt x="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32"/>
            <p:cNvSpPr/>
            <p:nvPr/>
          </p:nvSpPr>
          <p:spPr>
            <a:xfrm>
              <a:off x="-905869" y="3300294"/>
              <a:ext cx="198507" cy="165361"/>
            </a:xfrm>
            <a:custGeom>
              <a:avLst/>
              <a:gdLst/>
              <a:ahLst/>
              <a:cxnLst/>
              <a:rect l="l" t="t" r="r" b="b"/>
              <a:pathLst>
                <a:path w="2642" h="2201" extrusionOk="0">
                  <a:moveTo>
                    <a:pt x="898" y="1"/>
                  </a:moveTo>
                  <a:cubicBezTo>
                    <a:pt x="722" y="1"/>
                    <a:pt x="649" y="636"/>
                    <a:pt x="649" y="636"/>
                  </a:cubicBezTo>
                  <a:cubicBezTo>
                    <a:pt x="649" y="636"/>
                    <a:pt x="381" y="252"/>
                    <a:pt x="219" y="252"/>
                  </a:cubicBezTo>
                  <a:cubicBezTo>
                    <a:pt x="198" y="252"/>
                    <a:pt x="180" y="258"/>
                    <a:pt x="164" y="271"/>
                  </a:cubicBezTo>
                  <a:cubicBezTo>
                    <a:pt x="0" y="365"/>
                    <a:pt x="217" y="2201"/>
                    <a:pt x="1307" y="2201"/>
                  </a:cubicBezTo>
                  <a:cubicBezTo>
                    <a:pt x="1353" y="2201"/>
                    <a:pt x="1401" y="2197"/>
                    <a:pt x="1451" y="2190"/>
                  </a:cubicBezTo>
                  <a:cubicBezTo>
                    <a:pt x="2641" y="2045"/>
                    <a:pt x="2569" y="1170"/>
                    <a:pt x="2569" y="1170"/>
                  </a:cubicBezTo>
                  <a:cubicBezTo>
                    <a:pt x="2569" y="1170"/>
                    <a:pt x="2544" y="369"/>
                    <a:pt x="2374" y="126"/>
                  </a:cubicBezTo>
                  <a:cubicBezTo>
                    <a:pt x="2348" y="89"/>
                    <a:pt x="2321" y="73"/>
                    <a:pt x="2293" y="73"/>
                  </a:cubicBezTo>
                  <a:cubicBezTo>
                    <a:pt x="2136" y="73"/>
                    <a:pt x="1961" y="563"/>
                    <a:pt x="1961" y="563"/>
                  </a:cubicBezTo>
                  <a:cubicBezTo>
                    <a:pt x="1888" y="369"/>
                    <a:pt x="1791" y="199"/>
                    <a:pt x="1670" y="53"/>
                  </a:cubicBezTo>
                  <a:cubicBezTo>
                    <a:pt x="1650" y="38"/>
                    <a:pt x="1631" y="32"/>
                    <a:pt x="1612" y="32"/>
                  </a:cubicBezTo>
                  <a:cubicBezTo>
                    <a:pt x="1443" y="32"/>
                    <a:pt x="1305" y="563"/>
                    <a:pt x="1305" y="563"/>
                  </a:cubicBezTo>
                  <a:cubicBezTo>
                    <a:pt x="1232" y="369"/>
                    <a:pt x="1111" y="199"/>
                    <a:pt x="990" y="53"/>
                  </a:cubicBezTo>
                  <a:cubicBezTo>
                    <a:pt x="957" y="16"/>
                    <a:pt x="926" y="1"/>
                    <a:pt x="8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32"/>
            <p:cNvSpPr/>
            <p:nvPr/>
          </p:nvSpPr>
          <p:spPr>
            <a:xfrm>
              <a:off x="-884456" y="3364454"/>
              <a:ext cx="171608" cy="62133"/>
            </a:xfrm>
            <a:custGeom>
              <a:avLst/>
              <a:gdLst/>
              <a:ahLst/>
              <a:cxnLst/>
              <a:rect l="l" t="t" r="r" b="b"/>
              <a:pathLst>
                <a:path w="2284" h="827" extrusionOk="0">
                  <a:moveTo>
                    <a:pt x="1846" y="122"/>
                  </a:moveTo>
                  <a:lnTo>
                    <a:pt x="1846" y="122"/>
                  </a:lnTo>
                  <a:cubicBezTo>
                    <a:pt x="1871" y="146"/>
                    <a:pt x="1895" y="146"/>
                    <a:pt x="1919" y="195"/>
                  </a:cubicBezTo>
                  <a:cubicBezTo>
                    <a:pt x="1919" y="219"/>
                    <a:pt x="1919" y="243"/>
                    <a:pt x="1919" y="268"/>
                  </a:cubicBezTo>
                  <a:cubicBezTo>
                    <a:pt x="1895" y="268"/>
                    <a:pt x="1895" y="243"/>
                    <a:pt x="1895" y="243"/>
                  </a:cubicBezTo>
                  <a:cubicBezTo>
                    <a:pt x="1871" y="195"/>
                    <a:pt x="1846" y="146"/>
                    <a:pt x="1846" y="122"/>
                  </a:cubicBezTo>
                  <a:close/>
                  <a:moveTo>
                    <a:pt x="923" y="170"/>
                  </a:moveTo>
                  <a:lnTo>
                    <a:pt x="923" y="170"/>
                  </a:lnTo>
                  <a:cubicBezTo>
                    <a:pt x="947" y="219"/>
                    <a:pt x="947" y="268"/>
                    <a:pt x="972" y="292"/>
                  </a:cubicBezTo>
                  <a:cubicBezTo>
                    <a:pt x="947" y="268"/>
                    <a:pt x="923" y="219"/>
                    <a:pt x="923" y="170"/>
                  </a:cubicBezTo>
                  <a:close/>
                  <a:moveTo>
                    <a:pt x="583" y="341"/>
                  </a:moveTo>
                  <a:lnTo>
                    <a:pt x="583" y="341"/>
                  </a:lnTo>
                  <a:cubicBezTo>
                    <a:pt x="607" y="365"/>
                    <a:pt x="632" y="413"/>
                    <a:pt x="632" y="486"/>
                  </a:cubicBezTo>
                  <a:cubicBezTo>
                    <a:pt x="607" y="438"/>
                    <a:pt x="583" y="389"/>
                    <a:pt x="583" y="341"/>
                  </a:cubicBezTo>
                  <a:close/>
                  <a:moveTo>
                    <a:pt x="2211" y="0"/>
                  </a:moveTo>
                  <a:cubicBezTo>
                    <a:pt x="2186" y="0"/>
                    <a:pt x="2162" y="25"/>
                    <a:pt x="2186" y="49"/>
                  </a:cubicBezTo>
                  <a:cubicBezTo>
                    <a:pt x="2186" y="122"/>
                    <a:pt x="2186" y="292"/>
                    <a:pt x="2138" y="341"/>
                  </a:cubicBezTo>
                  <a:cubicBezTo>
                    <a:pt x="2113" y="365"/>
                    <a:pt x="2089" y="365"/>
                    <a:pt x="2065" y="365"/>
                  </a:cubicBezTo>
                  <a:cubicBezTo>
                    <a:pt x="2041" y="365"/>
                    <a:pt x="2016" y="365"/>
                    <a:pt x="1992" y="341"/>
                  </a:cubicBezTo>
                  <a:cubicBezTo>
                    <a:pt x="2016" y="292"/>
                    <a:pt x="2016" y="243"/>
                    <a:pt x="1992" y="195"/>
                  </a:cubicBezTo>
                  <a:cubicBezTo>
                    <a:pt x="1992" y="122"/>
                    <a:pt x="1943" y="49"/>
                    <a:pt x="1895" y="25"/>
                  </a:cubicBezTo>
                  <a:cubicBezTo>
                    <a:pt x="1846" y="25"/>
                    <a:pt x="1822" y="25"/>
                    <a:pt x="1798" y="49"/>
                  </a:cubicBezTo>
                  <a:cubicBezTo>
                    <a:pt x="1749" y="98"/>
                    <a:pt x="1749" y="170"/>
                    <a:pt x="1798" y="219"/>
                  </a:cubicBezTo>
                  <a:cubicBezTo>
                    <a:pt x="1822" y="292"/>
                    <a:pt x="1846" y="341"/>
                    <a:pt x="1895" y="365"/>
                  </a:cubicBezTo>
                  <a:lnTo>
                    <a:pt x="1871" y="389"/>
                  </a:lnTo>
                  <a:cubicBezTo>
                    <a:pt x="1858" y="401"/>
                    <a:pt x="1834" y="407"/>
                    <a:pt x="1810" y="407"/>
                  </a:cubicBezTo>
                  <a:cubicBezTo>
                    <a:pt x="1786" y="407"/>
                    <a:pt x="1761" y="401"/>
                    <a:pt x="1749" y="389"/>
                  </a:cubicBezTo>
                  <a:cubicBezTo>
                    <a:pt x="1676" y="365"/>
                    <a:pt x="1603" y="316"/>
                    <a:pt x="1555" y="268"/>
                  </a:cubicBezTo>
                  <a:cubicBezTo>
                    <a:pt x="1555" y="195"/>
                    <a:pt x="1530" y="146"/>
                    <a:pt x="1482" y="98"/>
                  </a:cubicBezTo>
                  <a:cubicBezTo>
                    <a:pt x="1458" y="49"/>
                    <a:pt x="1409" y="49"/>
                    <a:pt x="1385" y="49"/>
                  </a:cubicBezTo>
                  <a:cubicBezTo>
                    <a:pt x="1360" y="73"/>
                    <a:pt x="1336" y="98"/>
                    <a:pt x="1336" y="122"/>
                  </a:cubicBezTo>
                  <a:cubicBezTo>
                    <a:pt x="1360" y="195"/>
                    <a:pt x="1409" y="268"/>
                    <a:pt x="1458" y="316"/>
                  </a:cubicBezTo>
                  <a:cubicBezTo>
                    <a:pt x="1458" y="413"/>
                    <a:pt x="1433" y="511"/>
                    <a:pt x="1385" y="583"/>
                  </a:cubicBezTo>
                  <a:cubicBezTo>
                    <a:pt x="1360" y="608"/>
                    <a:pt x="1336" y="620"/>
                    <a:pt x="1309" y="620"/>
                  </a:cubicBezTo>
                  <a:cubicBezTo>
                    <a:pt x="1281" y="620"/>
                    <a:pt x="1251" y="608"/>
                    <a:pt x="1215" y="583"/>
                  </a:cubicBezTo>
                  <a:cubicBezTo>
                    <a:pt x="1142" y="559"/>
                    <a:pt x="1093" y="511"/>
                    <a:pt x="1069" y="462"/>
                  </a:cubicBezTo>
                  <a:cubicBezTo>
                    <a:pt x="1093" y="341"/>
                    <a:pt x="1069" y="195"/>
                    <a:pt x="996" y="98"/>
                  </a:cubicBezTo>
                  <a:cubicBezTo>
                    <a:pt x="979" y="80"/>
                    <a:pt x="950" y="63"/>
                    <a:pt x="925" y="63"/>
                  </a:cubicBezTo>
                  <a:cubicBezTo>
                    <a:pt x="915" y="63"/>
                    <a:pt x="906" y="66"/>
                    <a:pt x="899" y="73"/>
                  </a:cubicBezTo>
                  <a:cubicBezTo>
                    <a:pt x="850" y="73"/>
                    <a:pt x="850" y="98"/>
                    <a:pt x="850" y="146"/>
                  </a:cubicBezTo>
                  <a:cubicBezTo>
                    <a:pt x="850" y="243"/>
                    <a:pt x="875" y="365"/>
                    <a:pt x="947" y="462"/>
                  </a:cubicBezTo>
                  <a:cubicBezTo>
                    <a:pt x="947" y="535"/>
                    <a:pt x="923" y="583"/>
                    <a:pt x="899" y="632"/>
                  </a:cubicBezTo>
                  <a:cubicBezTo>
                    <a:pt x="885" y="660"/>
                    <a:pt x="862" y="672"/>
                    <a:pt x="836" y="672"/>
                  </a:cubicBezTo>
                  <a:cubicBezTo>
                    <a:pt x="818" y="672"/>
                    <a:pt x="798" y="666"/>
                    <a:pt x="777" y="656"/>
                  </a:cubicBezTo>
                  <a:cubicBezTo>
                    <a:pt x="753" y="632"/>
                    <a:pt x="729" y="608"/>
                    <a:pt x="705" y="559"/>
                  </a:cubicBezTo>
                  <a:cubicBezTo>
                    <a:pt x="729" y="462"/>
                    <a:pt x="729" y="341"/>
                    <a:pt x="632" y="243"/>
                  </a:cubicBezTo>
                  <a:cubicBezTo>
                    <a:pt x="607" y="219"/>
                    <a:pt x="559" y="219"/>
                    <a:pt x="534" y="219"/>
                  </a:cubicBezTo>
                  <a:cubicBezTo>
                    <a:pt x="510" y="219"/>
                    <a:pt x="486" y="243"/>
                    <a:pt x="486" y="292"/>
                  </a:cubicBezTo>
                  <a:cubicBezTo>
                    <a:pt x="486" y="389"/>
                    <a:pt x="510" y="486"/>
                    <a:pt x="583" y="583"/>
                  </a:cubicBezTo>
                  <a:cubicBezTo>
                    <a:pt x="534" y="656"/>
                    <a:pt x="462" y="705"/>
                    <a:pt x="389" y="705"/>
                  </a:cubicBezTo>
                  <a:cubicBezTo>
                    <a:pt x="374" y="708"/>
                    <a:pt x="360" y="710"/>
                    <a:pt x="347" y="710"/>
                  </a:cubicBezTo>
                  <a:cubicBezTo>
                    <a:pt x="161" y="710"/>
                    <a:pt x="97" y="413"/>
                    <a:pt x="97" y="413"/>
                  </a:cubicBezTo>
                  <a:cubicBezTo>
                    <a:pt x="97" y="389"/>
                    <a:pt x="73" y="365"/>
                    <a:pt x="49" y="365"/>
                  </a:cubicBezTo>
                  <a:cubicBezTo>
                    <a:pt x="24" y="389"/>
                    <a:pt x="0" y="413"/>
                    <a:pt x="0" y="438"/>
                  </a:cubicBezTo>
                  <a:cubicBezTo>
                    <a:pt x="0" y="438"/>
                    <a:pt x="97" y="826"/>
                    <a:pt x="364" y="826"/>
                  </a:cubicBezTo>
                  <a:lnTo>
                    <a:pt x="413" y="802"/>
                  </a:lnTo>
                  <a:cubicBezTo>
                    <a:pt x="510" y="802"/>
                    <a:pt x="583" y="753"/>
                    <a:pt x="656" y="656"/>
                  </a:cubicBezTo>
                  <a:cubicBezTo>
                    <a:pt x="680" y="681"/>
                    <a:pt x="705" y="729"/>
                    <a:pt x="753" y="729"/>
                  </a:cubicBezTo>
                  <a:cubicBezTo>
                    <a:pt x="784" y="760"/>
                    <a:pt x="818" y="773"/>
                    <a:pt x="852" y="773"/>
                  </a:cubicBezTo>
                  <a:cubicBezTo>
                    <a:pt x="899" y="773"/>
                    <a:pt x="943" y="747"/>
                    <a:pt x="972" y="705"/>
                  </a:cubicBezTo>
                  <a:cubicBezTo>
                    <a:pt x="996" y="656"/>
                    <a:pt x="1020" y="608"/>
                    <a:pt x="1045" y="559"/>
                  </a:cubicBezTo>
                  <a:cubicBezTo>
                    <a:pt x="1069" y="608"/>
                    <a:pt x="1117" y="632"/>
                    <a:pt x="1166" y="656"/>
                  </a:cubicBezTo>
                  <a:cubicBezTo>
                    <a:pt x="1198" y="699"/>
                    <a:pt x="1244" y="718"/>
                    <a:pt x="1292" y="718"/>
                  </a:cubicBezTo>
                  <a:cubicBezTo>
                    <a:pt x="1353" y="718"/>
                    <a:pt x="1417" y="687"/>
                    <a:pt x="1458" y="632"/>
                  </a:cubicBezTo>
                  <a:cubicBezTo>
                    <a:pt x="1506" y="559"/>
                    <a:pt x="1530" y="462"/>
                    <a:pt x="1555" y="389"/>
                  </a:cubicBezTo>
                  <a:cubicBezTo>
                    <a:pt x="1603" y="413"/>
                    <a:pt x="1652" y="438"/>
                    <a:pt x="1700" y="462"/>
                  </a:cubicBezTo>
                  <a:cubicBezTo>
                    <a:pt x="1737" y="486"/>
                    <a:pt x="1779" y="498"/>
                    <a:pt x="1822" y="498"/>
                  </a:cubicBezTo>
                  <a:cubicBezTo>
                    <a:pt x="1864" y="498"/>
                    <a:pt x="1907" y="486"/>
                    <a:pt x="1943" y="462"/>
                  </a:cubicBezTo>
                  <a:lnTo>
                    <a:pt x="1968" y="413"/>
                  </a:lnTo>
                  <a:cubicBezTo>
                    <a:pt x="1992" y="438"/>
                    <a:pt x="2016" y="438"/>
                    <a:pt x="2065" y="462"/>
                  </a:cubicBezTo>
                  <a:cubicBezTo>
                    <a:pt x="2113" y="462"/>
                    <a:pt x="2162" y="438"/>
                    <a:pt x="2211" y="413"/>
                  </a:cubicBezTo>
                  <a:cubicBezTo>
                    <a:pt x="2259" y="292"/>
                    <a:pt x="2284" y="170"/>
                    <a:pt x="2284" y="25"/>
                  </a:cubicBezTo>
                  <a:cubicBezTo>
                    <a:pt x="2259" y="0"/>
                    <a:pt x="2235" y="0"/>
                    <a:pt x="22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32"/>
            <p:cNvSpPr/>
            <p:nvPr/>
          </p:nvSpPr>
          <p:spPr>
            <a:xfrm>
              <a:off x="-945691" y="3813429"/>
              <a:ext cx="336905" cy="128472"/>
            </a:xfrm>
            <a:custGeom>
              <a:avLst/>
              <a:gdLst/>
              <a:ahLst/>
              <a:cxnLst/>
              <a:rect l="l" t="t" r="r" b="b"/>
              <a:pathLst>
                <a:path w="4484" h="1710" extrusionOk="0">
                  <a:moveTo>
                    <a:pt x="3927" y="0"/>
                  </a:moveTo>
                  <a:cubicBezTo>
                    <a:pt x="3752" y="0"/>
                    <a:pt x="3511" y="705"/>
                    <a:pt x="3511" y="705"/>
                  </a:cubicBezTo>
                  <a:cubicBezTo>
                    <a:pt x="3341" y="510"/>
                    <a:pt x="3147" y="316"/>
                    <a:pt x="2928" y="146"/>
                  </a:cubicBezTo>
                  <a:cubicBezTo>
                    <a:pt x="2885" y="106"/>
                    <a:pt x="2847" y="89"/>
                    <a:pt x="2812" y="89"/>
                  </a:cubicBezTo>
                  <a:cubicBezTo>
                    <a:pt x="2594" y="89"/>
                    <a:pt x="2540" y="778"/>
                    <a:pt x="2540" y="778"/>
                  </a:cubicBezTo>
                  <a:cubicBezTo>
                    <a:pt x="2540" y="778"/>
                    <a:pt x="2103" y="268"/>
                    <a:pt x="1957" y="49"/>
                  </a:cubicBezTo>
                  <a:cubicBezTo>
                    <a:pt x="1944" y="34"/>
                    <a:pt x="1928" y="27"/>
                    <a:pt x="1910" y="27"/>
                  </a:cubicBezTo>
                  <a:cubicBezTo>
                    <a:pt x="1697" y="27"/>
                    <a:pt x="1179" y="1021"/>
                    <a:pt x="1179" y="1021"/>
                  </a:cubicBezTo>
                  <a:cubicBezTo>
                    <a:pt x="1082" y="729"/>
                    <a:pt x="912" y="438"/>
                    <a:pt x="669" y="219"/>
                  </a:cubicBezTo>
                  <a:cubicBezTo>
                    <a:pt x="649" y="206"/>
                    <a:pt x="628" y="200"/>
                    <a:pt x="607" y="200"/>
                  </a:cubicBezTo>
                  <a:cubicBezTo>
                    <a:pt x="308" y="200"/>
                    <a:pt x="0" y="1424"/>
                    <a:pt x="159" y="1628"/>
                  </a:cubicBezTo>
                  <a:cubicBezTo>
                    <a:pt x="206" y="1688"/>
                    <a:pt x="548" y="1709"/>
                    <a:pt x="1022" y="1709"/>
                  </a:cubicBezTo>
                  <a:cubicBezTo>
                    <a:pt x="2286" y="1709"/>
                    <a:pt x="4483" y="1555"/>
                    <a:pt x="4483" y="1555"/>
                  </a:cubicBezTo>
                  <a:cubicBezTo>
                    <a:pt x="4362" y="1045"/>
                    <a:pt x="4192" y="535"/>
                    <a:pt x="3997" y="49"/>
                  </a:cubicBezTo>
                  <a:cubicBezTo>
                    <a:pt x="3976" y="15"/>
                    <a:pt x="3952" y="0"/>
                    <a:pt x="39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4" name="Google Shape;1484;p32"/>
          <p:cNvGrpSpPr/>
          <p:nvPr/>
        </p:nvGrpSpPr>
        <p:grpSpPr>
          <a:xfrm rot="10800000" flipH="1">
            <a:off x="7820175" y="-221970"/>
            <a:ext cx="1590405" cy="693261"/>
            <a:chOff x="3965010" y="571479"/>
            <a:chExt cx="1651683" cy="719972"/>
          </a:xfrm>
        </p:grpSpPr>
        <p:grpSp>
          <p:nvGrpSpPr>
            <p:cNvPr id="1485" name="Google Shape;1485;p32"/>
            <p:cNvGrpSpPr/>
            <p:nvPr/>
          </p:nvGrpSpPr>
          <p:grpSpPr>
            <a:xfrm>
              <a:off x="3965010" y="571479"/>
              <a:ext cx="1446820" cy="719972"/>
              <a:chOff x="3953250" y="571500"/>
              <a:chExt cx="1383325" cy="766825"/>
            </a:xfrm>
          </p:grpSpPr>
          <p:grpSp>
            <p:nvGrpSpPr>
              <p:cNvPr id="1486" name="Google Shape;1486;p32"/>
              <p:cNvGrpSpPr/>
              <p:nvPr/>
            </p:nvGrpSpPr>
            <p:grpSpPr>
              <a:xfrm>
                <a:off x="3953250" y="571500"/>
                <a:ext cx="1383166" cy="669650"/>
                <a:chOff x="897088" y="2374675"/>
                <a:chExt cx="1383166" cy="669650"/>
              </a:xfrm>
            </p:grpSpPr>
            <p:sp>
              <p:nvSpPr>
                <p:cNvPr id="1487" name="Google Shape;1487;p32"/>
                <p:cNvSpPr/>
                <p:nvPr/>
              </p:nvSpPr>
              <p:spPr>
                <a:xfrm>
                  <a:off x="1135613" y="2416700"/>
                  <a:ext cx="622500" cy="6225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8" name="Google Shape;1488;p32"/>
                <p:cNvSpPr/>
                <p:nvPr/>
              </p:nvSpPr>
              <p:spPr>
                <a:xfrm>
                  <a:off x="1479050" y="2374675"/>
                  <a:ext cx="492600" cy="4926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9" name="Google Shape;1489;p32"/>
                <p:cNvSpPr/>
                <p:nvPr/>
              </p:nvSpPr>
              <p:spPr>
                <a:xfrm>
                  <a:off x="897088" y="2689700"/>
                  <a:ext cx="492600" cy="3546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0" name="Google Shape;1490;p32"/>
                <p:cNvSpPr/>
                <p:nvPr/>
              </p:nvSpPr>
              <p:spPr>
                <a:xfrm>
                  <a:off x="1657753" y="2551725"/>
                  <a:ext cx="622500" cy="4926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491" name="Google Shape;1491;p32"/>
              <p:cNvSpPr/>
              <p:nvPr/>
            </p:nvSpPr>
            <p:spPr>
              <a:xfrm>
                <a:off x="3972775" y="907225"/>
                <a:ext cx="1363800" cy="431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92" name="Google Shape;1492;p32"/>
            <p:cNvSpPr/>
            <p:nvPr/>
          </p:nvSpPr>
          <p:spPr>
            <a:xfrm>
              <a:off x="4006544" y="571481"/>
              <a:ext cx="1610148" cy="660750"/>
            </a:xfrm>
            <a:custGeom>
              <a:avLst/>
              <a:gdLst/>
              <a:ahLst/>
              <a:cxnLst/>
              <a:rect l="l" t="t" r="r" b="b"/>
              <a:pathLst>
                <a:path w="3864" h="1872" extrusionOk="0">
                  <a:moveTo>
                    <a:pt x="1847" y="365"/>
                  </a:moveTo>
                  <a:cubicBezTo>
                    <a:pt x="1920" y="487"/>
                    <a:pt x="1920" y="633"/>
                    <a:pt x="1871" y="754"/>
                  </a:cubicBezTo>
                  <a:lnTo>
                    <a:pt x="1847" y="754"/>
                  </a:lnTo>
                  <a:cubicBezTo>
                    <a:pt x="1847" y="754"/>
                    <a:pt x="1823" y="754"/>
                    <a:pt x="1798" y="705"/>
                  </a:cubicBezTo>
                  <a:cubicBezTo>
                    <a:pt x="1774" y="608"/>
                    <a:pt x="1774" y="487"/>
                    <a:pt x="1847" y="390"/>
                  </a:cubicBezTo>
                  <a:lnTo>
                    <a:pt x="1847" y="365"/>
                  </a:lnTo>
                  <a:close/>
                  <a:moveTo>
                    <a:pt x="2891" y="584"/>
                  </a:moveTo>
                  <a:lnTo>
                    <a:pt x="2891" y="608"/>
                  </a:lnTo>
                  <a:cubicBezTo>
                    <a:pt x="2940" y="754"/>
                    <a:pt x="2940" y="900"/>
                    <a:pt x="2867" y="948"/>
                  </a:cubicBezTo>
                  <a:cubicBezTo>
                    <a:pt x="2831" y="960"/>
                    <a:pt x="2806" y="967"/>
                    <a:pt x="2791" y="967"/>
                  </a:cubicBezTo>
                  <a:cubicBezTo>
                    <a:pt x="2776" y="967"/>
                    <a:pt x="2770" y="960"/>
                    <a:pt x="2770" y="948"/>
                  </a:cubicBezTo>
                  <a:cubicBezTo>
                    <a:pt x="2770" y="803"/>
                    <a:pt x="2794" y="681"/>
                    <a:pt x="2891" y="584"/>
                  </a:cubicBezTo>
                  <a:close/>
                  <a:moveTo>
                    <a:pt x="754" y="1021"/>
                  </a:moveTo>
                  <a:cubicBezTo>
                    <a:pt x="851" y="1021"/>
                    <a:pt x="924" y="1070"/>
                    <a:pt x="972" y="1143"/>
                  </a:cubicBezTo>
                  <a:cubicBezTo>
                    <a:pt x="997" y="1216"/>
                    <a:pt x="972" y="1288"/>
                    <a:pt x="899" y="1337"/>
                  </a:cubicBezTo>
                  <a:cubicBezTo>
                    <a:pt x="887" y="1349"/>
                    <a:pt x="875" y="1355"/>
                    <a:pt x="863" y="1355"/>
                  </a:cubicBezTo>
                  <a:cubicBezTo>
                    <a:pt x="851" y="1355"/>
                    <a:pt x="839" y="1349"/>
                    <a:pt x="827" y="1337"/>
                  </a:cubicBezTo>
                  <a:cubicBezTo>
                    <a:pt x="754" y="1240"/>
                    <a:pt x="754" y="1143"/>
                    <a:pt x="754" y="1045"/>
                  </a:cubicBezTo>
                  <a:lnTo>
                    <a:pt x="754" y="1021"/>
                  </a:lnTo>
                  <a:close/>
                  <a:moveTo>
                    <a:pt x="2357" y="74"/>
                  </a:moveTo>
                  <a:cubicBezTo>
                    <a:pt x="2600" y="122"/>
                    <a:pt x="2794" y="268"/>
                    <a:pt x="2867" y="487"/>
                  </a:cubicBezTo>
                  <a:cubicBezTo>
                    <a:pt x="2746" y="608"/>
                    <a:pt x="2673" y="778"/>
                    <a:pt x="2697" y="973"/>
                  </a:cubicBezTo>
                  <a:cubicBezTo>
                    <a:pt x="2725" y="1015"/>
                    <a:pt x="2745" y="1041"/>
                    <a:pt x="2786" y="1041"/>
                  </a:cubicBezTo>
                  <a:cubicBezTo>
                    <a:pt x="2815" y="1041"/>
                    <a:pt x="2855" y="1027"/>
                    <a:pt x="2916" y="997"/>
                  </a:cubicBezTo>
                  <a:cubicBezTo>
                    <a:pt x="3061" y="924"/>
                    <a:pt x="3037" y="681"/>
                    <a:pt x="2964" y="487"/>
                  </a:cubicBezTo>
                  <a:cubicBezTo>
                    <a:pt x="2989" y="462"/>
                    <a:pt x="3013" y="462"/>
                    <a:pt x="3061" y="462"/>
                  </a:cubicBezTo>
                  <a:cubicBezTo>
                    <a:pt x="3329" y="535"/>
                    <a:pt x="3572" y="730"/>
                    <a:pt x="3693" y="997"/>
                  </a:cubicBezTo>
                  <a:cubicBezTo>
                    <a:pt x="3766" y="1143"/>
                    <a:pt x="3766" y="1337"/>
                    <a:pt x="3644" y="1483"/>
                  </a:cubicBezTo>
                  <a:cubicBezTo>
                    <a:pt x="3474" y="1677"/>
                    <a:pt x="2819" y="1799"/>
                    <a:pt x="1774" y="1799"/>
                  </a:cubicBezTo>
                  <a:cubicBezTo>
                    <a:pt x="1118" y="1799"/>
                    <a:pt x="535" y="1750"/>
                    <a:pt x="535" y="1750"/>
                  </a:cubicBezTo>
                  <a:cubicBezTo>
                    <a:pt x="316" y="1726"/>
                    <a:pt x="195" y="1653"/>
                    <a:pt x="146" y="1507"/>
                  </a:cubicBezTo>
                  <a:cubicBezTo>
                    <a:pt x="98" y="1386"/>
                    <a:pt x="219" y="1216"/>
                    <a:pt x="438" y="1118"/>
                  </a:cubicBezTo>
                  <a:cubicBezTo>
                    <a:pt x="511" y="1070"/>
                    <a:pt x="584" y="1045"/>
                    <a:pt x="681" y="1045"/>
                  </a:cubicBezTo>
                  <a:cubicBezTo>
                    <a:pt x="657" y="1167"/>
                    <a:pt x="705" y="1288"/>
                    <a:pt x="778" y="1410"/>
                  </a:cubicBezTo>
                  <a:cubicBezTo>
                    <a:pt x="808" y="1440"/>
                    <a:pt x="857" y="1461"/>
                    <a:pt x="901" y="1461"/>
                  </a:cubicBezTo>
                  <a:cubicBezTo>
                    <a:pt x="928" y="1461"/>
                    <a:pt x="954" y="1453"/>
                    <a:pt x="972" y="1434"/>
                  </a:cubicBezTo>
                  <a:cubicBezTo>
                    <a:pt x="1070" y="1361"/>
                    <a:pt x="1118" y="1240"/>
                    <a:pt x="1094" y="1118"/>
                  </a:cubicBezTo>
                  <a:cubicBezTo>
                    <a:pt x="1045" y="1021"/>
                    <a:pt x="924" y="924"/>
                    <a:pt x="802" y="924"/>
                  </a:cubicBezTo>
                  <a:cubicBezTo>
                    <a:pt x="851" y="681"/>
                    <a:pt x="1021" y="462"/>
                    <a:pt x="1264" y="365"/>
                  </a:cubicBezTo>
                  <a:cubicBezTo>
                    <a:pt x="1395" y="278"/>
                    <a:pt x="1517" y="234"/>
                    <a:pt x="1621" y="234"/>
                  </a:cubicBezTo>
                  <a:cubicBezTo>
                    <a:pt x="1689" y="234"/>
                    <a:pt x="1750" y="254"/>
                    <a:pt x="1798" y="292"/>
                  </a:cubicBezTo>
                  <a:cubicBezTo>
                    <a:pt x="1701" y="414"/>
                    <a:pt x="1677" y="584"/>
                    <a:pt x="1750" y="730"/>
                  </a:cubicBezTo>
                  <a:cubicBezTo>
                    <a:pt x="1750" y="778"/>
                    <a:pt x="1798" y="827"/>
                    <a:pt x="1871" y="827"/>
                  </a:cubicBezTo>
                  <a:cubicBezTo>
                    <a:pt x="1895" y="827"/>
                    <a:pt x="1920" y="803"/>
                    <a:pt x="1944" y="778"/>
                  </a:cubicBezTo>
                  <a:cubicBezTo>
                    <a:pt x="2041" y="633"/>
                    <a:pt x="2017" y="438"/>
                    <a:pt x="1920" y="292"/>
                  </a:cubicBezTo>
                  <a:cubicBezTo>
                    <a:pt x="1993" y="220"/>
                    <a:pt x="2090" y="147"/>
                    <a:pt x="2187" y="122"/>
                  </a:cubicBezTo>
                  <a:cubicBezTo>
                    <a:pt x="2236" y="98"/>
                    <a:pt x="2308" y="98"/>
                    <a:pt x="2357" y="74"/>
                  </a:cubicBezTo>
                  <a:close/>
                  <a:moveTo>
                    <a:pt x="2333" y="1"/>
                  </a:moveTo>
                  <a:cubicBezTo>
                    <a:pt x="2260" y="1"/>
                    <a:pt x="2211" y="25"/>
                    <a:pt x="2138" y="50"/>
                  </a:cubicBezTo>
                  <a:cubicBezTo>
                    <a:pt x="2017" y="74"/>
                    <a:pt x="1920" y="147"/>
                    <a:pt x="1823" y="244"/>
                  </a:cubicBezTo>
                  <a:cubicBezTo>
                    <a:pt x="1756" y="188"/>
                    <a:pt x="1674" y="158"/>
                    <a:pt x="1579" y="158"/>
                  </a:cubicBezTo>
                  <a:cubicBezTo>
                    <a:pt x="1466" y="158"/>
                    <a:pt x="1336" y="200"/>
                    <a:pt x="1191" y="292"/>
                  </a:cubicBezTo>
                  <a:cubicBezTo>
                    <a:pt x="924" y="414"/>
                    <a:pt x="754" y="657"/>
                    <a:pt x="681" y="948"/>
                  </a:cubicBezTo>
                  <a:cubicBezTo>
                    <a:pt x="584" y="948"/>
                    <a:pt x="487" y="973"/>
                    <a:pt x="414" y="1021"/>
                  </a:cubicBezTo>
                  <a:cubicBezTo>
                    <a:pt x="146" y="1167"/>
                    <a:pt x="1" y="1361"/>
                    <a:pt x="49" y="1531"/>
                  </a:cubicBezTo>
                  <a:cubicBezTo>
                    <a:pt x="74" y="1701"/>
                    <a:pt x="268" y="1823"/>
                    <a:pt x="511" y="1847"/>
                  </a:cubicBezTo>
                  <a:cubicBezTo>
                    <a:pt x="511" y="1847"/>
                    <a:pt x="1118" y="1871"/>
                    <a:pt x="1774" y="1871"/>
                  </a:cubicBezTo>
                  <a:cubicBezTo>
                    <a:pt x="2867" y="1871"/>
                    <a:pt x="3523" y="1774"/>
                    <a:pt x="3717" y="1556"/>
                  </a:cubicBezTo>
                  <a:cubicBezTo>
                    <a:pt x="3839" y="1386"/>
                    <a:pt x="3863" y="1167"/>
                    <a:pt x="3766" y="973"/>
                  </a:cubicBezTo>
                  <a:cubicBezTo>
                    <a:pt x="3620" y="681"/>
                    <a:pt x="3353" y="438"/>
                    <a:pt x="3037" y="365"/>
                  </a:cubicBezTo>
                  <a:cubicBezTo>
                    <a:pt x="2989" y="365"/>
                    <a:pt x="2940" y="390"/>
                    <a:pt x="2916" y="414"/>
                  </a:cubicBezTo>
                  <a:cubicBezTo>
                    <a:pt x="2819" y="171"/>
                    <a:pt x="2600" y="25"/>
                    <a:pt x="23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93" name="Google Shape;1493;p32"/>
          <p:cNvGrpSpPr/>
          <p:nvPr/>
        </p:nvGrpSpPr>
        <p:grpSpPr>
          <a:xfrm rot="2839265">
            <a:off x="571315" y="-170365"/>
            <a:ext cx="799290" cy="1039885"/>
            <a:chOff x="4318023" y="4113296"/>
            <a:chExt cx="716422" cy="932073"/>
          </a:xfrm>
        </p:grpSpPr>
        <p:sp>
          <p:nvSpPr>
            <p:cNvPr id="1494" name="Google Shape;1494;p32"/>
            <p:cNvSpPr/>
            <p:nvPr/>
          </p:nvSpPr>
          <p:spPr>
            <a:xfrm>
              <a:off x="4842115" y="4245779"/>
              <a:ext cx="192329" cy="205812"/>
            </a:xfrm>
            <a:custGeom>
              <a:avLst/>
              <a:gdLst/>
              <a:ahLst/>
              <a:cxnLst/>
              <a:rect l="l" t="t" r="r" b="b"/>
              <a:pathLst>
                <a:path w="2211" h="2366" extrusionOk="0">
                  <a:moveTo>
                    <a:pt x="1579" y="179"/>
                  </a:moveTo>
                  <a:cubicBezTo>
                    <a:pt x="1798" y="179"/>
                    <a:pt x="1943" y="252"/>
                    <a:pt x="1992" y="422"/>
                  </a:cubicBezTo>
                  <a:cubicBezTo>
                    <a:pt x="2041" y="519"/>
                    <a:pt x="2016" y="616"/>
                    <a:pt x="1968" y="689"/>
                  </a:cubicBezTo>
                  <a:cubicBezTo>
                    <a:pt x="1798" y="908"/>
                    <a:pt x="1239" y="1005"/>
                    <a:pt x="802" y="1005"/>
                  </a:cubicBezTo>
                  <a:lnTo>
                    <a:pt x="777" y="1005"/>
                  </a:lnTo>
                  <a:cubicBezTo>
                    <a:pt x="705" y="1005"/>
                    <a:pt x="680" y="1054"/>
                    <a:pt x="705" y="1127"/>
                  </a:cubicBezTo>
                  <a:cubicBezTo>
                    <a:pt x="802" y="1321"/>
                    <a:pt x="1045" y="1904"/>
                    <a:pt x="826" y="2171"/>
                  </a:cubicBezTo>
                  <a:cubicBezTo>
                    <a:pt x="802" y="2195"/>
                    <a:pt x="777" y="2195"/>
                    <a:pt x="777" y="2195"/>
                  </a:cubicBezTo>
                  <a:cubicBezTo>
                    <a:pt x="632" y="2195"/>
                    <a:pt x="364" y="1782"/>
                    <a:pt x="170" y="1369"/>
                  </a:cubicBezTo>
                  <a:lnTo>
                    <a:pt x="486" y="495"/>
                  </a:lnTo>
                  <a:cubicBezTo>
                    <a:pt x="826" y="325"/>
                    <a:pt x="1190" y="203"/>
                    <a:pt x="1579" y="179"/>
                  </a:cubicBezTo>
                  <a:close/>
                  <a:moveTo>
                    <a:pt x="1663" y="1"/>
                  </a:moveTo>
                  <a:cubicBezTo>
                    <a:pt x="1635" y="1"/>
                    <a:pt x="1607" y="4"/>
                    <a:pt x="1579" y="9"/>
                  </a:cubicBezTo>
                  <a:cubicBezTo>
                    <a:pt x="1142" y="33"/>
                    <a:pt x="753" y="155"/>
                    <a:pt x="389" y="349"/>
                  </a:cubicBezTo>
                  <a:cubicBezTo>
                    <a:pt x="364" y="374"/>
                    <a:pt x="340" y="374"/>
                    <a:pt x="340" y="398"/>
                  </a:cubicBezTo>
                  <a:lnTo>
                    <a:pt x="0" y="1345"/>
                  </a:lnTo>
                  <a:cubicBezTo>
                    <a:pt x="0" y="1345"/>
                    <a:pt x="0" y="1369"/>
                    <a:pt x="0" y="1394"/>
                  </a:cubicBezTo>
                  <a:cubicBezTo>
                    <a:pt x="73" y="1564"/>
                    <a:pt x="437" y="2365"/>
                    <a:pt x="777" y="2365"/>
                  </a:cubicBezTo>
                  <a:cubicBezTo>
                    <a:pt x="850" y="2365"/>
                    <a:pt x="923" y="2341"/>
                    <a:pt x="972" y="2268"/>
                  </a:cubicBezTo>
                  <a:cubicBezTo>
                    <a:pt x="1215" y="1953"/>
                    <a:pt x="1020" y="1394"/>
                    <a:pt x="899" y="1151"/>
                  </a:cubicBezTo>
                  <a:cubicBezTo>
                    <a:pt x="1215" y="1151"/>
                    <a:pt x="1871" y="1102"/>
                    <a:pt x="2089" y="786"/>
                  </a:cubicBezTo>
                  <a:cubicBezTo>
                    <a:pt x="2186" y="665"/>
                    <a:pt x="2211" y="519"/>
                    <a:pt x="2162" y="374"/>
                  </a:cubicBezTo>
                  <a:cubicBezTo>
                    <a:pt x="2076" y="159"/>
                    <a:pt x="187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2"/>
            <p:cNvSpPr/>
            <p:nvPr/>
          </p:nvSpPr>
          <p:spPr>
            <a:xfrm>
              <a:off x="4730077" y="4175144"/>
              <a:ext cx="156491" cy="223645"/>
            </a:xfrm>
            <a:custGeom>
              <a:avLst/>
              <a:gdLst/>
              <a:ahLst/>
              <a:cxnLst/>
              <a:rect l="l" t="t" r="r" b="b"/>
              <a:pathLst>
                <a:path w="1799" h="2571" extrusionOk="0">
                  <a:moveTo>
                    <a:pt x="649" y="0"/>
                  </a:moveTo>
                  <a:cubicBezTo>
                    <a:pt x="597" y="0"/>
                    <a:pt x="542" y="6"/>
                    <a:pt x="486" y="19"/>
                  </a:cubicBezTo>
                  <a:cubicBezTo>
                    <a:pt x="365" y="44"/>
                    <a:pt x="244" y="141"/>
                    <a:pt x="195" y="262"/>
                  </a:cubicBezTo>
                  <a:cubicBezTo>
                    <a:pt x="98" y="602"/>
                    <a:pt x="511" y="1113"/>
                    <a:pt x="827" y="1501"/>
                  </a:cubicBezTo>
                  <a:cubicBezTo>
                    <a:pt x="632" y="1574"/>
                    <a:pt x="462" y="1671"/>
                    <a:pt x="292" y="1793"/>
                  </a:cubicBezTo>
                  <a:cubicBezTo>
                    <a:pt x="122" y="1890"/>
                    <a:pt x="1" y="2109"/>
                    <a:pt x="49" y="2327"/>
                  </a:cubicBezTo>
                  <a:cubicBezTo>
                    <a:pt x="49" y="2400"/>
                    <a:pt x="122" y="2497"/>
                    <a:pt x="195" y="2522"/>
                  </a:cubicBezTo>
                  <a:cubicBezTo>
                    <a:pt x="268" y="2546"/>
                    <a:pt x="341" y="2570"/>
                    <a:pt x="414" y="2570"/>
                  </a:cubicBezTo>
                  <a:cubicBezTo>
                    <a:pt x="754" y="2522"/>
                    <a:pt x="1094" y="2424"/>
                    <a:pt x="1410" y="2254"/>
                  </a:cubicBezTo>
                  <a:cubicBezTo>
                    <a:pt x="1458" y="2230"/>
                    <a:pt x="1458" y="2181"/>
                    <a:pt x="1434" y="2133"/>
                  </a:cubicBezTo>
                  <a:cubicBezTo>
                    <a:pt x="1434" y="2116"/>
                    <a:pt x="1397" y="2099"/>
                    <a:pt x="1367" y="2099"/>
                  </a:cubicBezTo>
                  <a:cubicBezTo>
                    <a:pt x="1355" y="2099"/>
                    <a:pt x="1344" y="2101"/>
                    <a:pt x="1337" y="2109"/>
                  </a:cubicBezTo>
                  <a:cubicBezTo>
                    <a:pt x="1075" y="2229"/>
                    <a:pt x="664" y="2400"/>
                    <a:pt x="406" y="2400"/>
                  </a:cubicBezTo>
                  <a:cubicBezTo>
                    <a:pt x="352" y="2400"/>
                    <a:pt x="305" y="2393"/>
                    <a:pt x="268" y="2376"/>
                  </a:cubicBezTo>
                  <a:cubicBezTo>
                    <a:pt x="244" y="2352"/>
                    <a:pt x="219" y="2327"/>
                    <a:pt x="195" y="2279"/>
                  </a:cubicBezTo>
                  <a:cubicBezTo>
                    <a:pt x="195" y="2206"/>
                    <a:pt x="219" y="2109"/>
                    <a:pt x="268" y="2036"/>
                  </a:cubicBezTo>
                  <a:cubicBezTo>
                    <a:pt x="462" y="1841"/>
                    <a:pt x="705" y="1696"/>
                    <a:pt x="972" y="1647"/>
                  </a:cubicBezTo>
                  <a:cubicBezTo>
                    <a:pt x="997" y="1647"/>
                    <a:pt x="1021" y="1623"/>
                    <a:pt x="1045" y="1598"/>
                  </a:cubicBezTo>
                  <a:cubicBezTo>
                    <a:pt x="1094" y="1550"/>
                    <a:pt x="1069" y="1526"/>
                    <a:pt x="997" y="1428"/>
                  </a:cubicBezTo>
                  <a:cubicBezTo>
                    <a:pt x="389" y="724"/>
                    <a:pt x="316" y="432"/>
                    <a:pt x="365" y="311"/>
                  </a:cubicBezTo>
                  <a:cubicBezTo>
                    <a:pt x="365" y="287"/>
                    <a:pt x="389" y="214"/>
                    <a:pt x="511" y="190"/>
                  </a:cubicBezTo>
                  <a:cubicBezTo>
                    <a:pt x="554" y="179"/>
                    <a:pt x="596" y="174"/>
                    <a:pt x="636" y="174"/>
                  </a:cubicBezTo>
                  <a:cubicBezTo>
                    <a:pt x="1244" y="174"/>
                    <a:pt x="1628" y="1283"/>
                    <a:pt x="1628" y="1283"/>
                  </a:cubicBezTo>
                  <a:cubicBezTo>
                    <a:pt x="1652" y="1307"/>
                    <a:pt x="1701" y="1331"/>
                    <a:pt x="1725" y="1331"/>
                  </a:cubicBezTo>
                  <a:cubicBezTo>
                    <a:pt x="1774" y="1307"/>
                    <a:pt x="1798" y="1258"/>
                    <a:pt x="1798" y="1210"/>
                  </a:cubicBezTo>
                  <a:cubicBezTo>
                    <a:pt x="1776" y="1165"/>
                    <a:pt x="1373" y="0"/>
                    <a:pt x="6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2"/>
            <p:cNvSpPr/>
            <p:nvPr/>
          </p:nvSpPr>
          <p:spPr>
            <a:xfrm>
              <a:off x="4828807" y="4113296"/>
              <a:ext cx="167625" cy="150227"/>
            </a:xfrm>
            <a:custGeom>
              <a:avLst/>
              <a:gdLst/>
              <a:ahLst/>
              <a:cxnLst/>
              <a:rect l="l" t="t" r="r" b="b"/>
              <a:pathLst>
                <a:path w="1927" h="1727" extrusionOk="0">
                  <a:moveTo>
                    <a:pt x="119" y="1"/>
                  </a:moveTo>
                  <a:cubicBezTo>
                    <a:pt x="57" y="1"/>
                    <a:pt x="1" y="74"/>
                    <a:pt x="56" y="147"/>
                  </a:cubicBezTo>
                  <a:cubicBezTo>
                    <a:pt x="347" y="463"/>
                    <a:pt x="566" y="828"/>
                    <a:pt x="712" y="1241"/>
                  </a:cubicBezTo>
                  <a:cubicBezTo>
                    <a:pt x="663" y="1386"/>
                    <a:pt x="639" y="1532"/>
                    <a:pt x="663" y="1654"/>
                  </a:cubicBezTo>
                  <a:cubicBezTo>
                    <a:pt x="663" y="1702"/>
                    <a:pt x="712" y="1726"/>
                    <a:pt x="736" y="1726"/>
                  </a:cubicBezTo>
                  <a:cubicBezTo>
                    <a:pt x="785" y="1726"/>
                    <a:pt x="809" y="1702"/>
                    <a:pt x="833" y="1678"/>
                  </a:cubicBezTo>
                  <a:cubicBezTo>
                    <a:pt x="882" y="1532"/>
                    <a:pt x="882" y="1411"/>
                    <a:pt x="858" y="1265"/>
                  </a:cubicBezTo>
                  <a:cubicBezTo>
                    <a:pt x="882" y="1241"/>
                    <a:pt x="906" y="1216"/>
                    <a:pt x="906" y="1192"/>
                  </a:cubicBezTo>
                  <a:cubicBezTo>
                    <a:pt x="1149" y="876"/>
                    <a:pt x="1489" y="706"/>
                    <a:pt x="1854" y="658"/>
                  </a:cubicBezTo>
                  <a:cubicBezTo>
                    <a:pt x="1902" y="633"/>
                    <a:pt x="1926" y="609"/>
                    <a:pt x="1926" y="560"/>
                  </a:cubicBezTo>
                  <a:cubicBezTo>
                    <a:pt x="1902" y="512"/>
                    <a:pt x="1854" y="488"/>
                    <a:pt x="1829" y="488"/>
                  </a:cubicBezTo>
                  <a:cubicBezTo>
                    <a:pt x="1441" y="536"/>
                    <a:pt x="1076" y="730"/>
                    <a:pt x="809" y="1046"/>
                  </a:cubicBezTo>
                  <a:cubicBezTo>
                    <a:pt x="663" y="658"/>
                    <a:pt x="445" y="318"/>
                    <a:pt x="177" y="26"/>
                  </a:cubicBezTo>
                  <a:cubicBezTo>
                    <a:pt x="160" y="8"/>
                    <a:pt x="139" y="1"/>
                    <a:pt x="1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2"/>
            <p:cNvSpPr/>
            <p:nvPr/>
          </p:nvSpPr>
          <p:spPr>
            <a:xfrm>
              <a:off x="4318023" y="4482647"/>
              <a:ext cx="515662" cy="562722"/>
            </a:xfrm>
            <a:custGeom>
              <a:avLst/>
              <a:gdLst/>
              <a:ahLst/>
              <a:cxnLst/>
              <a:rect l="l" t="t" r="r" b="b"/>
              <a:pathLst>
                <a:path w="5928" h="6469" extrusionOk="0">
                  <a:moveTo>
                    <a:pt x="5857" y="0"/>
                  </a:moveTo>
                  <a:cubicBezTo>
                    <a:pt x="5849" y="0"/>
                    <a:pt x="5840" y="2"/>
                    <a:pt x="5831" y="7"/>
                  </a:cubicBezTo>
                  <a:cubicBezTo>
                    <a:pt x="5782" y="7"/>
                    <a:pt x="5758" y="31"/>
                    <a:pt x="5758" y="80"/>
                  </a:cubicBezTo>
                  <a:cubicBezTo>
                    <a:pt x="5758" y="250"/>
                    <a:pt x="5734" y="396"/>
                    <a:pt x="5734" y="566"/>
                  </a:cubicBezTo>
                  <a:cubicBezTo>
                    <a:pt x="5709" y="590"/>
                    <a:pt x="5734" y="638"/>
                    <a:pt x="5782" y="638"/>
                  </a:cubicBezTo>
                  <a:lnTo>
                    <a:pt x="5782" y="614"/>
                  </a:lnTo>
                  <a:cubicBezTo>
                    <a:pt x="5791" y="619"/>
                    <a:pt x="5801" y="621"/>
                    <a:pt x="5810" y="621"/>
                  </a:cubicBezTo>
                  <a:cubicBezTo>
                    <a:pt x="5848" y="621"/>
                    <a:pt x="5879" y="585"/>
                    <a:pt x="5879" y="566"/>
                  </a:cubicBezTo>
                  <a:cubicBezTo>
                    <a:pt x="5904" y="396"/>
                    <a:pt x="5928" y="225"/>
                    <a:pt x="5928" y="80"/>
                  </a:cubicBezTo>
                  <a:cubicBezTo>
                    <a:pt x="5928" y="40"/>
                    <a:pt x="5896" y="0"/>
                    <a:pt x="5857" y="0"/>
                  </a:cubicBezTo>
                  <a:close/>
                  <a:moveTo>
                    <a:pt x="5682" y="972"/>
                  </a:moveTo>
                  <a:cubicBezTo>
                    <a:pt x="5644" y="972"/>
                    <a:pt x="5612" y="1007"/>
                    <a:pt x="5612" y="1027"/>
                  </a:cubicBezTo>
                  <a:cubicBezTo>
                    <a:pt x="5564" y="1197"/>
                    <a:pt x="5515" y="1343"/>
                    <a:pt x="5442" y="1489"/>
                  </a:cubicBezTo>
                  <a:cubicBezTo>
                    <a:pt x="5418" y="1513"/>
                    <a:pt x="5442" y="1562"/>
                    <a:pt x="5491" y="1586"/>
                  </a:cubicBezTo>
                  <a:lnTo>
                    <a:pt x="5515" y="1586"/>
                  </a:lnTo>
                  <a:lnTo>
                    <a:pt x="5515" y="1562"/>
                  </a:lnTo>
                  <a:cubicBezTo>
                    <a:pt x="5523" y="1570"/>
                    <a:pt x="5531" y="1572"/>
                    <a:pt x="5539" y="1572"/>
                  </a:cubicBezTo>
                  <a:cubicBezTo>
                    <a:pt x="5555" y="1572"/>
                    <a:pt x="5572" y="1562"/>
                    <a:pt x="5588" y="1562"/>
                  </a:cubicBezTo>
                  <a:cubicBezTo>
                    <a:pt x="5661" y="1392"/>
                    <a:pt x="5734" y="1246"/>
                    <a:pt x="5782" y="1076"/>
                  </a:cubicBezTo>
                  <a:cubicBezTo>
                    <a:pt x="5782" y="1027"/>
                    <a:pt x="5758" y="1003"/>
                    <a:pt x="5709" y="979"/>
                  </a:cubicBezTo>
                  <a:cubicBezTo>
                    <a:pt x="5700" y="974"/>
                    <a:pt x="5691" y="972"/>
                    <a:pt x="5682" y="972"/>
                  </a:cubicBezTo>
                  <a:close/>
                  <a:moveTo>
                    <a:pt x="4303" y="1753"/>
                  </a:moveTo>
                  <a:cubicBezTo>
                    <a:pt x="4217" y="1753"/>
                    <a:pt x="4164" y="1879"/>
                    <a:pt x="4276" y="1902"/>
                  </a:cubicBezTo>
                  <a:cubicBezTo>
                    <a:pt x="4398" y="1975"/>
                    <a:pt x="4543" y="2047"/>
                    <a:pt x="4640" y="2169"/>
                  </a:cubicBezTo>
                  <a:cubicBezTo>
                    <a:pt x="4640" y="2193"/>
                    <a:pt x="4665" y="2193"/>
                    <a:pt x="4689" y="2193"/>
                  </a:cubicBezTo>
                  <a:cubicBezTo>
                    <a:pt x="4713" y="2193"/>
                    <a:pt x="4738" y="2193"/>
                    <a:pt x="4762" y="2169"/>
                  </a:cubicBezTo>
                  <a:cubicBezTo>
                    <a:pt x="4786" y="2145"/>
                    <a:pt x="4786" y="2096"/>
                    <a:pt x="4762" y="2072"/>
                  </a:cubicBezTo>
                  <a:cubicBezTo>
                    <a:pt x="4640" y="1926"/>
                    <a:pt x="4495" y="1829"/>
                    <a:pt x="4325" y="1756"/>
                  </a:cubicBezTo>
                  <a:cubicBezTo>
                    <a:pt x="4317" y="1754"/>
                    <a:pt x="4310" y="1753"/>
                    <a:pt x="4303" y="1753"/>
                  </a:cubicBezTo>
                  <a:close/>
                  <a:moveTo>
                    <a:pt x="3790" y="1732"/>
                  </a:moveTo>
                  <a:cubicBezTo>
                    <a:pt x="3596" y="1780"/>
                    <a:pt x="3474" y="1926"/>
                    <a:pt x="3474" y="2120"/>
                  </a:cubicBezTo>
                  <a:cubicBezTo>
                    <a:pt x="3450" y="2145"/>
                    <a:pt x="3450" y="2169"/>
                    <a:pt x="3474" y="2193"/>
                  </a:cubicBezTo>
                  <a:cubicBezTo>
                    <a:pt x="3474" y="2242"/>
                    <a:pt x="3499" y="2266"/>
                    <a:pt x="3547" y="2266"/>
                  </a:cubicBezTo>
                  <a:lnTo>
                    <a:pt x="3572" y="2266"/>
                  </a:lnTo>
                  <a:cubicBezTo>
                    <a:pt x="3620" y="2242"/>
                    <a:pt x="3644" y="2193"/>
                    <a:pt x="3620" y="2169"/>
                  </a:cubicBezTo>
                  <a:lnTo>
                    <a:pt x="3620" y="2120"/>
                  </a:lnTo>
                  <a:cubicBezTo>
                    <a:pt x="3644" y="1999"/>
                    <a:pt x="3717" y="1926"/>
                    <a:pt x="3839" y="1902"/>
                  </a:cubicBezTo>
                  <a:cubicBezTo>
                    <a:pt x="3887" y="1877"/>
                    <a:pt x="3912" y="1829"/>
                    <a:pt x="3887" y="1780"/>
                  </a:cubicBezTo>
                  <a:cubicBezTo>
                    <a:pt x="3887" y="1756"/>
                    <a:pt x="3839" y="1732"/>
                    <a:pt x="3790" y="1732"/>
                  </a:cubicBezTo>
                  <a:close/>
                  <a:moveTo>
                    <a:pt x="5248" y="1835"/>
                  </a:moveTo>
                  <a:cubicBezTo>
                    <a:pt x="5230" y="1835"/>
                    <a:pt x="5211" y="1841"/>
                    <a:pt x="5199" y="1853"/>
                  </a:cubicBezTo>
                  <a:cubicBezTo>
                    <a:pt x="5078" y="1975"/>
                    <a:pt x="4981" y="2072"/>
                    <a:pt x="4835" y="2169"/>
                  </a:cubicBezTo>
                  <a:cubicBezTo>
                    <a:pt x="4786" y="2169"/>
                    <a:pt x="4786" y="2217"/>
                    <a:pt x="4811" y="2266"/>
                  </a:cubicBezTo>
                  <a:cubicBezTo>
                    <a:pt x="4811" y="2290"/>
                    <a:pt x="4859" y="2315"/>
                    <a:pt x="4883" y="2315"/>
                  </a:cubicBezTo>
                  <a:lnTo>
                    <a:pt x="4883" y="2290"/>
                  </a:lnTo>
                  <a:cubicBezTo>
                    <a:pt x="4883" y="2290"/>
                    <a:pt x="4908" y="2290"/>
                    <a:pt x="4908" y="2315"/>
                  </a:cubicBezTo>
                  <a:cubicBezTo>
                    <a:pt x="5053" y="2217"/>
                    <a:pt x="5199" y="2096"/>
                    <a:pt x="5296" y="1975"/>
                  </a:cubicBezTo>
                  <a:cubicBezTo>
                    <a:pt x="5345" y="1926"/>
                    <a:pt x="5345" y="1877"/>
                    <a:pt x="5296" y="1853"/>
                  </a:cubicBezTo>
                  <a:cubicBezTo>
                    <a:pt x="5284" y="1841"/>
                    <a:pt x="5266" y="1835"/>
                    <a:pt x="5248" y="1835"/>
                  </a:cubicBezTo>
                  <a:close/>
                  <a:moveTo>
                    <a:pt x="4416" y="2312"/>
                  </a:moveTo>
                  <a:cubicBezTo>
                    <a:pt x="4410" y="2312"/>
                    <a:pt x="4404" y="2313"/>
                    <a:pt x="4398" y="2315"/>
                  </a:cubicBezTo>
                  <a:cubicBezTo>
                    <a:pt x="4276" y="2339"/>
                    <a:pt x="4179" y="2363"/>
                    <a:pt x="4057" y="2363"/>
                  </a:cubicBezTo>
                  <a:lnTo>
                    <a:pt x="3936" y="2363"/>
                  </a:lnTo>
                  <a:cubicBezTo>
                    <a:pt x="3930" y="2362"/>
                    <a:pt x="3925" y="2361"/>
                    <a:pt x="3920" y="2361"/>
                  </a:cubicBezTo>
                  <a:cubicBezTo>
                    <a:pt x="3836" y="2361"/>
                    <a:pt x="3820" y="2533"/>
                    <a:pt x="3912" y="2533"/>
                  </a:cubicBezTo>
                  <a:lnTo>
                    <a:pt x="4057" y="2533"/>
                  </a:lnTo>
                  <a:lnTo>
                    <a:pt x="4057" y="2509"/>
                  </a:lnTo>
                  <a:cubicBezTo>
                    <a:pt x="4179" y="2509"/>
                    <a:pt x="4300" y="2509"/>
                    <a:pt x="4422" y="2485"/>
                  </a:cubicBezTo>
                  <a:cubicBezTo>
                    <a:pt x="4535" y="2462"/>
                    <a:pt x="4500" y="2312"/>
                    <a:pt x="4416" y="2312"/>
                  </a:cubicBezTo>
                  <a:close/>
                  <a:moveTo>
                    <a:pt x="4946" y="2451"/>
                  </a:moveTo>
                  <a:cubicBezTo>
                    <a:pt x="4934" y="2451"/>
                    <a:pt x="4921" y="2454"/>
                    <a:pt x="4908" y="2460"/>
                  </a:cubicBezTo>
                  <a:cubicBezTo>
                    <a:pt x="4859" y="2485"/>
                    <a:pt x="4859" y="2533"/>
                    <a:pt x="4859" y="2582"/>
                  </a:cubicBezTo>
                  <a:cubicBezTo>
                    <a:pt x="4932" y="2728"/>
                    <a:pt x="4956" y="2873"/>
                    <a:pt x="4981" y="3019"/>
                  </a:cubicBezTo>
                  <a:cubicBezTo>
                    <a:pt x="4981" y="3068"/>
                    <a:pt x="5029" y="3092"/>
                    <a:pt x="5078" y="3092"/>
                  </a:cubicBezTo>
                  <a:cubicBezTo>
                    <a:pt x="5126" y="3092"/>
                    <a:pt x="5151" y="3043"/>
                    <a:pt x="5151" y="3019"/>
                  </a:cubicBezTo>
                  <a:cubicBezTo>
                    <a:pt x="5126" y="2825"/>
                    <a:pt x="5078" y="2679"/>
                    <a:pt x="5029" y="2509"/>
                  </a:cubicBezTo>
                  <a:cubicBezTo>
                    <a:pt x="5011" y="2473"/>
                    <a:pt x="4981" y="2451"/>
                    <a:pt x="4946" y="2451"/>
                  </a:cubicBezTo>
                  <a:close/>
                  <a:moveTo>
                    <a:pt x="5078" y="3432"/>
                  </a:moveTo>
                  <a:cubicBezTo>
                    <a:pt x="5029" y="3432"/>
                    <a:pt x="5005" y="3456"/>
                    <a:pt x="4981" y="3505"/>
                  </a:cubicBezTo>
                  <a:cubicBezTo>
                    <a:pt x="4956" y="3651"/>
                    <a:pt x="4932" y="3821"/>
                    <a:pt x="4883" y="3966"/>
                  </a:cubicBezTo>
                  <a:cubicBezTo>
                    <a:pt x="4859" y="3991"/>
                    <a:pt x="4883" y="4039"/>
                    <a:pt x="4908" y="4064"/>
                  </a:cubicBezTo>
                  <a:lnTo>
                    <a:pt x="4956" y="4064"/>
                  </a:lnTo>
                  <a:cubicBezTo>
                    <a:pt x="4981" y="4064"/>
                    <a:pt x="5005" y="4039"/>
                    <a:pt x="5029" y="4015"/>
                  </a:cubicBezTo>
                  <a:cubicBezTo>
                    <a:pt x="5078" y="3869"/>
                    <a:pt x="5126" y="3699"/>
                    <a:pt x="5151" y="3529"/>
                  </a:cubicBezTo>
                  <a:cubicBezTo>
                    <a:pt x="5151" y="3481"/>
                    <a:pt x="5126" y="3432"/>
                    <a:pt x="5078" y="3432"/>
                  </a:cubicBezTo>
                  <a:close/>
                  <a:moveTo>
                    <a:pt x="4703" y="4339"/>
                  </a:moveTo>
                  <a:cubicBezTo>
                    <a:pt x="4677" y="4339"/>
                    <a:pt x="4655" y="4351"/>
                    <a:pt x="4640" y="4379"/>
                  </a:cubicBezTo>
                  <a:cubicBezTo>
                    <a:pt x="4543" y="4501"/>
                    <a:pt x="4422" y="4622"/>
                    <a:pt x="4325" y="4720"/>
                  </a:cubicBezTo>
                  <a:cubicBezTo>
                    <a:pt x="4276" y="4744"/>
                    <a:pt x="4276" y="4792"/>
                    <a:pt x="4325" y="4841"/>
                  </a:cubicBezTo>
                  <a:cubicBezTo>
                    <a:pt x="4325" y="4841"/>
                    <a:pt x="4349" y="4865"/>
                    <a:pt x="4373" y="4865"/>
                  </a:cubicBezTo>
                  <a:lnTo>
                    <a:pt x="4373" y="4841"/>
                  </a:lnTo>
                  <a:lnTo>
                    <a:pt x="4422" y="4841"/>
                  </a:lnTo>
                  <a:cubicBezTo>
                    <a:pt x="4543" y="4720"/>
                    <a:pt x="4665" y="4598"/>
                    <a:pt x="4762" y="4477"/>
                  </a:cubicBezTo>
                  <a:cubicBezTo>
                    <a:pt x="4786" y="4428"/>
                    <a:pt x="4786" y="4379"/>
                    <a:pt x="4762" y="4355"/>
                  </a:cubicBezTo>
                  <a:cubicBezTo>
                    <a:pt x="4742" y="4345"/>
                    <a:pt x="4722" y="4339"/>
                    <a:pt x="4703" y="4339"/>
                  </a:cubicBezTo>
                  <a:close/>
                  <a:moveTo>
                    <a:pt x="3975" y="4971"/>
                  </a:moveTo>
                  <a:cubicBezTo>
                    <a:pt x="3960" y="4971"/>
                    <a:pt x="3946" y="4977"/>
                    <a:pt x="3936" y="4987"/>
                  </a:cubicBezTo>
                  <a:cubicBezTo>
                    <a:pt x="3790" y="5060"/>
                    <a:pt x="3644" y="5108"/>
                    <a:pt x="3474" y="5133"/>
                  </a:cubicBezTo>
                  <a:cubicBezTo>
                    <a:pt x="3450" y="5157"/>
                    <a:pt x="3402" y="5205"/>
                    <a:pt x="3426" y="5254"/>
                  </a:cubicBezTo>
                  <a:cubicBezTo>
                    <a:pt x="3426" y="5278"/>
                    <a:pt x="3474" y="5303"/>
                    <a:pt x="3499" y="5303"/>
                  </a:cubicBezTo>
                  <a:lnTo>
                    <a:pt x="3523" y="5303"/>
                  </a:lnTo>
                  <a:cubicBezTo>
                    <a:pt x="3693" y="5254"/>
                    <a:pt x="3839" y="5205"/>
                    <a:pt x="4009" y="5133"/>
                  </a:cubicBezTo>
                  <a:cubicBezTo>
                    <a:pt x="4033" y="5108"/>
                    <a:pt x="4057" y="5060"/>
                    <a:pt x="4033" y="5011"/>
                  </a:cubicBezTo>
                  <a:cubicBezTo>
                    <a:pt x="4019" y="4983"/>
                    <a:pt x="3996" y="4971"/>
                    <a:pt x="3975" y="4971"/>
                  </a:cubicBezTo>
                  <a:close/>
                  <a:moveTo>
                    <a:pt x="1531" y="5205"/>
                  </a:moveTo>
                  <a:cubicBezTo>
                    <a:pt x="1434" y="5205"/>
                    <a:pt x="1434" y="5375"/>
                    <a:pt x="1531" y="5375"/>
                  </a:cubicBezTo>
                  <a:lnTo>
                    <a:pt x="2041" y="5375"/>
                  </a:lnTo>
                  <a:cubicBezTo>
                    <a:pt x="2065" y="5375"/>
                    <a:pt x="2114" y="5327"/>
                    <a:pt x="2114" y="5303"/>
                  </a:cubicBezTo>
                  <a:cubicBezTo>
                    <a:pt x="2114" y="5254"/>
                    <a:pt x="2090" y="5205"/>
                    <a:pt x="2041" y="5205"/>
                  </a:cubicBezTo>
                  <a:close/>
                  <a:moveTo>
                    <a:pt x="2527" y="5205"/>
                  </a:moveTo>
                  <a:cubicBezTo>
                    <a:pt x="2478" y="5205"/>
                    <a:pt x="2454" y="5254"/>
                    <a:pt x="2454" y="5278"/>
                  </a:cubicBezTo>
                  <a:cubicBezTo>
                    <a:pt x="2430" y="5327"/>
                    <a:pt x="2478" y="5375"/>
                    <a:pt x="2527" y="5375"/>
                  </a:cubicBezTo>
                  <a:lnTo>
                    <a:pt x="3013" y="5375"/>
                  </a:lnTo>
                  <a:cubicBezTo>
                    <a:pt x="3061" y="5375"/>
                    <a:pt x="3110" y="5327"/>
                    <a:pt x="3110" y="5278"/>
                  </a:cubicBezTo>
                  <a:cubicBezTo>
                    <a:pt x="3086" y="5230"/>
                    <a:pt x="3061" y="5205"/>
                    <a:pt x="3013" y="5205"/>
                  </a:cubicBezTo>
                  <a:close/>
                  <a:moveTo>
                    <a:pt x="1044" y="5270"/>
                  </a:moveTo>
                  <a:cubicBezTo>
                    <a:pt x="1037" y="5270"/>
                    <a:pt x="1029" y="5273"/>
                    <a:pt x="1021" y="5278"/>
                  </a:cubicBezTo>
                  <a:cubicBezTo>
                    <a:pt x="851" y="5327"/>
                    <a:pt x="681" y="5400"/>
                    <a:pt x="559" y="5497"/>
                  </a:cubicBezTo>
                  <a:cubicBezTo>
                    <a:pt x="511" y="5545"/>
                    <a:pt x="511" y="5594"/>
                    <a:pt x="559" y="5618"/>
                  </a:cubicBezTo>
                  <a:cubicBezTo>
                    <a:pt x="559" y="5643"/>
                    <a:pt x="584" y="5643"/>
                    <a:pt x="608" y="5667"/>
                  </a:cubicBezTo>
                  <a:cubicBezTo>
                    <a:pt x="632" y="5643"/>
                    <a:pt x="632" y="5643"/>
                    <a:pt x="657" y="5643"/>
                  </a:cubicBezTo>
                  <a:cubicBezTo>
                    <a:pt x="778" y="5545"/>
                    <a:pt x="899" y="5473"/>
                    <a:pt x="1069" y="5424"/>
                  </a:cubicBezTo>
                  <a:cubicBezTo>
                    <a:pt x="1134" y="5424"/>
                    <a:pt x="1103" y="5270"/>
                    <a:pt x="1044" y="5270"/>
                  </a:cubicBezTo>
                  <a:close/>
                  <a:moveTo>
                    <a:pt x="295" y="5864"/>
                  </a:moveTo>
                  <a:cubicBezTo>
                    <a:pt x="265" y="5864"/>
                    <a:pt x="235" y="5877"/>
                    <a:pt x="219" y="5910"/>
                  </a:cubicBezTo>
                  <a:cubicBezTo>
                    <a:pt x="122" y="6056"/>
                    <a:pt x="74" y="6201"/>
                    <a:pt x="25" y="6371"/>
                  </a:cubicBezTo>
                  <a:cubicBezTo>
                    <a:pt x="1" y="6420"/>
                    <a:pt x="25" y="6469"/>
                    <a:pt x="74" y="6469"/>
                  </a:cubicBezTo>
                  <a:lnTo>
                    <a:pt x="98" y="6469"/>
                  </a:lnTo>
                  <a:cubicBezTo>
                    <a:pt x="122" y="6469"/>
                    <a:pt x="146" y="6444"/>
                    <a:pt x="171" y="6420"/>
                  </a:cubicBezTo>
                  <a:cubicBezTo>
                    <a:pt x="219" y="6274"/>
                    <a:pt x="292" y="6129"/>
                    <a:pt x="365" y="5983"/>
                  </a:cubicBezTo>
                  <a:cubicBezTo>
                    <a:pt x="414" y="5918"/>
                    <a:pt x="354" y="5864"/>
                    <a:pt x="295" y="58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9" name="Google Shape;1499;p33"/>
          <p:cNvGrpSpPr/>
          <p:nvPr/>
        </p:nvGrpSpPr>
        <p:grpSpPr>
          <a:xfrm flipH="1">
            <a:off x="7532356" y="3641559"/>
            <a:ext cx="884679" cy="1501939"/>
            <a:chOff x="-1056319" y="1385262"/>
            <a:chExt cx="212940" cy="361495"/>
          </a:xfrm>
        </p:grpSpPr>
        <p:sp>
          <p:nvSpPr>
            <p:cNvPr id="1500" name="Google Shape;1500;p33"/>
            <p:cNvSpPr/>
            <p:nvPr/>
          </p:nvSpPr>
          <p:spPr>
            <a:xfrm>
              <a:off x="-933315" y="1467563"/>
              <a:ext cx="27460" cy="279194"/>
            </a:xfrm>
            <a:custGeom>
              <a:avLst/>
              <a:gdLst/>
              <a:ahLst/>
              <a:cxnLst/>
              <a:rect l="l" t="t" r="r" b="b"/>
              <a:pathLst>
                <a:path w="705" h="7168" extrusionOk="0">
                  <a:moveTo>
                    <a:pt x="680" y="1"/>
                  </a:moveTo>
                  <a:cubicBezTo>
                    <a:pt x="656" y="1"/>
                    <a:pt x="632" y="25"/>
                    <a:pt x="632" y="50"/>
                  </a:cubicBezTo>
                  <a:cubicBezTo>
                    <a:pt x="608" y="292"/>
                    <a:pt x="0" y="6123"/>
                    <a:pt x="170" y="7119"/>
                  </a:cubicBezTo>
                  <a:cubicBezTo>
                    <a:pt x="170" y="7143"/>
                    <a:pt x="170" y="7167"/>
                    <a:pt x="195" y="7167"/>
                  </a:cubicBezTo>
                  <a:lnTo>
                    <a:pt x="219" y="7167"/>
                  </a:lnTo>
                  <a:cubicBezTo>
                    <a:pt x="243" y="7143"/>
                    <a:pt x="243" y="7119"/>
                    <a:pt x="243" y="7094"/>
                  </a:cubicBezTo>
                  <a:cubicBezTo>
                    <a:pt x="97" y="6123"/>
                    <a:pt x="705" y="122"/>
                    <a:pt x="705" y="74"/>
                  </a:cubicBezTo>
                  <a:cubicBezTo>
                    <a:pt x="705" y="25"/>
                    <a:pt x="705" y="25"/>
                    <a:pt x="6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33"/>
            <p:cNvSpPr/>
            <p:nvPr/>
          </p:nvSpPr>
          <p:spPr>
            <a:xfrm>
              <a:off x="-968331" y="1385262"/>
              <a:ext cx="124952" cy="123978"/>
            </a:xfrm>
            <a:custGeom>
              <a:avLst/>
              <a:gdLst/>
              <a:ahLst/>
              <a:cxnLst/>
              <a:rect l="l" t="t" r="r" b="b"/>
              <a:pathLst>
                <a:path w="3208" h="3183" extrusionOk="0">
                  <a:moveTo>
                    <a:pt x="1555" y="98"/>
                  </a:moveTo>
                  <a:cubicBezTo>
                    <a:pt x="1871" y="171"/>
                    <a:pt x="1871" y="705"/>
                    <a:pt x="1871" y="705"/>
                  </a:cubicBezTo>
                  <a:cubicBezTo>
                    <a:pt x="1871" y="729"/>
                    <a:pt x="1895" y="754"/>
                    <a:pt x="1920" y="754"/>
                  </a:cubicBezTo>
                  <a:cubicBezTo>
                    <a:pt x="1944" y="754"/>
                    <a:pt x="1968" y="754"/>
                    <a:pt x="1968" y="729"/>
                  </a:cubicBezTo>
                  <a:cubicBezTo>
                    <a:pt x="2065" y="535"/>
                    <a:pt x="2260" y="243"/>
                    <a:pt x="2381" y="243"/>
                  </a:cubicBezTo>
                  <a:cubicBezTo>
                    <a:pt x="2405" y="243"/>
                    <a:pt x="2430" y="243"/>
                    <a:pt x="2430" y="268"/>
                  </a:cubicBezTo>
                  <a:cubicBezTo>
                    <a:pt x="2600" y="389"/>
                    <a:pt x="2478" y="802"/>
                    <a:pt x="2405" y="948"/>
                  </a:cubicBezTo>
                  <a:cubicBezTo>
                    <a:pt x="2386" y="988"/>
                    <a:pt x="2414" y="1027"/>
                    <a:pt x="2452" y="1027"/>
                  </a:cubicBezTo>
                  <a:cubicBezTo>
                    <a:pt x="2460" y="1027"/>
                    <a:pt x="2469" y="1025"/>
                    <a:pt x="2478" y="1021"/>
                  </a:cubicBezTo>
                  <a:cubicBezTo>
                    <a:pt x="2600" y="972"/>
                    <a:pt x="2745" y="924"/>
                    <a:pt x="2891" y="924"/>
                  </a:cubicBezTo>
                  <a:cubicBezTo>
                    <a:pt x="2940" y="924"/>
                    <a:pt x="3013" y="924"/>
                    <a:pt x="3061" y="972"/>
                  </a:cubicBezTo>
                  <a:cubicBezTo>
                    <a:pt x="3061" y="972"/>
                    <a:pt x="3061" y="996"/>
                    <a:pt x="3061" y="996"/>
                  </a:cubicBezTo>
                  <a:cubicBezTo>
                    <a:pt x="3037" y="1142"/>
                    <a:pt x="2745" y="1409"/>
                    <a:pt x="2551" y="1580"/>
                  </a:cubicBezTo>
                  <a:cubicBezTo>
                    <a:pt x="2527" y="1580"/>
                    <a:pt x="2527" y="1604"/>
                    <a:pt x="2527" y="1628"/>
                  </a:cubicBezTo>
                  <a:cubicBezTo>
                    <a:pt x="2551" y="1628"/>
                    <a:pt x="2551" y="1652"/>
                    <a:pt x="2575" y="1652"/>
                  </a:cubicBezTo>
                  <a:cubicBezTo>
                    <a:pt x="2721" y="1652"/>
                    <a:pt x="3134" y="1725"/>
                    <a:pt x="3134" y="1920"/>
                  </a:cubicBezTo>
                  <a:cubicBezTo>
                    <a:pt x="3134" y="2114"/>
                    <a:pt x="2624" y="2163"/>
                    <a:pt x="2430" y="2163"/>
                  </a:cubicBezTo>
                  <a:cubicBezTo>
                    <a:pt x="2430" y="2163"/>
                    <a:pt x="2405" y="2163"/>
                    <a:pt x="2405" y="2187"/>
                  </a:cubicBezTo>
                  <a:cubicBezTo>
                    <a:pt x="2381" y="2211"/>
                    <a:pt x="2381" y="2211"/>
                    <a:pt x="2405" y="2235"/>
                  </a:cubicBezTo>
                  <a:cubicBezTo>
                    <a:pt x="2405" y="2235"/>
                    <a:pt x="2697" y="2551"/>
                    <a:pt x="2527" y="2794"/>
                  </a:cubicBezTo>
                  <a:cubicBezTo>
                    <a:pt x="2503" y="2818"/>
                    <a:pt x="2454" y="2843"/>
                    <a:pt x="2430" y="2843"/>
                  </a:cubicBezTo>
                  <a:cubicBezTo>
                    <a:pt x="2260" y="2843"/>
                    <a:pt x="1992" y="2503"/>
                    <a:pt x="1895" y="2381"/>
                  </a:cubicBezTo>
                  <a:cubicBezTo>
                    <a:pt x="1883" y="2369"/>
                    <a:pt x="1871" y="2363"/>
                    <a:pt x="1862" y="2363"/>
                  </a:cubicBezTo>
                  <a:cubicBezTo>
                    <a:pt x="1853" y="2363"/>
                    <a:pt x="1847" y="2369"/>
                    <a:pt x="1847" y="2381"/>
                  </a:cubicBezTo>
                  <a:cubicBezTo>
                    <a:pt x="1822" y="2381"/>
                    <a:pt x="1798" y="2405"/>
                    <a:pt x="1798" y="2430"/>
                  </a:cubicBezTo>
                  <a:cubicBezTo>
                    <a:pt x="1798" y="2430"/>
                    <a:pt x="1871" y="2964"/>
                    <a:pt x="1579" y="3086"/>
                  </a:cubicBezTo>
                  <a:lnTo>
                    <a:pt x="1507" y="3086"/>
                  </a:lnTo>
                  <a:cubicBezTo>
                    <a:pt x="1312" y="3086"/>
                    <a:pt x="1215" y="2624"/>
                    <a:pt x="1215" y="2454"/>
                  </a:cubicBezTo>
                  <a:cubicBezTo>
                    <a:pt x="1215" y="2430"/>
                    <a:pt x="1191" y="2430"/>
                    <a:pt x="1166" y="2430"/>
                  </a:cubicBezTo>
                  <a:cubicBezTo>
                    <a:pt x="1166" y="2430"/>
                    <a:pt x="1166" y="2454"/>
                    <a:pt x="1166" y="2454"/>
                  </a:cubicBezTo>
                  <a:cubicBezTo>
                    <a:pt x="1045" y="2551"/>
                    <a:pt x="899" y="2624"/>
                    <a:pt x="754" y="2624"/>
                  </a:cubicBezTo>
                  <a:cubicBezTo>
                    <a:pt x="656" y="2624"/>
                    <a:pt x="583" y="2600"/>
                    <a:pt x="511" y="2575"/>
                  </a:cubicBezTo>
                  <a:cubicBezTo>
                    <a:pt x="462" y="2551"/>
                    <a:pt x="413" y="2503"/>
                    <a:pt x="413" y="2454"/>
                  </a:cubicBezTo>
                  <a:cubicBezTo>
                    <a:pt x="389" y="2235"/>
                    <a:pt x="729" y="1871"/>
                    <a:pt x="875" y="1725"/>
                  </a:cubicBezTo>
                  <a:cubicBezTo>
                    <a:pt x="875" y="1701"/>
                    <a:pt x="875" y="1701"/>
                    <a:pt x="875" y="1677"/>
                  </a:cubicBezTo>
                  <a:cubicBezTo>
                    <a:pt x="851" y="1652"/>
                    <a:pt x="826" y="1652"/>
                    <a:pt x="826" y="1652"/>
                  </a:cubicBezTo>
                  <a:lnTo>
                    <a:pt x="705" y="1652"/>
                  </a:lnTo>
                  <a:cubicBezTo>
                    <a:pt x="535" y="1652"/>
                    <a:pt x="195" y="1628"/>
                    <a:pt x="146" y="1409"/>
                  </a:cubicBezTo>
                  <a:cubicBezTo>
                    <a:pt x="122" y="1385"/>
                    <a:pt x="122" y="1361"/>
                    <a:pt x="146" y="1337"/>
                  </a:cubicBezTo>
                  <a:cubicBezTo>
                    <a:pt x="219" y="1215"/>
                    <a:pt x="559" y="1191"/>
                    <a:pt x="826" y="1191"/>
                  </a:cubicBezTo>
                  <a:lnTo>
                    <a:pt x="851" y="1191"/>
                  </a:lnTo>
                  <a:cubicBezTo>
                    <a:pt x="899" y="1167"/>
                    <a:pt x="924" y="1118"/>
                    <a:pt x="875" y="1094"/>
                  </a:cubicBezTo>
                  <a:cubicBezTo>
                    <a:pt x="778" y="1021"/>
                    <a:pt x="511" y="778"/>
                    <a:pt x="511" y="608"/>
                  </a:cubicBezTo>
                  <a:cubicBezTo>
                    <a:pt x="511" y="559"/>
                    <a:pt x="511" y="535"/>
                    <a:pt x="535" y="511"/>
                  </a:cubicBezTo>
                  <a:cubicBezTo>
                    <a:pt x="583" y="486"/>
                    <a:pt x="608" y="462"/>
                    <a:pt x="656" y="462"/>
                  </a:cubicBezTo>
                  <a:cubicBezTo>
                    <a:pt x="899" y="511"/>
                    <a:pt x="1118" y="632"/>
                    <a:pt x="1312" y="778"/>
                  </a:cubicBezTo>
                  <a:lnTo>
                    <a:pt x="1361" y="778"/>
                  </a:lnTo>
                  <a:cubicBezTo>
                    <a:pt x="1385" y="754"/>
                    <a:pt x="1385" y="754"/>
                    <a:pt x="1385" y="729"/>
                  </a:cubicBezTo>
                  <a:cubicBezTo>
                    <a:pt x="1361" y="608"/>
                    <a:pt x="1337" y="268"/>
                    <a:pt x="1434" y="146"/>
                  </a:cubicBezTo>
                  <a:cubicBezTo>
                    <a:pt x="1458" y="98"/>
                    <a:pt x="1507" y="98"/>
                    <a:pt x="1555" y="98"/>
                  </a:cubicBezTo>
                  <a:close/>
                  <a:moveTo>
                    <a:pt x="1531" y="1"/>
                  </a:moveTo>
                  <a:cubicBezTo>
                    <a:pt x="1458" y="1"/>
                    <a:pt x="1385" y="25"/>
                    <a:pt x="1337" y="73"/>
                  </a:cubicBezTo>
                  <a:cubicBezTo>
                    <a:pt x="1239" y="243"/>
                    <a:pt x="1215" y="438"/>
                    <a:pt x="1239" y="632"/>
                  </a:cubicBezTo>
                  <a:cubicBezTo>
                    <a:pt x="1069" y="486"/>
                    <a:pt x="875" y="389"/>
                    <a:pt x="632" y="365"/>
                  </a:cubicBezTo>
                  <a:cubicBezTo>
                    <a:pt x="583" y="365"/>
                    <a:pt x="511" y="389"/>
                    <a:pt x="462" y="413"/>
                  </a:cubicBezTo>
                  <a:cubicBezTo>
                    <a:pt x="413" y="462"/>
                    <a:pt x="389" y="535"/>
                    <a:pt x="389" y="584"/>
                  </a:cubicBezTo>
                  <a:cubicBezTo>
                    <a:pt x="438" y="778"/>
                    <a:pt x="559" y="948"/>
                    <a:pt x="705" y="1069"/>
                  </a:cubicBezTo>
                  <a:cubicBezTo>
                    <a:pt x="511" y="1069"/>
                    <a:pt x="171" y="1118"/>
                    <a:pt x="49" y="1264"/>
                  </a:cubicBezTo>
                  <a:cubicBezTo>
                    <a:pt x="0" y="1312"/>
                    <a:pt x="0" y="1361"/>
                    <a:pt x="0" y="1434"/>
                  </a:cubicBezTo>
                  <a:cubicBezTo>
                    <a:pt x="73" y="1701"/>
                    <a:pt x="462" y="1725"/>
                    <a:pt x="681" y="1725"/>
                  </a:cubicBezTo>
                  <a:cubicBezTo>
                    <a:pt x="511" y="1895"/>
                    <a:pt x="243" y="2211"/>
                    <a:pt x="268" y="2454"/>
                  </a:cubicBezTo>
                  <a:cubicBezTo>
                    <a:pt x="292" y="2527"/>
                    <a:pt x="341" y="2600"/>
                    <a:pt x="413" y="2624"/>
                  </a:cubicBezTo>
                  <a:cubicBezTo>
                    <a:pt x="511" y="2673"/>
                    <a:pt x="608" y="2697"/>
                    <a:pt x="705" y="2697"/>
                  </a:cubicBezTo>
                  <a:cubicBezTo>
                    <a:pt x="851" y="2697"/>
                    <a:pt x="996" y="2648"/>
                    <a:pt x="1118" y="2551"/>
                  </a:cubicBezTo>
                  <a:cubicBezTo>
                    <a:pt x="1166" y="2746"/>
                    <a:pt x="1264" y="3183"/>
                    <a:pt x="1507" y="3183"/>
                  </a:cubicBezTo>
                  <a:cubicBezTo>
                    <a:pt x="1531" y="3183"/>
                    <a:pt x="1579" y="3183"/>
                    <a:pt x="1604" y="3159"/>
                  </a:cubicBezTo>
                  <a:cubicBezTo>
                    <a:pt x="1822" y="3037"/>
                    <a:pt x="1944" y="2794"/>
                    <a:pt x="1895" y="2551"/>
                  </a:cubicBezTo>
                  <a:lnTo>
                    <a:pt x="1895" y="2551"/>
                  </a:lnTo>
                  <a:cubicBezTo>
                    <a:pt x="2041" y="2721"/>
                    <a:pt x="2260" y="2940"/>
                    <a:pt x="2430" y="2940"/>
                  </a:cubicBezTo>
                  <a:cubicBezTo>
                    <a:pt x="2503" y="2940"/>
                    <a:pt x="2551" y="2916"/>
                    <a:pt x="2600" y="2867"/>
                  </a:cubicBezTo>
                  <a:cubicBezTo>
                    <a:pt x="2697" y="2648"/>
                    <a:pt x="2673" y="2405"/>
                    <a:pt x="2527" y="2260"/>
                  </a:cubicBezTo>
                  <a:cubicBezTo>
                    <a:pt x="2745" y="2235"/>
                    <a:pt x="3207" y="2163"/>
                    <a:pt x="3207" y="1920"/>
                  </a:cubicBezTo>
                  <a:cubicBezTo>
                    <a:pt x="3207" y="1677"/>
                    <a:pt x="2867" y="1604"/>
                    <a:pt x="2673" y="1580"/>
                  </a:cubicBezTo>
                  <a:cubicBezTo>
                    <a:pt x="2818" y="1434"/>
                    <a:pt x="3134" y="1191"/>
                    <a:pt x="3134" y="1021"/>
                  </a:cubicBezTo>
                  <a:cubicBezTo>
                    <a:pt x="3134" y="972"/>
                    <a:pt x="3110" y="948"/>
                    <a:pt x="3086" y="899"/>
                  </a:cubicBezTo>
                  <a:cubicBezTo>
                    <a:pt x="3037" y="851"/>
                    <a:pt x="2940" y="826"/>
                    <a:pt x="2867" y="826"/>
                  </a:cubicBezTo>
                  <a:cubicBezTo>
                    <a:pt x="2745" y="826"/>
                    <a:pt x="2624" y="851"/>
                    <a:pt x="2503" y="899"/>
                  </a:cubicBezTo>
                  <a:cubicBezTo>
                    <a:pt x="2551" y="729"/>
                    <a:pt x="2648" y="341"/>
                    <a:pt x="2478" y="195"/>
                  </a:cubicBezTo>
                  <a:cubicBezTo>
                    <a:pt x="2430" y="171"/>
                    <a:pt x="2405" y="146"/>
                    <a:pt x="2357" y="146"/>
                  </a:cubicBezTo>
                  <a:cubicBezTo>
                    <a:pt x="2187" y="146"/>
                    <a:pt x="2017" y="389"/>
                    <a:pt x="1920" y="559"/>
                  </a:cubicBezTo>
                  <a:cubicBezTo>
                    <a:pt x="1895" y="365"/>
                    <a:pt x="1798" y="73"/>
                    <a:pt x="15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33"/>
            <p:cNvSpPr/>
            <p:nvPr/>
          </p:nvSpPr>
          <p:spPr>
            <a:xfrm>
              <a:off x="-990104" y="1535297"/>
              <a:ext cx="60606" cy="203864"/>
            </a:xfrm>
            <a:custGeom>
              <a:avLst/>
              <a:gdLst/>
              <a:ahLst/>
              <a:cxnLst/>
              <a:rect l="l" t="t" r="r" b="b"/>
              <a:pathLst>
                <a:path w="1556" h="5234" extrusionOk="0">
                  <a:moveTo>
                    <a:pt x="70" y="1"/>
                  </a:moveTo>
                  <a:cubicBezTo>
                    <a:pt x="64" y="1"/>
                    <a:pt x="56" y="4"/>
                    <a:pt x="49" y="11"/>
                  </a:cubicBezTo>
                  <a:cubicBezTo>
                    <a:pt x="25" y="11"/>
                    <a:pt x="1" y="35"/>
                    <a:pt x="25" y="60"/>
                  </a:cubicBezTo>
                  <a:cubicBezTo>
                    <a:pt x="49" y="108"/>
                    <a:pt x="1458" y="3290"/>
                    <a:pt x="948" y="5185"/>
                  </a:cubicBezTo>
                  <a:cubicBezTo>
                    <a:pt x="948" y="5210"/>
                    <a:pt x="948" y="5234"/>
                    <a:pt x="972" y="5234"/>
                  </a:cubicBezTo>
                  <a:cubicBezTo>
                    <a:pt x="1021" y="5234"/>
                    <a:pt x="1045" y="5234"/>
                    <a:pt x="1045" y="5185"/>
                  </a:cubicBezTo>
                  <a:cubicBezTo>
                    <a:pt x="1555" y="3290"/>
                    <a:pt x="122" y="60"/>
                    <a:pt x="98" y="35"/>
                  </a:cubicBezTo>
                  <a:cubicBezTo>
                    <a:pt x="98" y="18"/>
                    <a:pt x="86" y="1"/>
                    <a:pt x="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33"/>
            <p:cNvSpPr/>
            <p:nvPr/>
          </p:nvSpPr>
          <p:spPr>
            <a:xfrm>
              <a:off x="-1056319" y="1471965"/>
              <a:ext cx="125886" cy="123394"/>
            </a:xfrm>
            <a:custGeom>
              <a:avLst/>
              <a:gdLst/>
              <a:ahLst/>
              <a:cxnLst/>
              <a:rect l="l" t="t" r="r" b="b"/>
              <a:pathLst>
                <a:path w="3232" h="3168" extrusionOk="0">
                  <a:moveTo>
                    <a:pt x="1513" y="97"/>
                  </a:moveTo>
                  <a:cubicBezTo>
                    <a:pt x="1527" y="97"/>
                    <a:pt x="1541" y="99"/>
                    <a:pt x="1555" y="107"/>
                  </a:cubicBezTo>
                  <a:cubicBezTo>
                    <a:pt x="1871" y="155"/>
                    <a:pt x="1895" y="714"/>
                    <a:pt x="1895" y="714"/>
                  </a:cubicBezTo>
                  <a:cubicBezTo>
                    <a:pt x="1895" y="738"/>
                    <a:pt x="1895" y="738"/>
                    <a:pt x="1919" y="738"/>
                  </a:cubicBezTo>
                  <a:cubicBezTo>
                    <a:pt x="1926" y="745"/>
                    <a:pt x="1934" y="748"/>
                    <a:pt x="1940" y="748"/>
                  </a:cubicBezTo>
                  <a:cubicBezTo>
                    <a:pt x="1956" y="748"/>
                    <a:pt x="1968" y="731"/>
                    <a:pt x="1968" y="714"/>
                  </a:cubicBezTo>
                  <a:cubicBezTo>
                    <a:pt x="2065" y="544"/>
                    <a:pt x="2259" y="228"/>
                    <a:pt x="2381" y="228"/>
                  </a:cubicBezTo>
                  <a:cubicBezTo>
                    <a:pt x="2405" y="228"/>
                    <a:pt x="2430" y="252"/>
                    <a:pt x="2454" y="252"/>
                  </a:cubicBezTo>
                  <a:cubicBezTo>
                    <a:pt x="2600" y="398"/>
                    <a:pt x="2478" y="811"/>
                    <a:pt x="2430" y="957"/>
                  </a:cubicBezTo>
                  <a:cubicBezTo>
                    <a:pt x="2405" y="957"/>
                    <a:pt x="2405" y="981"/>
                    <a:pt x="2430" y="1005"/>
                  </a:cubicBezTo>
                  <a:lnTo>
                    <a:pt x="2478" y="1005"/>
                  </a:lnTo>
                  <a:cubicBezTo>
                    <a:pt x="2600" y="933"/>
                    <a:pt x="2745" y="908"/>
                    <a:pt x="2891" y="908"/>
                  </a:cubicBezTo>
                  <a:cubicBezTo>
                    <a:pt x="2940" y="908"/>
                    <a:pt x="3013" y="908"/>
                    <a:pt x="3061" y="957"/>
                  </a:cubicBezTo>
                  <a:cubicBezTo>
                    <a:pt x="3061" y="957"/>
                    <a:pt x="3061" y="981"/>
                    <a:pt x="3061" y="981"/>
                  </a:cubicBezTo>
                  <a:cubicBezTo>
                    <a:pt x="3037" y="1127"/>
                    <a:pt x="2745" y="1394"/>
                    <a:pt x="2551" y="1540"/>
                  </a:cubicBezTo>
                  <a:cubicBezTo>
                    <a:pt x="2551" y="1564"/>
                    <a:pt x="2527" y="1588"/>
                    <a:pt x="2527" y="1588"/>
                  </a:cubicBezTo>
                  <a:cubicBezTo>
                    <a:pt x="2551" y="1613"/>
                    <a:pt x="2551" y="1637"/>
                    <a:pt x="2575" y="1637"/>
                  </a:cubicBezTo>
                  <a:cubicBezTo>
                    <a:pt x="2575" y="1637"/>
                    <a:pt x="3134" y="1710"/>
                    <a:pt x="3134" y="1904"/>
                  </a:cubicBezTo>
                  <a:cubicBezTo>
                    <a:pt x="3134" y="2099"/>
                    <a:pt x="2624" y="2147"/>
                    <a:pt x="2454" y="2147"/>
                  </a:cubicBezTo>
                  <a:cubicBezTo>
                    <a:pt x="2430" y="2147"/>
                    <a:pt x="2405" y="2147"/>
                    <a:pt x="2405" y="2171"/>
                  </a:cubicBezTo>
                  <a:cubicBezTo>
                    <a:pt x="2381" y="2171"/>
                    <a:pt x="2381" y="2196"/>
                    <a:pt x="2405" y="2220"/>
                  </a:cubicBezTo>
                  <a:cubicBezTo>
                    <a:pt x="2405" y="2220"/>
                    <a:pt x="2697" y="2536"/>
                    <a:pt x="2527" y="2779"/>
                  </a:cubicBezTo>
                  <a:cubicBezTo>
                    <a:pt x="2502" y="2803"/>
                    <a:pt x="2478" y="2827"/>
                    <a:pt x="2430" y="2827"/>
                  </a:cubicBezTo>
                  <a:cubicBezTo>
                    <a:pt x="2259" y="2827"/>
                    <a:pt x="1992" y="2487"/>
                    <a:pt x="1895" y="2341"/>
                  </a:cubicBezTo>
                  <a:cubicBezTo>
                    <a:pt x="1895" y="2341"/>
                    <a:pt x="1884" y="2331"/>
                    <a:pt x="1870" y="2331"/>
                  </a:cubicBezTo>
                  <a:cubicBezTo>
                    <a:pt x="1863" y="2331"/>
                    <a:pt x="1855" y="2333"/>
                    <a:pt x="1846" y="2341"/>
                  </a:cubicBezTo>
                  <a:cubicBezTo>
                    <a:pt x="1822" y="2341"/>
                    <a:pt x="1822" y="2366"/>
                    <a:pt x="1822" y="2390"/>
                  </a:cubicBezTo>
                  <a:cubicBezTo>
                    <a:pt x="1822" y="2390"/>
                    <a:pt x="1895" y="2924"/>
                    <a:pt x="1579" y="3046"/>
                  </a:cubicBezTo>
                  <a:lnTo>
                    <a:pt x="1531" y="3046"/>
                  </a:lnTo>
                  <a:cubicBezTo>
                    <a:pt x="1336" y="3046"/>
                    <a:pt x="1239" y="2609"/>
                    <a:pt x="1215" y="2439"/>
                  </a:cubicBezTo>
                  <a:cubicBezTo>
                    <a:pt x="1215" y="2414"/>
                    <a:pt x="1191" y="2414"/>
                    <a:pt x="1191" y="2414"/>
                  </a:cubicBezTo>
                  <a:lnTo>
                    <a:pt x="1142" y="2414"/>
                  </a:lnTo>
                  <a:cubicBezTo>
                    <a:pt x="1021" y="2512"/>
                    <a:pt x="875" y="2584"/>
                    <a:pt x="705" y="2584"/>
                  </a:cubicBezTo>
                  <a:cubicBezTo>
                    <a:pt x="632" y="2584"/>
                    <a:pt x="535" y="2560"/>
                    <a:pt x="462" y="2536"/>
                  </a:cubicBezTo>
                  <a:cubicBezTo>
                    <a:pt x="413" y="2512"/>
                    <a:pt x="389" y="2463"/>
                    <a:pt x="365" y="2414"/>
                  </a:cubicBezTo>
                  <a:cubicBezTo>
                    <a:pt x="340" y="2220"/>
                    <a:pt x="705" y="1831"/>
                    <a:pt x="826" y="1686"/>
                  </a:cubicBezTo>
                  <a:cubicBezTo>
                    <a:pt x="851" y="1661"/>
                    <a:pt x="826" y="1613"/>
                    <a:pt x="802" y="1613"/>
                  </a:cubicBezTo>
                  <a:lnTo>
                    <a:pt x="656" y="1613"/>
                  </a:lnTo>
                  <a:cubicBezTo>
                    <a:pt x="510" y="1613"/>
                    <a:pt x="170" y="1588"/>
                    <a:pt x="122" y="1394"/>
                  </a:cubicBezTo>
                  <a:cubicBezTo>
                    <a:pt x="122" y="1370"/>
                    <a:pt x="122" y="1345"/>
                    <a:pt x="146" y="1321"/>
                  </a:cubicBezTo>
                  <a:cubicBezTo>
                    <a:pt x="219" y="1200"/>
                    <a:pt x="559" y="1175"/>
                    <a:pt x="826" y="1175"/>
                  </a:cubicBezTo>
                  <a:lnTo>
                    <a:pt x="875" y="1175"/>
                  </a:lnTo>
                  <a:cubicBezTo>
                    <a:pt x="875" y="1175"/>
                    <a:pt x="899" y="1151"/>
                    <a:pt x="923" y="1151"/>
                  </a:cubicBezTo>
                  <a:cubicBezTo>
                    <a:pt x="923" y="1127"/>
                    <a:pt x="899" y="1103"/>
                    <a:pt x="899" y="1078"/>
                  </a:cubicBezTo>
                  <a:cubicBezTo>
                    <a:pt x="802" y="1005"/>
                    <a:pt x="510" y="762"/>
                    <a:pt x="510" y="592"/>
                  </a:cubicBezTo>
                  <a:cubicBezTo>
                    <a:pt x="510" y="568"/>
                    <a:pt x="535" y="520"/>
                    <a:pt x="559" y="495"/>
                  </a:cubicBezTo>
                  <a:cubicBezTo>
                    <a:pt x="583" y="471"/>
                    <a:pt x="632" y="471"/>
                    <a:pt x="680" y="471"/>
                  </a:cubicBezTo>
                  <a:cubicBezTo>
                    <a:pt x="899" y="520"/>
                    <a:pt x="1142" y="617"/>
                    <a:pt x="1312" y="762"/>
                  </a:cubicBezTo>
                  <a:cubicBezTo>
                    <a:pt x="1324" y="775"/>
                    <a:pt x="1336" y="781"/>
                    <a:pt x="1345" y="781"/>
                  </a:cubicBezTo>
                  <a:cubicBezTo>
                    <a:pt x="1355" y="781"/>
                    <a:pt x="1361" y="775"/>
                    <a:pt x="1361" y="762"/>
                  </a:cubicBezTo>
                  <a:cubicBezTo>
                    <a:pt x="1385" y="762"/>
                    <a:pt x="1409" y="738"/>
                    <a:pt x="1385" y="714"/>
                  </a:cubicBezTo>
                  <a:cubicBezTo>
                    <a:pt x="1361" y="592"/>
                    <a:pt x="1336" y="252"/>
                    <a:pt x="1434" y="131"/>
                  </a:cubicBezTo>
                  <a:cubicBezTo>
                    <a:pt x="1451" y="114"/>
                    <a:pt x="1480" y="97"/>
                    <a:pt x="1513" y="97"/>
                  </a:cubicBezTo>
                  <a:close/>
                  <a:moveTo>
                    <a:pt x="1497" y="0"/>
                  </a:moveTo>
                  <a:cubicBezTo>
                    <a:pt x="1437" y="0"/>
                    <a:pt x="1373" y="28"/>
                    <a:pt x="1336" y="82"/>
                  </a:cubicBezTo>
                  <a:cubicBezTo>
                    <a:pt x="1263" y="252"/>
                    <a:pt x="1215" y="447"/>
                    <a:pt x="1263" y="617"/>
                  </a:cubicBezTo>
                  <a:cubicBezTo>
                    <a:pt x="1093" y="471"/>
                    <a:pt x="875" y="398"/>
                    <a:pt x="656" y="349"/>
                  </a:cubicBezTo>
                  <a:cubicBezTo>
                    <a:pt x="583" y="349"/>
                    <a:pt x="535" y="374"/>
                    <a:pt x="462" y="422"/>
                  </a:cubicBezTo>
                  <a:cubicBezTo>
                    <a:pt x="413" y="447"/>
                    <a:pt x="389" y="520"/>
                    <a:pt x="389" y="568"/>
                  </a:cubicBezTo>
                  <a:cubicBezTo>
                    <a:pt x="413" y="762"/>
                    <a:pt x="608" y="957"/>
                    <a:pt x="729" y="1054"/>
                  </a:cubicBezTo>
                  <a:cubicBezTo>
                    <a:pt x="510" y="1078"/>
                    <a:pt x="170" y="1103"/>
                    <a:pt x="49" y="1248"/>
                  </a:cubicBezTo>
                  <a:cubicBezTo>
                    <a:pt x="25" y="1297"/>
                    <a:pt x="0" y="1370"/>
                    <a:pt x="25" y="1418"/>
                  </a:cubicBezTo>
                  <a:cubicBezTo>
                    <a:pt x="73" y="1686"/>
                    <a:pt x="462" y="1710"/>
                    <a:pt x="680" y="1710"/>
                  </a:cubicBezTo>
                  <a:cubicBezTo>
                    <a:pt x="535" y="1880"/>
                    <a:pt x="243" y="2220"/>
                    <a:pt x="292" y="2439"/>
                  </a:cubicBezTo>
                  <a:cubicBezTo>
                    <a:pt x="292" y="2536"/>
                    <a:pt x="340" y="2584"/>
                    <a:pt x="438" y="2633"/>
                  </a:cubicBezTo>
                  <a:cubicBezTo>
                    <a:pt x="510" y="2682"/>
                    <a:pt x="608" y="2706"/>
                    <a:pt x="705" y="2706"/>
                  </a:cubicBezTo>
                  <a:cubicBezTo>
                    <a:pt x="875" y="2682"/>
                    <a:pt x="1021" y="2633"/>
                    <a:pt x="1142" y="2560"/>
                  </a:cubicBezTo>
                  <a:cubicBezTo>
                    <a:pt x="1166" y="2730"/>
                    <a:pt x="1263" y="3167"/>
                    <a:pt x="1531" y="3167"/>
                  </a:cubicBezTo>
                  <a:lnTo>
                    <a:pt x="1628" y="3167"/>
                  </a:lnTo>
                  <a:cubicBezTo>
                    <a:pt x="1822" y="3046"/>
                    <a:pt x="1944" y="2803"/>
                    <a:pt x="1919" y="2560"/>
                  </a:cubicBezTo>
                  <a:lnTo>
                    <a:pt x="1919" y="2560"/>
                  </a:lnTo>
                  <a:cubicBezTo>
                    <a:pt x="2041" y="2706"/>
                    <a:pt x="2259" y="2949"/>
                    <a:pt x="2454" y="2949"/>
                  </a:cubicBezTo>
                  <a:cubicBezTo>
                    <a:pt x="2502" y="2949"/>
                    <a:pt x="2575" y="2900"/>
                    <a:pt x="2600" y="2852"/>
                  </a:cubicBezTo>
                  <a:cubicBezTo>
                    <a:pt x="2721" y="2657"/>
                    <a:pt x="2697" y="2414"/>
                    <a:pt x="2551" y="2244"/>
                  </a:cubicBezTo>
                  <a:cubicBezTo>
                    <a:pt x="2745" y="2220"/>
                    <a:pt x="3231" y="2147"/>
                    <a:pt x="3231" y="1904"/>
                  </a:cubicBezTo>
                  <a:cubicBezTo>
                    <a:pt x="3231" y="1661"/>
                    <a:pt x="2891" y="1588"/>
                    <a:pt x="2697" y="1564"/>
                  </a:cubicBezTo>
                  <a:cubicBezTo>
                    <a:pt x="2842" y="1443"/>
                    <a:pt x="3134" y="1175"/>
                    <a:pt x="3134" y="1005"/>
                  </a:cubicBezTo>
                  <a:cubicBezTo>
                    <a:pt x="3134" y="981"/>
                    <a:pt x="3134" y="933"/>
                    <a:pt x="3110" y="908"/>
                  </a:cubicBezTo>
                  <a:cubicBezTo>
                    <a:pt x="3055" y="854"/>
                    <a:pt x="3000" y="826"/>
                    <a:pt x="2935" y="826"/>
                  </a:cubicBezTo>
                  <a:cubicBezTo>
                    <a:pt x="2914" y="826"/>
                    <a:pt x="2891" y="829"/>
                    <a:pt x="2867" y="835"/>
                  </a:cubicBezTo>
                  <a:cubicBezTo>
                    <a:pt x="2745" y="835"/>
                    <a:pt x="2624" y="860"/>
                    <a:pt x="2527" y="884"/>
                  </a:cubicBezTo>
                  <a:cubicBezTo>
                    <a:pt x="2575" y="714"/>
                    <a:pt x="2672" y="349"/>
                    <a:pt x="2478" y="179"/>
                  </a:cubicBezTo>
                  <a:cubicBezTo>
                    <a:pt x="2454" y="155"/>
                    <a:pt x="2405" y="155"/>
                    <a:pt x="2381" y="131"/>
                  </a:cubicBezTo>
                  <a:cubicBezTo>
                    <a:pt x="2211" y="131"/>
                    <a:pt x="2041" y="374"/>
                    <a:pt x="1944" y="544"/>
                  </a:cubicBezTo>
                  <a:cubicBezTo>
                    <a:pt x="1919" y="349"/>
                    <a:pt x="1822" y="58"/>
                    <a:pt x="1555" y="9"/>
                  </a:cubicBezTo>
                  <a:cubicBezTo>
                    <a:pt x="1537" y="3"/>
                    <a:pt x="1517" y="0"/>
                    <a:pt x="14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33"/>
            <p:cNvSpPr/>
            <p:nvPr/>
          </p:nvSpPr>
          <p:spPr>
            <a:xfrm>
              <a:off x="-933315" y="1418369"/>
              <a:ext cx="55854" cy="54919"/>
            </a:xfrm>
            <a:custGeom>
              <a:avLst/>
              <a:gdLst/>
              <a:ahLst/>
              <a:cxnLst/>
              <a:rect l="l" t="t" r="r" b="b"/>
              <a:pathLst>
                <a:path w="1434" h="1410" extrusionOk="0">
                  <a:moveTo>
                    <a:pt x="729" y="1"/>
                  </a:moveTo>
                  <a:cubicBezTo>
                    <a:pt x="340" y="1"/>
                    <a:pt x="0" y="317"/>
                    <a:pt x="0" y="705"/>
                  </a:cubicBezTo>
                  <a:cubicBezTo>
                    <a:pt x="0" y="1094"/>
                    <a:pt x="340" y="1410"/>
                    <a:pt x="729" y="1410"/>
                  </a:cubicBezTo>
                  <a:cubicBezTo>
                    <a:pt x="1118" y="1410"/>
                    <a:pt x="1434" y="1094"/>
                    <a:pt x="1434" y="705"/>
                  </a:cubicBezTo>
                  <a:cubicBezTo>
                    <a:pt x="1434" y="317"/>
                    <a:pt x="1118" y="1"/>
                    <a:pt x="7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33"/>
            <p:cNvSpPr/>
            <p:nvPr/>
          </p:nvSpPr>
          <p:spPr>
            <a:xfrm>
              <a:off x="-1021303" y="1507331"/>
              <a:ext cx="55854" cy="54919"/>
            </a:xfrm>
            <a:custGeom>
              <a:avLst/>
              <a:gdLst/>
              <a:ahLst/>
              <a:cxnLst/>
              <a:rect l="l" t="t" r="r" b="b"/>
              <a:pathLst>
                <a:path w="1434" h="1410" extrusionOk="0">
                  <a:moveTo>
                    <a:pt x="705" y="0"/>
                  </a:moveTo>
                  <a:cubicBezTo>
                    <a:pt x="316" y="0"/>
                    <a:pt x="0" y="316"/>
                    <a:pt x="0" y="705"/>
                  </a:cubicBezTo>
                  <a:cubicBezTo>
                    <a:pt x="0" y="1093"/>
                    <a:pt x="316" y="1409"/>
                    <a:pt x="705" y="1409"/>
                  </a:cubicBezTo>
                  <a:cubicBezTo>
                    <a:pt x="1118" y="1409"/>
                    <a:pt x="1433" y="1093"/>
                    <a:pt x="1433" y="705"/>
                  </a:cubicBezTo>
                  <a:cubicBezTo>
                    <a:pt x="1433" y="316"/>
                    <a:pt x="1118" y="0"/>
                    <a:pt x="7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6" name="Google Shape;1506;p33"/>
          <p:cNvGrpSpPr/>
          <p:nvPr/>
        </p:nvGrpSpPr>
        <p:grpSpPr>
          <a:xfrm flipH="1">
            <a:off x="7725441" y="1082982"/>
            <a:ext cx="2037701" cy="1610804"/>
            <a:chOff x="855987" y="2204128"/>
            <a:chExt cx="1217483" cy="962421"/>
          </a:xfrm>
        </p:grpSpPr>
        <p:grpSp>
          <p:nvGrpSpPr>
            <p:cNvPr id="1507" name="Google Shape;1507;p33"/>
            <p:cNvGrpSpPr/>
            <p:nvPr/>
          </p:nvGrpSpPr>
          <p:grpSpPr>
            <a:xfrm>
              <a:off x="855987" y="2204128"/>
              <a:ext cx="1146639" cy="962421"/>
              <a:chOff x="958238" y="2157575"/>
              <a:chExt cx="1115191" cy="936025"/>
            </a:xfrm>
          </p:grpSpPr>
          <p:sp>
            <p:nvSpPr>
              <p:cNvPr id="1508" name="Google Shape;1508;p33"/>
              <p:cNvSpPr/>
              <p:nvPr/>
            </p:nvSpPr>
            <p:spPr>
              <a:xfrm>
                <a:off x="1253863" y="2157575"/>
                <a:ext cx="492600" cy="49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33"/>
              <p:cNvSpPr/>
              <p:nvPr/>
            </p:nvSpPr>
            <p:spPr>
              <a:xfrm>
                <a:off x="1441088" y="2325100"/>
                <a:ext cx="492600" cy="49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3"/>
              <p:cNvSpPr/>
              <p:nvPr/>
            </p:nvSpPr>
            <p:spPr>
              <a:xfrm>
                <a:off x="997663" y="2334950"/>
                <a:ext cx="492600" cy="49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3"/>
              <p:cNvSpPr/>
              <p:nvPr/>
            </p:nvSpPr>
            <p:spPr>
              <a:xfrm>
                <a:off x="958238" y="2551725"/>
                <a:ext cx="492600" cy="49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3"/>
              <p:cNvSpPr/>
              <p:nvPr/>
            </p:nvSpPr>
            <p:spPr>
              <a:xfrm>
                <a:off x="1165163" y="2601000"/>
                <a:ext cx="492600" cy="49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3"/>
              <p:cNvSpPr/>
              <p:nvPr/>
            </p:nvSpPr>
            <p:spPr>
              <a:xfrm>
                <a:off x="1450928" y="2561600"/>
                <a:ext cx="622500" cy="49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4" name="Google Shape;1514;p33"/>
            <p:cNvSpPr/>
            <p:nvPr/>
          </p:nvSpPr>
          <p:spPr>
            <a:xfrm>
              <a:off x="926851" y="2206843"/>
              <a:ext cx="1146619" cy="869887"/>
            </a:xfrm>
            <a:custGeom>
              <a:avLst/>
              <a:gdLst/>
              <a:ahLst/>
              <a:cxnLst/>
              <a:rect l="l" t="t" r="r" b="b"/>
              <a:pathLst>
                <a:path w="6074" h="4608" extrusionOk="0">
                  <a:moveTo>
                    <a:pt x="1749" y="936"/>
                  </a:moveTo>
                  <a:cubicBezTo>
                    <a:pt x="1968" y="985"/>
                    <a:pt x="2187" y="1131"/>
                    <a:pt x="2284" y="1325"/>
                  </a:cubicBezTo>
                  <a:cubicBezTo>
                    <a:pt x="2284" y="1398"/>
                    <a:pt x="2260" y="1446"/>
                    <a:pt x="2211" y="1471"/>
                  </a:cubicBezTo>
                  <a:cubicBezTo>
                    <a:pt x="2162" y="1519"/>
                    <a:pt x="2114" y="1519"/>
                    <a:pt x="2065" y="1544"/>
                  </a:cubicBezTo>
                  <a:cubicBezTo>
                    <a:pt x="1871" y="1544"/>
                    <a:pt x="1725" y="1276"/>
                    <a:pt x="1677" y="1155"/>
                  </a:cubicBezTo>
                  <a:lnTo>
                    <a:pt x="1677" y="1131"/>
                  </a:lnTo>
                  <a:cubicBezTo>
                    <a:pt x="1701" y="1058"/>
                    <a:pt x="1725" y="1009"/>
                    <a:pt x="1749" y="936"/>
                  </a:cubicBezTo>
                  <a:close/>
                  <a:moveTo>
                    <a:pt x="3936" y="1301"/>
                  </a:moveTo>
                  <a:lnTo>
                    <a:pt x="3936" y="1301"/>
                  </a:lnTo>
                  <a:cubicBezTo>
                    <a:pt x="3960" y="1446"/>
                    <a:pt x="3936" y="1616"/>
                    <a:pt x="3839" y="1762"/>
                  </a:cubicBezTo>
                  <a:cubicBezTo>
                    <a:pt x="3790" y="1714"/>
                    <a:pt x="3814" y="1495"/>
                    <a:pt x="3936" y="1301"/>
                  </a:cubicBezTo>
                  <a:close/>
                  <a:moveTo>
                    <a:pt x="750" y="2166"/>
                  </a:moveTo>
                  <a:cubicBezTo>
                    <a:pt x="776" y="2166"/>
                    <a:pt x="802" y="2169"/>
                    <a:pt x="826" y="2175"/>
                  </a:cubicBezTo>
                  <a:cubicBezTo>
                    <a:pt x="1142" y="2199"/>
                    <a:pt x="1264" y="2394"/>
                    <a:pt x="1264" y="2564"/>
                  </a:cubicBezTo>
                  <a:cubicBezTo>
                    <a:pt x="1264" y="2661"/>
                    <a:pt x="1166" y="2758"/>
                    <a:pt x="1045" y="2782"/>
                  </a:cubicBezTo>
                  <a:cubicBezTo>
                    <a:pt x="996" y="2758"/>
                    <a:pt x="924" y="2758"/>
                    <a:pt x="875" y="2734"/>
                  </a:cubicBezTo>
                  <a:cubicBezTo>
                    <a:pt x="705" y="2612"/>
                    <a:pt x="583" y="2442"/>
                    <a:pt x="535" y="2248"/>
                  </a:cubicBezTo>
                  <a:cubicBezTo>
                    <a:pt x="590" y="2193"/>
                    <a:pt x="672" y="2166"/>
                    <a:pt x="750" y="2166"/>
                  </a:cubicBezTo>
                  <a:close/>
                  <a:moveTo>
                    <a:pt x="5199" y="2588"/>
                  </a:moveTo>
                  <a:cubicBezTo>
                    <a:pt x="5078" y="2855"/>
                    <a:pt x="4883" y="3025"/>
                    <a:pt x="4762" y="3025"/>
                  </a:cubicBezTo>
                  <a:cubicBezTo>
                    <a:pt x="4713" y="3025"/>
                    <a:pt x="4665" y="3001"/>
                    <a:pt x="4640" y="2977"/>
                  </a:cubicBezTo>
                  <a:cubicBezTo>
                    <a:pt x="4567" y="2855"/>
                    <a:pt x="4592" y="2807"/>
                    <a:pt x="4592" y="2782"/>
                  </a:cubicBezTo>
                  <a:cubicBezTo>
                    <a:pt x="4640" y="2685"/>
                    <a:pt x="4883" y="2588"/>
                    <a:pt x="5150" y="2588"/>
                  </a:cubicBezTo>
                  <a:close/>
                  <a:moveTo>
                    <a:pt x="3596" y="3293"/>
                  </a:moveTo>
                  <a:cubicBezTo>
                    <a:pt x="3596" y="3293"/>
                    <a:pt x="3620" y="3317"/>
                    <a:pt x="3620" y="3317"/>
                  </a:cubicBezTo>
                  <a:cubicBezTo>
                    <a:pt x="3669" y="3390"/>
                    <a:pt x="3644" y="3608"/>
                    <a:pt x="3426" y="3851"/>
                  </a:cubicBezTo>
                  <a:cubicBezTo>
                    <a:pt x="3353" y="3754"/>
                    <a:pt x="3328" y="3633"/>
                    <a:pt x="3377" y="3511"/>
                  </a:cubicBezTo>
                  <a:cubicBezTo>
                    <a:pt x="3401" y="3414"/>
                    <a:pt x="3474" y="3341"/>
                    <a:pt x="3596" y="3317"/>
                  </a:cubicBezTo>
                  <a:lnTo>
                    <a:pt x="3596" y="3293"/>
                  </a:lnTo>
                  <a:close/>
                  <a:moveTo>
                    <a:pt x="1822" y="3366"/>
                  </a:moveTo>
                  <a:cubicBezTo>
                    <a:pt x="1847" y="3366"/>
                    <a:pt x="1944" y="3366"/>
                    <a:pt x="1968" y="3487"/>
                  </a:cubicBezTo>
                  <a:cubicBezTo>
                    <a:pt x="1944" y="3754"/>
                    <a:pt x="1798" y="3997"/>
                    <a:pt x="1555" y="4094"/>
                  </a:cubicBezTo>
                  <a:cubicBezTo>
                    <a:pt x="1482" y="3924"/>
                    <a:pt x="1507" y="3706"/>
                    <a:pt x="1604" y="3511"/>
                  </a:cubicBezTo>
                  <a:cubicBezTo>
                    <a:pt x="1652" y="3438"/>
                    <a:pt x="1725" y="3366"/>
                    <a:pt x="1822" y="3366"/>
                  </a:cubicBezTo>
                  <a:close/>
                  <a:moveTo>
                    <a:pt x="2745" y="159"/>
                  </a:moveTo>
                  <a:cubicBezTo>
                    <a:pt x="2867" y="159"/>
                    <a:pt x="3013" y="183"/>
                    <a:pt x="3158" y="256"/>
                  </a:cubicBezTo>
                  <a:cubicBezTo>
                    <a:pt x="3523" y="378"/>
                    <a:pt x="3814" y="693"/>
                    <a:pt x="3911" y="1058"/>
                  </a:cubicBezTo>
                  <a:cubicBezTo>
                    <a:pt x="3693" y="1325"/>
                    <a:pt x="3596" y="1714"/>
                    <a:pt x="3766" y="1859"/>
                  </a:cubicBezTo>
                  <a:cubicBezTo>
                    <a:pt x="3790" y="1908"/>
                    <a:pt x="3839" y="1932"/>
                    <a:pt x="3863" y="1932"/>
                  </a:cubicBezTo>
                  <a:cubicBezTo>
                    <a:pt x="3936" y="1932"/>
                    <a:pt x="3984" y="1884"/>
                    <a:pt x="4009" y="1835"/>
                  </a:cubicBezTo>
                  <a:cubicBezTo>
                    <a:pt x="4130" y="1616"/>
                    <a:pt x="4154" y="1349"/>
                    <a:pt x="4082" y="1106"/>
                  </a:cubicBezTo>
                  <a:cubicBezTo>
                    <a:pt x="4203" y="961"/>
                    <a:pt x="4397" y="863"/>
                    <a:pt x="4592" y="863"/>
                  </a:cubicBezTo>
                  <a:cubicBezTo>
                    <a:pt x="4762" y="863"/>
                    <a:pt x="4932" y="936"/>
                    <a:pt x="5053" y="1033"/>
                  </a:cubicBezTo>
                  <a:cubicBezTo>
                    <a:pt x="5466" y="1325"/>
                    <a:pt x="5466" y="1932"/>
                    <a:pt x="5272" y="2418"/>
                  </a:cubicBezTo>
                  <a:lnTo>
                    <a:pt x="5150" y="2418"/>
                  </a:lnTo>
                  <a:cubicBezTo>
                    <a:pt x="4907" y="2418"/>
                    <a:pt x="4567" y="2491"/>
                    <a:pt x="4470" y="2710"/>
                  </a:cubicBezTo>
                  <a:cubicBezTo>
                    <a:pt x="4397" y="2928"/>
                    <a:pt x="4543" y="3171"/>
                    <a:pt x="4762" y="3195"/>
                  </a:cubicBezTo>
                  <a:cubicBezTo>
                    <a:pt x="5029" y="3195"/>
                    <a:pt x="5248" y="2904"/>
                    <a:pt x="5369" y="2612"/>
                  </a:cubicBezTo>
                  <a:cubicBezTo>
                    <a:pt x="5612" y="2637"/>
                    <a:pt x="5806" y="2807"/>
                    <a:pt x="5879" y="3025"/>
                  </a:cubicBezTo>
                  <a:cubicBezTo>
                    <a:pt x="5903" y="3220"/>
                    <a:pt x="5831" y="3414"/>
                    <a:pt x="5685" y="3560"/>
                  </a:cubicBezTo>
                  <a:cubicBezTo>
                    <a:pt x="5320" y="3949"/>
                    <a:pt x="4810" y="4191"/>
                    <a:pt x="4252" y="4191"/>
                  </a:cubicBezTo>
                  <a:cubicBezTo>
                    <a:pt x="4082" y="4191"/>
                    <a:pt x="3887" y="4167"/>
                    <a:pt x="3741" y="4070"/>
                  </a:cubicBezTo>
                  <a:cubicBezTo>
                    <a:pt x="3669" y="4046"/>
                    <a:pt x="3620" y="4021"/>
                    <a:pt x="3571" y="3973"/>
                  </a:cubicBezTo>
                  <a:cubicBezTo>
                    <a:pt x="3814" y="3681"/>
                    <a:pt x="3887" y="3366"/>
                    <a:pt x="3766" y="3220"/>
                  </a:cubicBezTo>
                  <a:cubicBezTo>
                    <a:pt x="3717" y="3171"/>
                    <a:pt x="3669" y="3147"/>
                    <a:pt x="3596" y="3147"/>
                  </a:cubicBezTo>
                  <a:cubicBezTo>
                    <a:pt x="3426" y="3171"/>
                    <a:pt x="3280" y="3268"/>
                    <a:pt x="3231" y="3438"/>
                  </a:cubicBezTo>
                  <a:cubicBezTo>
                    <a:pt x="3158" y="3633"/>
                    <a:pt x="3207" y="3851"/>
                    <a:pt x="3328" y="3973"/>
                  </a:cubicBezTo>
                  <a:cubicBezTo>
                    <a:pt x="3037" y="4264"/>
                    <a:pt x="2648" y="4434"/>
                    <a:pt x="2260" y="4434"/>
                  </a:cubicBezTo>
                  <a:cubicBezTo>
                    <a:pt x="2215" y="4444"/>
                    <a:pt x="2169" y="4449"/>
                    <a:pt x="2124" y="4449"/>
                  </a:cubicBezTo>
                  <a:cubicBezTo>
                    <a:pt x="1946" y="4449"/>
                    <a:pt x="1768" y="4375"/>
                    <a:pt x="1652" y="4240"/>
                  </a:cubicBezTo>
                  <a:cubicBezTo>
                    <a:pt x="1944" y="4094"/>
                    <a:pt x="2138" y="3778"/>
                    <a:pt x="2138" y="3463"/>
                  </a:cubicBezTo>
                  <a:cubicBezTo>
                    <a:pt x="2116" y="3307"/>
                    <a:pt x="2013" y="3192"/>
                    <a:pt x="1865" y="3192"/>
                  </a:cubicBezTo>
                  <a:cubicBezTo>
                    <a:pt x="1851" y="3192"/>
                    <a:pt x="1837" y="3193"/>
                    <a:pt x="1822" y="3195"/>
                  </a:cubicBezTo>
                  <a:cubicBezTo>
                    <a:pt x="1677" y="3195"/>
                    <a:pt x="1531" y="3293"/>
                    <a:pt x="1458" y="3438"/>
                  </a:cubicBezTo>
                  <a:cubicBezTo>
                    <a:pt x="1337" y="3657"/>
                    <a:pt x="1312" y="3924"/>
                    <a:pt x="1409" y="4143"/>
                  </a:cubicBezTo>
                  <a:cubicBezTo>
                    <a:pt x="1361" y="4149"/>
                    <a:pt x="1314" y="4152"/>
                    <a:pt x="1268" y="4152"/>
                  </a:cubicBezTo>
                  <a:cubicBezTo>
                    <a:pt x="1130" y="4152"/>
                    <a:pt x="1002" y="4125"/>
                    <a:pt x="875" y="4070"/>
                  </a:cubicBezTo>
                  <a:cubicBezTo>
                    <a:pt x="535" y="3924"/>
                    <a:pt x="316" y="3633"/>
                    <a:pt x="268" y="3268"/>
                  </a:cubicBezTo>
                  <a:cubicBezTo>
                    <a:pt x="195" y="2977"/>
                    <a:pt x="243" y="2637"/>
                    <a:pt x="413" y="2370"/>
                  </a:cubicBezTo>
                  <a:cubicBezTo>
                    <a:pt x="486" y="2564"/>
                    <a:pt x="632" y="2734"/>
                    <a:pt x="802" y="2855"/>
                  </a:cubicBezTo>
                  <a:cubicBezTo>
                    <a:pt x="899" y="2880"/>
                    <a:pt x="972" y="2904"/>
                    <a:pt x="1069" y="2904"/>
                  </a:cubicBezTo>
                  <a:cubicBezTo>
                    <a:pt x="1264" y="2904"/>
                    <a:pt x="1434" y="2758"/>
                    <a:pt x="1434" y="2540"/>
                  </a:cubicBezTo>
                  <a:cubicBezTo>
                    <a:pt x="1434" y="2224"/>
                    <a:pt x="1166" y="1981"/>
                    <a:pt x="851" y="1981"/>
                  </a:cubicBezTo>
                  <a:cubicBezTo>
                    <a:pt x="828" y="1976"/>
                    <a:pt x="806" y="1974"/>
                    <a:pt x="784" y="1974"/>
                  </a:cubicBezTo>
                  <a:cubicBezTo>
                    <a:pt x="685" y="1974"/>
                    <a:pt x="590" y="2014"/>
                    <a:pt x="511" y="2054"/>
                  </a:cubicBezTo>
                  <a:cubicBezTo>
                    <a:pt x="438" y="1568"/>
                    <a:pt x="608" y="1058"/>
                    <a:pt x="1069" y="936"/>
                  </a:cubicBezTo>
                  <a:cubicBezTo>
                    <a:pt x="1194" y="901"/>
                    <a:pt x="1331" y="878"/>
                    <a:pt x="1463" y="878"/>
                  </a:cubicBezTo>
                  <a:cubicBezTo>
                    <a:pt x="1511" y="878"/>
                    <a:pt x="1558" y="881"/>
                    <a:pt x="1604" y="888"/>
                  </a:cubicBezTo>
                  <a:cubicBezTo>
                    <a:pt x="1555" y="1009"/>
                    <a:pt x="1507" y="1106"/>
                    <a:pt x="1507" y="1106"/>
                  </a:cubicBezTo>
                  <a:cubicBezTo>
                    <a:pt x="1507" y="1131"/>
                    <a:pt x="1507" y="1131"/>
                    <a:pt x="1507" y="1155"/>
                  </a:cubicBezTo>
                  <a:cubicBezTo>
                    <a:pt x="1531" y="1179"/>
                    <a:pt x="1725" y="1665"/>
                    <a:pt x="2065" y="1665"/>
                  </a:cubicBezTo>
                  <a:cubicBezTo>
                    <a:pt x="2162" y="1665"/>
                    <a:pt x="2235" y="1641"/>
                    <a:pt x="2308" y="1592"/>
                  </a:cubicBezTo>
                  <a:cubicBezTo>
                    <a:pt x="2405" y="1544"/>
                    <a:pt x="2478" y="1422"/>
                    <a:pt x="2454" y="1301"/>
                  </a:cubicBezTo>
                  <a:cubicBezTo>
                    <a:pt x="2357" y="1033"/>
                    <a:pt x="2114" y="839"/>
                    <a:pt x="1847" y="791"/>
                  </a:cubicBezTo>
                  <a:cubicBezTo>
                    <a:pt x="1992" y="426"/>
                    <a:pt x="2332" y="183"/>
                    <a:pt x="2745" y="159"/>
                  </a:cubicBezTo>
                  <a:close/>
                  <a:moveTo>
                    <a:pt x="2728" y="1"/>
                  </a:moveTo>
                  <a:cubicBezTo>
                    <a:pt x="2260" y="1"/>
                    <a:pt x="1815" y="296"/>
                    <a:pt x="1652" y="766"/>
                  </a:cubicBezTo>
                  <a:cubicBezTo>
                    <a:pt x="1569" y="748"/>
                    <a:pt x="1485" y="740"/>
                    <a:pt x="1403" y="740"/>
                  </a:cubicBezTo>
                  <a:cubicBezTo>
                    <a:pt x="1270" y="740"/>
                    <a:pt x="1141" y="760"/>
                    <a:pt x="1021" y="791"/>
                  </a:cubicBezTo>
                  <a:cubicBezTo>
                    <a:pt x="438" y="936"/>
                    <a:pt x="219" y="1616"/>
                    <a:pt x="341" y="2199"/>
                  </a:cubicBezTo>
                  <a:cubicBezTo>
                    <a:pt x="98" y="2515"/>
                    <a:pt x="0" y="2928"/>
                    <a:pt x="73" y="3317"/>
                  </a:cubicBezTo>
                  <a:cubicBezTo>
                    <a:pt x="146" y="3730"/>
                    <a:pt x="413" y="4070"/>
                    <a:pt x="802" y="4240"/>
                  </a:cubicBezTo>
                  <a:cubicBezTo>
                    <a:pt x="960" y="4293"/>
                    <a:pt x="1130" y="4332"/>
                    <a:pt x="1294" y="4332"/>
                  </a:cubicBezTo>
                  <a:cubicBezTo>
                    <a:pt x="1358" y="4332"/>
                    <a:pt x="1421" y="4326"/>
                    <a:pt x="1482" y="4313"/>
                  </a:cubicBezTo>
                  <a:cubicBezTo>
                    <a:pt x="1638" y="4491"/>
                    <a:pt x="1875" y="4607"/>
                    <a:pt x="2119" y="4607"/>
                  </a:cubicBezTo>
                  <a:cubicBezTo>
                    <a:pt x="2141" y="4607"/>
                    <a:pt x="2164" y="4606"/>
                    <a:pt x="2187" y="4604"/>
                  </a:cubicBezTo>
                  <a:lnTo>
                    <a:pt x="2260" y="4604"/>
                  </a:lnTo>
                  <a:cubicBezTo>
                    <a:pt x="2721" y="4580"/>
                    <a:pt x="3134" y="4410"/>
                    <a:pt x="3450" y="4094"/>
                  </a:cubicBezTo>
                  <a:cubicBezTo>
                    <a:pt x="3523" y="4143"/>
                    <a:pt x="3596" y="4191"/>
                    <a:pt x="3669" y="4240"/>
                  </a:cubicBezTo>
                  <a:cubicBezTo>
                    <a:pt x="3839" y="4313"/>
                    <a:pt x="4057" y="4361"/>
                    <a:pt x="4276" y="4361"/>
                  </a:cubicBezTo>
                  <a:cubicBezTo>
                    <a:pt x="4859" y="4361"/>
                    <a:pt x="5418" y="4094"/>
                    <a:pt x="5831" y="3681"/>
                  </a:cubicBezTo>
                  <a:cubicBezTo>
                    <a:pt x="6001" y="3487"/>
                    <a:pt x="6073" y="3244"/>
                    <a:pt x="6049" y="3001"/>
                  </a:cubicBezTo>
                  <a:cubicBezTo>
                    <a:pt x="5976" y="2710"/>
                    <a:pt x="5733" y="2491"/>
                    <a:pt x="5442" y="2467"/>
                  </a:cubicBezTo>
                  <a:cubicBezTo>
                    <a:pt x="5636" y="1908"/>
                    <a:pt x="5612" y="1252"/>
                    <a:pt x="5126" y="912"/>
                  </a:cubicBezTo>
                  <a:cubicBezTo>
                    <a:pt x="4972" y="781"/>
                    <a:pt x="4776" y="715"/>
                    <a:pt x="4580" y="715"/>
                  </a:cubicBezTo>
                  <a:cubicBezTo>
                    <a:pt x="4376" y="715"/>
                    <a:pt x="4170" y="787"/>
                    <a:pt x="4009" y="936"/>
                  </a:cubicBezTo>
                  <a:cubicBezTo>
                    <a:pt x="3887" y="548"/>
                    <a:pt x="3571" y="256"/>
                    <a:pt x="3207" y="110"/>
                  </a:cubicBezTo>
                  <a:cubicBezTo>
                    <a:pt x="3052" y="36"/>
                    <a:pt x="2889" y="1"/>
                    <a:pt x="27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5" name="Google Shape;1515;p33"/>
          <p:cNvGrpSpPr/>
          <p:nvPr/>
        </p:nvGrpSpPr>
        <p:grpSpPr>
          <a:xfrm flipH="1">
            <a:off x="2898506" y="-686743"/>
            <a:ext cx="2525833" cy="1610805"/>
            <a:chOff x="7239867" y="1514545"/>
            <a:chExt cx="2525833" cy="1610805"/>
          </a:xfrm>
        </p:grpSpPr>
        <p:grpSp>
          <p:nvGrpSpPr>
            <p:cNvPr id="1516" name="Google Shape;1516;p33"/>
            <p:cNvGrpSpPr/>
            <p:nvPr/>
          </p:nvGrpSpPr>
          <p:grpSpPr>
            <a:xfrm>
              <a:off x="7346663" y="1514545"/>
              <a:ext cx="2419037" cy="1551678"/>
              <a:chOff x="7410211" y="1555302"/>
              <a:chExt cx="2355440" cy="1510884"/>
            </a:xfrm>
          </p:grpSpPr>
          <p:grpSp>
            <p:nvGrpSpPr>
              <p:cNvPr id="1517" name="Google Shape;1517;p33"/>
              <p:cNvGrpSpPr/>
              <p:nvPr/>
            </p:nvGrpSpPr>
            <p:grpSpPr>
              <a:xfrm>
                <a:off x="7410211" y="1555302"/>
                <a:ext cx="2355440" cy="1510884"/>
                <a:chOff x="761258" y="2062480"/>
                <a:chExt cx="1646470" cy="1056119"/>
              </a:xfrm>
            </p:grpSpPr>
            <p:sp>
              <p:nvSpPr>
                <p:cNvPr id="1518" name="Google Shape;1518;p33"/>
                <p:cNvSpPr/>
                <p:nvPr/>
              </p:nvSpPr>
              <p:spPr>
                <a:xfrm rot="-1481318">
                  <a:off x="1087094" y="2126891"/>
                  <a:ext cx="430227" cy="556678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9" name="Google Shape;1519;p33"/>
                <p:cNvSpPr/>
                <p:nvPr/>
              </p:nvSpPr>
              <p:spPr>
                <a:xfrm>
                  <a:off x="1415418" y="2201127"/>
                  <a:ext cx="557700" cy="4926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0" name="Google Shape;1520;p33"/>
                <p:cNvSpPr/>
                <p:nvPr/>
              </p:nvSpPr>
              <p:spPr>
                <a:xfrm>
                  <a:off x="761258" y="2379293"/>
                  <a:ext cx="492600" cy="4926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1" name="Google Shape;1521;p33"/>
                <p:cNvSpPr/>
                <p:nvPr/>
              </p:nvSpPr>
              <p:spPr>
                <a:xfrm>
                  <a:off x="899445" y="2606080"/>
                  <a:ext cx="469500" cy="4695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2" name="Google Shape;1522;p33"/>
                <p:cNvSpPr/>
                <p:nvPr/>
              </p:nvSpPr>
              <p:spPr>
                <a:xfrm>
                  <a:off x="1250808" y="2594534"/>
                  <a:ext cx="492600" cy="4926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3" name="Google Shape;1523;p33"/>
                <p:cNvSpPr/>
                <p:nvPr/>
              </p:nvSpPr>
              <p:spPr>
                <a:xfrm rot="-2967336">
                  <a:off x="1706888" y="2475460"/>
                  <a:ext cx="622580" cy="492779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524" name="Google Shape;1524;p33"/>
              <p:cNvSpPr/>
              <p:nvPr/>
            </p:nvSpPr>
            <p:spPr>
              <a:xfrm>
                <a:off x="7933212" y="2119383"/>
                <a:ext cx="704700" cy="7047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3"/>
              <p:cNvSpPr/>
              <p:nvPr/>
            </p:nvSpPr>
            <p:spPr>
              <a:xfrm>
                <a:off x="8386462" y="2119383"/>
                <a:ext cx="704700" cy="7047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6" name="Google Shape;1526;p33"/>
            <p:cNvSpPr/>
            <p:nvPr/>
          </p:nvSpPr>
          <p:spPr>
            <a:xfrm>
              <a:off x="7239867" y="1792171"/>
              <a:ext cx="2256600" cy="1333178"/>
            </a:xfrm>
            <a:custGeom>
              <a:avLst/>
              <a:gdLst/>
              <a:ahLst/>
              <a:cxnLst/>
              <a:rect l="l" t="t" r="r" b="b"/>
              <a:pathLst>
                <a:path w="4957" h="2929" extrusionOk="0">
                  <a:moveTo>
                    <a:pt x="1215" y="718"/>
                  </a:moveTo>
                  <a:cubicBezTo>
                    <a:pt x="1312" y="743"/>
                    <a:pt x="1337" y="767"/>
                    <a:pt x="1361" y="815"/>
                  </a:cubicBezTo>
                  <a:cubicBezTo>
                    <a:pt x="1361" y="840"/>
                    <a:pt x="1312" y="888"/>
                    <a:pt x="1288" y="913"/>
                  </a:cubicBezTo>
                  <a:cubicBezTo>
                    <a:pt x="1264" y="913"/>
                    <a:pt x="1264" y="937"/>
                    <a:pt x="1215" y="937"/>
                  </a:cubicBezTo>
                  <a:cubicBezTo>
                    <a:pt x="1215" y="864"/>
                    <a:pt x="1215" y="815"/>
                    <a:pt x="1215" y="743"/>
                  </a:cubicBezTo>
                  <a:lnTo>
                    <a:pt x="1215" y="718"/>
                  </a:lnTo>
                  <a:close/>
                  <a:moveTo>
                    <a:pt x="2527" y="475"/>
                  </a:moveTo>
                  <a:cubicBezTo>
                    <a:pt x="2624" y="597"/>
                    <a:pt x="2673" y="767"/>
                    <a:pt x="2624" y="937"/>
                  </a:cubicBezTo>
                  <a:cubicBezTo>
                    <a:pt x="2601" y="983"/>
                    <a:pt x="2567" y="1007"/>
                    <a:pt x="2530" y="1007"/>
                  </a:cubicBezTo>
                  <a:cubicBezTo>
                    <a:pt x="2489" y="1007"/>
                    <a:pt x="2444" y="977"/>
                    <a:pt x="2405" y="913"/>
                  </a:cubicBezTo>
                  <a:cubicBezTo>
                    <a:pt x="2333" y="767"/>
                    <a:pt x="2381" y="573"/>
                    <a:pt x="2527" y="475"/>
                  </a:cubicBezTo>
                  <a:close/>
                  <a:moveTo>
                    <a:pt x="3984" y="1010"/>
                  </a:moveTo>
                  <a:lnTo>
                    <a:pt x="3984" y="1010"/>
                  </a:lnTo>
                  <a:cubicBezTo>
                    <a:pt x="4009" y="1107"/>
                    <a:pt x="3984" y="1228"/>
                    <a:pt x="3936" y="1326"/>
                  </a:cubicBezTo>
                  <a:cubicBezTo>
                    <a:pt x="3912" y="1350"/>
                    <a:pt x="3912" y="1350"/>
                    <a:pt x="3887" y="1350"/>
                  </a:cubicBezTo>
                  <a:cubicBezTo>
                    <a:pt x="3863" y="1350"/>
                    <a:pt x="3839" y="1326"/>
                    <a:pt x="3814" y="1326"/>
                  </a:cubicBezTo>
                  <a:cubicBezTo>
                    <a:pt x="3766" y="1277"/>
                    <a:pt x="3766" y="1277"/>
                    <a:pt x="3766" y="1204"/>
                  </a:cubicBezTo>
                  <a:cubicBezTo>
                    <a:pt x="3790" y="1131"/>
                    <a:pt x="3863" y="1058"/>
                    <a:pt x="3984" y="1010"/>
                  </a:cubicBezTo>
                  <a:close/>
                  <a:moveTo>
                    <a:pt x="1045" y="1860"/>
                  </a:moveTo>
                  <a:cubicBezTo>
                    <a:pt x="948" y="1957"/>
                    <a:pt x="851" y="2030"/>
                    <a:pt x="754" y="2079"/>
                  </a:cubicBezTo>
                  <a:cubicBezTo>
                    <a:pt x="778" y="1982"/>
                    <a:pt x="875" y="1909"/>
                    <a:pt x="972" y="1860"/>
                  </a:cubicBezTo>
                  <a:close/>
                  <a:moveTo>
                    <a:pt x="3159" y="1957"/>
                  </a:moveTo>
                  <a:cubicBezTo>
                    <a:pt x="3159" y="1957"/>
                    <a:pt x="3183" y="1957"/>
                    <a:pt x="3231" y="2006"/>
                  </a:cubicBezTo>
                  <a:cubicBezTo>
                    <a:pt x="3280" y="2054"/>
                    <a:pt x="3304" y="2152"/>
                    <a:pt x="3280" y="2224"/>
                  </a:cubicBezTo>
                  <a:cubicBezTo>
                    <a:pt x="3159" y="2127"/>
                    <a:pt x="3159" y="2006"/>
                    <a:pt x="3159" y="1957"/>
                  </a:cubicBezTo>
                  <a:close/>
                  <a:moveTo>
                    <a:pt x="1701" y="2030"/>
                  </a:moveTo>
                  <a:cubicBezTo>
                    <a:pt x="1750" y="2054"/>
                    <a:pt x="1798" y="2079"/>
                    <a:pt x="1822" y="2127"/>
                  </a:cubicBezTo>
                  <a:cubicBezTo>
                    <a:pt x="1847" y="2249"/>
                    <a:pt x="1822" y="2346"/>
                    <a:pt x="1774" y="2443"/>
                  </a:cubicBezTo>
                  <a:cubicBezTo>
                    <a:pt x="1677" y="2346"/>
                    <a:pt x="1628" y="2200"/>
                    <a:pt x="1652" y="2054"/>
                  </a:cubicBezTo>
                  <a:cubicBezTo>
                    <a:pt x="1652" y="2030"/>
                    <a:pt x="1677" y="2030"/>
                    <a:pt x="1677" y="2030"/>
                  </a:cubicBezTo>
                  <a:close/>
                  <a:moveTo>
                    <a:pt x="1688" y="116"/>
                  </a:moveTo>
                  <a:cubicBezTo>
                    <a:pt x="1796" y="116"/>
                    <a:pt x="1923" y="140"/>
                    <a:pt x="2065" y="184"/>
                  </a:cubicBezTo>
                  <a:cubicBezTo>
                    <a:pt x="2211" y="232"/>
                    <a:pt x="2333" y="305"/>
                    <a:pt x="2454" y="427"/>
                  </a:cubicBezTo>
                  <a:cubicBezTo>
                    <a:pt x="2284" y="548"/>
                    <a:pt x="2235" y="791"/>
                    <a:pt x="2333" y="961"/>
                  </a:cubicBezTo>
                  <a:cubicBezTo>
                    <a:pt x="2430" y="1083"/>
                    <a:pt x="2503" y="1131"/>
                    <a:pt x="2551" y="1131"/>
                  </a:cubicBezTo>
                  <a:cubicBezTo>
                    <a:pt x="2648" y="1107"/>
                    <a:pt x="2721" y="1058"/>
                    <a:pt x="2746" y="986"/>
                  </a:cubicBezTo>
                  <a:cubicBezTo>
                    <a:pt x="2794" y="791"/>
                    <a:pt x="2746" y="573"/>
                    <a:pt x="2624" y="427"/>
                  </a:cubicBezTo>
                  <a:cubicBezTo>
                    <a:pt x="2818" y="305"/>
                    <a:pt x="3061" y="232"/>
                    <a:pt x="3304" y="232"/>
                  </a:cubicBezTo>
                  <a:lnTo>
                    <a:pt x="3450" y="232"/>
                  </a:lnTo>
                  <a:cubicBezTo>
                    <a:pt x="3742" y="330"/>
                    <a:pt x="3960" y="597"/>
                    <a:pt x="3984" y="888"/>
                  </a:cubicBezTo>
                  <a:cubicBezTo>
                    <a:pt x="3839" y="937"/>
                    <a:pt x="3717" y="1034"/>
                    <a:pt x="3693" y="1180"/>
                  </a:cubicBezTo>
                  <a:cubicBezTo>
                    <a:pt x="3669" y="1277"/>
                    <a:pt x="3693" y="1350"/>
                    <a:pt x="3766" y="1423"/>
                  </a:cubicBezTo>
                  <a:cubicBezTo>
                    <a:pt x="3802" y="1459"/>
                    <a:pt x="3845" y="1477"/>
                    <a:pt x="3887" y="1477"/>
                  </a:cubicBezTo>
                  <a:cubicBezTo>
                    <a:pt x="3930" y="1477"/>
                    <a:pt x="3972" y="1459"/>
                    <a:pt x="4009" y="1423"/>
                  </a:cubicBezTo>
                  <a:cubicBezTo>
                    <a:pt x="4082" y="1277"/>
                    <a:pt x="4106" y="1131"/>
                    <a:pt x="4082" y="986"/>
                  </a:cubicBezTo>
                  <a:cubicBezTo>
                    <a:pt x="4130" y="986"/>
                    <a:pt x="4203" y="961"/>
                    <a:pt x="4252" y="961"/>
                  </a:cubicBezTo>
                  <a:cubicBezTo>
                    <a:pt x="4470" y="961"/>
                    <a:pt x="4640" y="1083"/>
                    <a:pt x="4738" y="1277"/>
                  </a:cubicBezTo>
                  <a:cubicBezTo>
                    <a:pt x="4835" y="1544"/>
                    <a:pt x="4810" y="1836"/>
                    <a:pt x="4665" y="2079"/>
                  </a:cubicBezTo>
                  <a:cubicBezTo>
                    <a:pt x="4483" y="2341"/>
                    <a:pt x="4201" y="2486"/>
                    <a:pt x="3902" y="2486"/>
                  </a:cubicBezTo>
                  <a:cubicBezTo>
                    <a:pt x="3841" y="2486"/>
                    <a:pt x="3779" y="2480"/>
                    <a:pt x="3717" y="2467"/>
                  </a:cubicBezTo>
                  <a:cubicBezTo>
                    <a:pt x="3572" y="2443"/>
                    <a:pt x="3450" y="2370"/>
                    <a:pt x="3353" y="2297"/>
                  </a:cubicBezTo>
                  <a:cubicBezTo>
                    <a:pt x="3401" y="2176"/>
                    <a:pt x="3377" y="2030"/>
                    <a:pt x="3304" y="1933"/>
                  </a:cubicBezTo>
                  <a:cubicBezTo>
                    <a:pt x="3244" y="1884"/>
                    <a:pt x="3189" y="1860"/>
                    <a:pt x="3143" y="1860"/>
                  </a:cubicBezTo>
                  <a:cubicBezTo>
                    <a:pt x="3098" y="1860"/>
                    <a:pt x="3061" y="1884"/>
                    <a:pt x="3037" y="1933"/>
                  </a:cubicBezTo>
                  <a:cubicBezTo>
                    <a:pt x="3037" y="2103"/>
                    <a:pt x="3086" y="2249"/>
                    <a:pt x="3231" y="2322"/>
                  </a:cubicBezTo>
                  <a:cubicBezTo>
                    <a:pt x="3071" y="2620"/>
                    <a:pt x="2781" y="2809"/>
                    <a:pt x="2442" y="2809"/>
                  </a:cubicBezTo>
                  <a:cubicBezTo>
                    <a:pt x="2422" y="2809"/>
                    <a:pt x="2402" y="2809"/>
                    <a:pt x="2381" y="2807"/>
                  </a:cubicBezTo>
                  <a:cubicBezTo>
                    <a:pt x="2187" y="2807"/>
                    <a:pt x="1968" y="2686"/>
                    <a:pt x="1847" y="2516"/>
                  </a:cubicBezTo>
                  <a:cubicBezTo>
                    <a:pt x="1920" y="2394"/>
                    <a:pt x="1968" y="2249"/>
                    <a:pt x="1920" y="2103"/>
                  </a:cubicBezTo>
                  <a:cubicBezTo>
                    <a:pt x="1895" y="2030"/>
                    <a:pt x="1822" y="1957"/>
                    <a:pt x="1725" y="1933"/>
                  </a:cubicBezTo>
                  <a:cubicBezTo>
                    <a:pt x="1712" y="1928"/>
                    <a:pt x="1699" y="1926"/>
                    <a:pt x="1685" y="1926"/>
                  </a:cubicBezTo>
                  <a:cubicBezTo>
                    <a:pt x="1627" y="1926"/>
                    <a:pt x="1575" y="1966"/>
                    <a:pt x="1555" y="2006"/>
                  </a:cubicBezTo>
                  <a:cubicBezTo>
                    <a:pt x="1531" y="2200"/>
                    <a:pt x="1580" y="2394"/>
                    <a:pt x="1725" y="2540"/>
                  </a:cubicBezTo>
                  <a:cubicBezTo>
                    <a:pt x="1604" y="2662"/>
                    <a:pt x="1434" y="2735"/>
                    <a:pt x="1264" y="2759"/>
                  </a:cubicBezTo>
                  <a:lnTo>
                    <a:pt x="1191" y="2759"/>
                  </a:lnTo>
                  <a:cubicBezTo>
                    <a:pt x="1045" y="2759"/>
                    <a:pt x="924" y="2686"/>
                    <a:pt x="826" y="2589"/>
                  </a:cubicBezTo>
                  <a:cubicBezTo>
                    <a:pt x="729" y="2467"/>
                    <a:pt x="705" y="2346"/>
                    <a:pt x="729" y="2224"/>
                  </a:cubicBezTo>
                  <a:cubicBezTo>
                    <a:pt x="924" y="2152"/>
                    <a:pt x="1167" y="1957"/>
                    <a:pt x="1142" y="1836"/>
                  </a:cubicBezTo>
                  <a:cubicBezTo>
                    <a:pt x="1142" y="1801"/>
                    <a:pt x="1118" y="1767"/>
                    <a:pt x="1052" y="1767"/>
                  </a:cubicBezTo>
                  <a:cubicBezTo>
                    <a:pt x="1025" y="1767"/>
                    <a:pt x="991" y="1773"/>
                    <a:pt x="948" y="1787"/>
                  </a:cubicBezTo>
                  <a:cubicBezTo>
                    <a:pt x="802" y="1836"/>
                    <a:pt x="681" y="1982"/>
                    <a:pt x="656" y="2152"/>
                  </a:cubicBezTo>
                  <a:cubicBezTo>
                    <a:pt x="638" y="2154"/>
                    <a:pt x="621" y="2155"/>
                    <a:pt x="603" y="2155"/>
                  </a:cubicBezTo>
                  <a:cubicBezTo>
                    <a:pt x="414" y="2155"/>
                    <a:pt x="286" y="2032"/>
                    <a:pt x="219" y="1787"/>
                  </a:cubicBezTo>
                  <a:cubicBezTo>
                    <a:pt x="98" y="1520"/>
                    <a:pt x="122" y="1228"/>
                    <a:pt x="243" y="961"/>
                  </a:cubicBezTo>
                  <a:cubicBezTo>
                    <a:pt x="389" y="791"/>
                    <a:pt x="608" y="694"/>
                    <a:pt x="851" y="694"/>
                  </a:cubicBezTo>
                  <a:lnTo>
                    <a:pt x="1142" y="694"/>
                  </a:lnTo>
                  <a:lnTo>
                    <a:pt x="1142" y="743"/>
                  </a:lnTo>
                  <a:cubicBezTo>
                    <a:pt x="1118" y="840"/>
                    <a:pt x="1142" y="937"/>
                    <a:pt x="1191" y="1010"/>
                  </a:cubicBezTo>
                  <a:cubicBezTo>
                    <a:pt x="1204" y="1036"/>
                    <a:pt x="1232" y="1056"/>
                    <a:pt x="1271" y="1056"/>
                  </a:cubicBezTo>
                  <a:cubicBezTo>
                    <a:pt x="1302" y="1056"/>
                    <a:pt x="1341" y="1043"/>
                    <a:pt x="1385" y="1010"/>
                  </a:cubicBezTo>
                  <a:cubicBezTo>
                    <a:pt x="1482" y="913"/>
                    <a:pt x="1507" y="888"/>
                    <a:pt x="1482" y="791"/>
                  </a:cubicBezTo>
                  <a:cubicBezTo>
                    <a:pt x="1458" y="718"/>
                    <a:pt x="1385" y="645"/>
                    <a:pt x="1239" y="621"/>
                  </a:cubicBezTo>
                  <a:cubicBezTo>
                    <a:pt x="1239" y="475"/>
                    <a:pt x="1288" y="330"/>
                    <a:pt x="1385" y="232"/>
                  </a:cubicBezTo>
                  <a:cubicBezTo>
                    <a:pt x="1452" y="152"/>
                    <a:pt x="1556" y="116"/>
                    <a:pt x="1688" y="116"/>
                  </a:cubicBezTo>
                  <a:close/>
                  <a:moveTo>
                    <a:pt x="1650" y="1"/>
                  </a:moveTo>
                  <a:cubicBezTo>
                    <a:pt x="1501" y="1"/>
                    <a:pt x="1380" y="43"/>
                    <a:pt x="1288" y="135"/>
                  </a:cubicBezTo>
                  <a:cubicBezTo>
                    <a:pt x="1191" y="257"/>
                    <a:pt x="1118" y="427"/>
                    <a:pt x="1118" y="597"/>
                  </a:cubicBezTo>
                  <a:cubicBezTo>
                    <a:pt x="1069" y="585"/>
                    <a:pt x="1021" y="579"/>
                    <a:pt x="972" y="579"/>
                  </a:cubicBezTo>
                  <a:cubicBezTo>
                    <a:pt x="924" y="579"/>
                    <a:pt x="875" y="585"/>
                    <a:pt x="826" y="597"/>
                  </a:cubicBezTo>
                  <a:cubicBezTo>
                    <a:pt x="559" y="597"/>
                    <a:pt x="316" y="694"/>
                    <a:pt x="146" y="888"/>
                  </a:cubicBezTo>
                  <a:cubicBezTo>
                    <a:pt x="1" y="1180"/>
                    <a:pt x="1" y="1520"/>
                    <a:pt x="122" y="1811"/>
                  </a:cubicBezTo>
                  <a:cubicBezTo>
                    <a:pt x="219" y="2152"/>
                    <a:pt x="414" y="2224"/>
                    <a:pt x="559" y="2224"/>
                  </a:cubicBezTo>
                  <a:lnTo>
                    <a:pt x="608" y="2224"/>
                  </a:lnTo>
                  <a:cubicBezTo>
                    <a:pt x="608" y="2394"/>
                    <a:pt x="656" y="2540"/>
                    <a:pt x="754" y="2637"/>
                  </a:cubicBezTo>
                  <a:cubicBezTo>
                    <a:pt x="851" y="2783"/>
                    <a:pt x="1021" y="2856"/>
                    <a:pt x="1191" y="2856"/>
                  </a:cubicBezTo>
                  <a:lnTo>
                    <a:pt x="1264" y="2856"/>
                  </a:lnTo>
                  <a:cubicBezTo>
                    <a:pt x="1458" y="2832"/>
                    <a:pt x="1652" y="2759"/>
                    <a:pt x="1774" y="2613"/>
                  </a:cubicBezTo>
                  <a:cubicBezTo>
                    <a:pt x="1944" y="2783"/>
                    <a:pt x="2163" y="2905"/>
                    <a:pt x="2381" y="2929"/>
                  </a:cubicBezTo>
                  <a:lnTo>
                    <a:pt x="2430" y="2929"/>
                  </a:lnTo>
                  <a:cubicBezTo>
                    <a:pt x="2794" y="2905"/>
                    <a:pt x="3134" y="2710"/>
                    <a:pt x="3304" y="2394"/>
                  </a:cubicBezTo>
                  <a:cubicBezTo>
                    <a:pt x="3426" y="2467"/>
                    <a:pt x="3547" y="2516"/>
                    <a:pt x="3693" y="2540"/>
                  </a:cubicBezTo>
                  <a:cubicBezTo>
                    <a:pt x="3766" y="2559"/>
                    <a:pt x="3841" y="2567"/>
                    <a:pt x="3916" y="2567"/>
                  </a:cubicBezTo>
                  <a:cubicBezTo>
                    <a:pt x="4239" y="2567"/>
                    <a:pt x="4560" y="2403"/>
                    <a:pt x="4738" y="2127"/>
                  </a:cubicBezTo>
                  <a:cubicBezTo>
                    <a:pt x="4932" y="1860"/>
                    <a:pt x="4956" y="1496"/>
                    <a:pt x="4835" y="1204"/>
                  </a:cubicBezTo>
                  <a:cubicBezTo>
                    <a:pt x="4738" y="986"/>
                    <a:pt x="4495" y="840"/>
                    <a:pt x="4252" y="840"/>
                  </a:cubicBezTo>
                  <a:cubicBezTo>
                    <a:pt x="4203" y="840"/>
                    <a:pt x="4130" y="840"/>
                    <a:pt x="4057" y="864"/>
                  </a:cubicBezTo>
                  <a:cubicBezTo>
                    <a:pt x="4033" y="500"/>
                    <a:pt x="3790" y="232"/>
                    <a:pt x="3450" y="135"/>
                  </a:cubicBezTo>
                  <a:cubicBezTo>
                    <a:pt x="3426" y="123"/>
                    <a:pt x="3395" y="117"/>
                    <a:pt x="3365" y="117"/>
                  </a:cubicBezTo>
                  <a:cubicBezTo>
                    <a:pt x="3335" y="117"/>
                    <a:pt x="3304" y="123"/>
                    <a:pt x="3280" y="135"/>
                  </a:cubicBezTo>
                  <a:cubicBezTo>
                    <a:pt x="3013" y="135"/>
                    <a:pt x="2746" y="208"/>
                    <a:pt x="2527" y="330"/>
                  </a:cubicBezTo>
                  <a:cubicBezTo>
                    <a:pt x="2405" y="232"/>
                    <a:pt x="2235" y="135"/>
                    <a:pt x="2090" y="87"/>
                  </a:cubicBezTo>
                  <a:cubicBezTo>
                    <a:pt x="1923" y="31"/>
                    <a:pt x="1776" y="1"/>
                    <a:pt x="1650" y="1"/>
                  </a:cubicBezTo>
                  <a:close/>
                </a:path>
              </a:pathLst>
            </a:custGeom>
            <a:solidFill>
              <a:srgbClr val="261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7" name="Google Shape;1527;p33"/>
          <p:cNvGrpSpPr/>
          <p:nvPr/>
        </p:nvGrpSpPr>
        <p:grpSpPr>
          <a:xfrm rot="615299" flipH="1">
            <a:off x="279417" y="1059091"/>
            <a:ext cx="1651651" cy="1499645"/>
            <a:chOff x="7844079" y="226728"/>
            <a:chExt cx="1373387" cy="1246991"/>
          </a:xfrm>
        </p:grpSpPr>
        <p:sp>
          <p:nvSpPr>
            <p:cNvPr id="1528" name="Google Shape;1528;p33"/>
            <p:cNvSpPr/>
            <p:nvPr/>
          </p:nvSpPr>
          <p:spPr>
            <a:xfrm rot="-1688081">
              <a:off x="8295818" y="1015024"/>
              <a:ext cx="222185" cy="222398"/>
            </a:xfrm>
            <a:custGeom>
              <a:avLst/>
              <a:gdLst/>
              <a:ahLst/>
              <a:cxnLst/>
              <a:rect l="l" t="t" r="r" b="b"/>
              <a:pathLst>
                <a:path w="1118" h="1119" extrusionOk="0">
                  <a:moveTo>
                    <a:pt x="607" y="98"/>
                  </a:moveTo>
                  <a:cubicBezTo>
                    <a:pt x="607" y="147"/>
                    <a:pt x="632" y="219"/>
                    <a:pt x="632" y="268"/>
                  </a:cubicBezTo>
                  <a:cubicBezTo>
                    <a:pt x="656" y="317"/>
                    <a:pt x="656" y="389"/>
                    <a:pt x="680" y="438"/>
                  </a:cubicBezTo>
                  <a:cubicBezTo>
                    <a:pt x="705" y="438"/>
                    <a:pt x="729" y="462"/>
                    <a:pt x="826" y="487"/>
                  </a:cubicBezTo>
                  <a:lnTo>
                    <a:pt x="972" y="560"/>
                  </a:lnTo>
                  <a:cubicBezTo>
                    <a:pt x="899" y="584"/>
                    <a:pt x="802" y="632"/>
                    <a:pt x="705" y="657"/>
                  </a:cubicBezTo>
                  <a:cubicBezTo>
                    <a:pt x="705" y="657"/>
                    <a:pt x="705" y="657"/>
                    <a:pt x="680" y="681"/>
                  </a:cubicBezTo>
                  <a:cubicBezTo>
                    <a:pt x="656" y="802"/>
                    <a:pt x="583" y="924"/>
                    <a:pt x="559" y="972"/>
                  </a:cubicBezTo>
                  <a:cubicBezTo>
                    <a:pt x="535" y="924"/>
                    <a:pt x="486" y="802"/>
                    <a:pt x="462" y="681"/>
                  </a:cubicBezTo>
                  <a:cubicBezTo>
                    <a:pt x="462" y="657"/>
                    <a:pt x="437" y="657"/>
                    <a:pt x="413" y="632"/>
                  </a:cubicBezTo>
                  <a:cubicBezTo>
                    <a:pt x="316" y="632"/>
                    <a:pt x="194" y="584"/>
                    <a:pt x="122" y="584"/>
                  </a:cubicBezTo>
                  <a:cubicBezTo>
                    <a:pt x="219" y="511"/>
                    <a:pt x="340" y="462"/>
                    <a:pt x="462" y="414"/>
                  </a:cubicBezTo>
                  <a:cubicBezTo>
                    <a:pt x="462" y="414"/>
                    <a:pt x="462" y="389"/>
                    <a:pt x="486" y="389"/>
                  </a:cubicBezTo>
                  <a:cubicBezTo>
                    <a:pt x="510" y="292"/>
                    <a:pt x="559" y="195"/>
                    <a:pt x="607" y="98"/>
                  </a:cubicBezTo>
                  <a:close/>
                  <a:moveTo>
                    <a:pt x="607" y="1"/>
                  </a:moveTo>
                  <a:cubicBezTo>
                    <a:pt x="583" y="1"/>
                    <a:pt x="535" y="1"/>
                    <a:pt x="389" y="341"/>
                  </a:cubicBezTo>
                  <a:cubicBezTo>
                    <a:pt x="24" y="487"/>
                    <a:pt x="0" y="560"/>
                    <a:pt x="0" y="560"/>
                  </a:cubicBezTo>
                  <a:cubicBezTo>
                    <a:pt x="0" y="584"/>
                    <a:pt x="0" y="608"/>
                    <a:pt x="0" y="608"/>
                  </a:cubicBezTo>
                  <a:cubicBezTo>
                    <a:pt x="0" y="632"/>
                    <a:pt x="49" y="657"/>
                    <a:pt x="364" y="730"/>
                  </a:cubicBezTo>
                  <a:cubicBezTo>
                    <a:pt x="462" y="1118"/>
                    <a:pt x="510" y="1118"/>
                    <a:pt x="535" y="1118"/>
                  </a:cubicBezTo>
                  <a:lnTo>
                    <a:pt x="559" y="1118"/>
                  </a:lnTo>
                  <a:cubicBezTo>
                    <a:pt x="583" y="1118"/>
                    <a:pt x="607" y="1118"/>
                    <a:pt x="777" y="754"/>
                  </a:cubicBezTo>
                  <a:cubicBezTo>
                    <a:pt x="875" y="705"/>
                    <a:pt x="996" y="681"/>
                    <a:pt x="1093" y="608"/>
                  </a:cubicBezTo>
                  <a:cubicBezTo>
                    <a:pt x="1118" y="608"/>
                    <a:pt x="1118" y="584"/>
                    <a:pt x="1118" y="560"/>
                  </a:cubicBezTo>
                  <a:cubicBezTo>
                    <a:pt x="1118" y="511"/>
                    <a:pt x="1045" y="487"/>
                    <a:pt x="875" y="414"/>
                  </a:cubicBezTo>
                  <a:lnTo>
                    <a:pt x="753" y="389"/>
                  </a:lnTo>
                  <a:cubicBezTo>
                    <a:pt x="753" y="341"/>
                    <a:pt x="729" y="317"/>
                    <a:pt x="729" y="268"/>
                  </a:cubicBezTo>
                  <a:cubicBezTo>
                    <a:pt x="729" y="171"/>
                    <a:pt x="680" y="98"/>
                    <a:pt x="656" y="25"/>
                  </a:cubicBezTo>
                  <a:cubicBezTo>
                    <a:pt x="632" y="1"/>
                    <a:pt x="632" y="1"/>
                    <a:pt x="6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33"/>
            <p:cNvSpPr/>
            <p:nvPr/>
          </p:nvSpPr>
          <p:spPr>
            <a:xfrm rot="-1688081">
              <a:off x="8403840" y="292330"/>
              <a:ext cx="164354" cy="141707"/>
            </a:xfrm>
            <a:custGeom>
              <a:avLst/>
              <a:gdLst/>
              <a:ahLst/>
              <a:cxnLst/>
              <a:rect l="l" t="t" r="r" b="b"/>
              <a:pathLst>
                <a:path w="827" h="713" extrusionOk="0">
                  <a:moveTo>
                    <a:pt x="462" y="105"/>
                  </a:moveTo>
                  <a:cubicBezTo>
                    <a:pt x="802" y="105"/>
                    <a:pt x="802" y="615"/>
                    <a:pt x="462" y="615"/>
                  </a:cubicBezTo>
                  <a:cubicBezTo>
                    <a:pt x="317" y="591"/>
                    <a:pt x="219" y="494"/>
                    <a:pt x="219" y="348"/>
                  </a:cubicBezTo>
                  <a:cubicBezTo>
                    <a:pt x="219" y="202"/>
                    <a:pt x="341" y="105"/>
                    <a:pt x="462" y="105"/>
                  </a:cubicBezTo>
                  <a:close/>
                  <a:moveTo>
                    <a:pt x="481" y="1"/>
                  </a:moveTo>
                  <a:cubicBezTo>
                    <a:pt x="392" y="1"/>
                    <a:pt x="299" y="33"/>
                    <a:pt x="219" y="105"/>
                  </a:cubicBezTo>
                  <a:cubicBezTo>
                    <a:pt x="1" y="324"/>
                    <a:pt x="171" y="688"/>
                    <a:pt x="462" y="712"/>
                  </a:cubicBezTo>
                  <a:cubicBezTo>
                    <a:pt x="657" y="712"/>
                    <a:pt x="827" y="542"/>
                    <a:pt x="827" y="348"/>
                  </a:cubicBezTo>
                  <a:cubicBezTo>
                    <a:pt x="827" y="136"/>
                    <a:pt x="663" y="1"/>
                    <a:pt x="4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33"/>
            <p:cNvSpPr/>
            <p:nvPr/>
          </p:nvSpPr>
          <p:spPr>
            <a:xfrm rot="-1688081">
              <a:off x="7886315" y="509903"/>
              <a:ext cx="222384" cy="213454"/>
            </a:xfrm>
            <a:custGeom>
              <a:avLst/>
              <a:gdLst/>
              <a:ahLst/>
              <a:cxnLst/>
              <a:rect l="l" t="t" r="r" b="b"/>
              <a:pathLst>
                <a:path w="1119" h="1074" extrusionOk="0">
                  <a:moveTo>
                    <a:pt x="681" y="441"/>
                  </a:moveTo>
                  <a:cubicBezTo>
                    <a:pt x="681" y="441"/>
                    <a:pt x="681" y="441"/>
                    <a:pt x="681" y="466"/>
                  </a:cubicBezTo>
                  <a:cubicBezTo>
                    <a:pt x="681" y="466"/>
                    <a:pt x="657" y="490"/>
                    <a:pt x="584" y="490"/>
                  </a:cubicBezTo>
                  <a:cubicBezTo>
                    <a:pt x="608" y="466"/>
                    <a:pt x="632" y="441"/>
                    <a:pt x="657" y="441"/>
                  </a:cubicBezTo>
                  <a:close/>
                  <a:moveTo>
                    <a:pt x="384" y="97"/>
                  </a:moveTo>
                  <a:cubicBezTo>
                    <a:pt x="401" y="97"/>
                    <a:pt x="420" y="98"/>
                    <a:pt x="438" y="101"/>
                  </a:cubicBezTo>
                  <a:cubicBezTo>
                    <a:pt x="559" y="101"/>
                    <a:pt x="681" y="126"/>
                    <a:pt x="778" y="150"/>
                  </a:cubicBezTo>
                  <a:cubicBezTo>
                    <a:pt x="924" y="199"/>
                    <a:pt x="1021" y="369"/>
                    <a:pt x="972" y="514"/>
                  </a:cubicBezTo>
                  <a:cubicBezTo>
                    <a:pt x="924" y="733"/>
                    <a:pt x="705" y="976"/>
                    <a:pt x="559" y="976"/>
                  </a:cubicBezTo>
                  <a:lnTo>
                    <a:pt x="511" y="976"/>
                  </a:lnTo>
                  <a:cubicBezTo>
                    <a:pt x="414" y="879"/>
                    <a:pt x="438" y="733"/>
                    <a:pt x="511" y="612"/>
                  </a:cubicBezTo>
                  <a:cubicBezTo>
                    <a:pt x="608" y="587"/>
                    <a:pt x="754" y="563"/>
                    <a:pt x="778" y="490"/>
                  </a:cubicBezTo>
                  <a:cubicBezTo>
                    <a:pt x="802" y="441"/>
                    <a:pt x="778" y="393"/>
                    <a:pt x="754" y="369"/>
                  </a:cubicBezTo>
                  <a:cubicBezTo>
                    <a:pt x="730" y="344"/>
                    <a:pt x="705" y="344"/>
                    <a:pt x="681" y="344"/>
                  </a:cubicBezTo>
                  <a:cubicBezTo>
                    <a:pt x="608" y="344"/>
                    <a:pt x="535" y="417"/>
                    <a:pt x="462" y="514"/>
                  </a:cubicBezTo>
                  <a:cubicBezTo>
                    <a:pt x="441" y="519"/>
                    <a:pt x="419" y="521"/>
                    <a:pt x="398" y="521"/>
                  </a:cubicBezTo>
                  <a:cubicBezTo>
                    <a:pt x="299" y="521"/>
                    <a:pt x="202" y="477"/>
                    <a:pt x="122" y="417"/>
                  </a:cubicBezTo>
                  <a:cubicBezTo>
                    <a:pt x="98" y="369"/>
                    <a:pt x="98" y="344"/>
                    <a:pt x="122" y="296"/>
                  </a:cubicBezTo>
                  <a:cubicBezTo>
                    <a:pt x="165" y="168"/>
                    <a:pt x="263" y="97"/>
                    <a:pt x="384" y="97"/>
                  </a:cubicBezTo>
                  <a:close/>
                  <a:moveTo>
                    <a:pt x="386" y="1"/>
                  </a:moveTo>
                  <a:cubicBezTo>
                    <a:pt x="230" y="1"/>
                    <a:pt x="69" y="97"/>
                    <a:pt x="25" y="271"/>
                  </a:cubicBezTo>
                  <a:cubicBezTo>
                    <a:pt x="1" y="344"/>
                    <a:pt x="1" y="417"/>
                    <a:pt x="49" y="466"/>
                  </a:cubicBezTo>
                  <a:cubicBezTo>
                    <a:pt x="147" y="563"/>
                    <a:pt x="292" y="612"/>
                    <a:pt x="414" y="612"/>
                  </a:cubicBezTo>
                  <a:cubicBezTo>
                    <a:pt x="341" y="733"/>
                    <a:pt x="341" y="927"/>
                    <a:pt x="462" y="1049"/>
                  </a:cubicBezTo>
                  <a:cubicBezTo>
                    <a:pt x="487" y="1073"/>
                    <a:pt x="511" y="1073"/>
                    <a:pt x="559" y="1073"/>
                  </a:cubicBezTo>
                  <a:cubicBezTo>
                    <a:pt x="754" y="1073"/>
                    <a:pt x="1021" y="782"/>
                    <a:pt x="1070" y="539"/>
                  </a:cubicBezTo>
                  <a:cubicBezTo>
                    <a:pt x="1118" y="320"/>
                    <a:pt x="997" y="126"/>
                    <a:pt x="827" y="77"/>
                  </a:cubicBezTo>
                  <a:cubicBezTo>
                    <a:pt x="705" y="29"/>
                    <a:pt x="584" y="4"/>
                    <a:pt x="438" y="4"/>
                  </a:cubicBezTo>
                  <a:cubicBezTo>
                    <a:pt x="421" y="2"/>
                    <a:pt x="403" y="1"/>
                    <a:pt x="3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33"/>
            <p:cNvSpPr/>
            <p:nvPr/>
          </p:nvSpPr>
          <p:spPr>
            <a:xfrm rot="-1688081">
              <a:off x="7968779" y="265401"/>
              <a:ext cx="217416" cy="213057"/>
            </a:xfrm>
            <a:custGeom>
              <a:avLst/>
              <a:gdLst/>
              <a:ahLst/>
              <a:cxnLst/>
              <a:rect l="l" t="t" r="r" b="b"/>
              <a:pathLst>
                <a:path w="1094" h="1072" extrusionOk="0">
                  <a:moveTo>
                    <a:pt x="484" y="620"/>
                  </a:moveTo>
                  <a:cubicBezTo>
                    <a:pt x="474" y="660"/>
                    <a:pt x="413" y="681"/>
                    <a:pt x="413" y="681"/>
                  </a:cubicBezTo>
                  <a:cubicBezTo>
                    <a:pt x="433" y="641"/>
                    <a:pt x="452" y="634"/>
                    <a:pt x="484" y="620"/>
                  </a:cubicBezTo>
                  <a:close/>
                  <a:moveTo>
                    <a:pt x="480" y="88"/>
                  </a:moveTo>
                  <a:cubicBezTo>
                    <a:pt x="512" y="88"/>
                    <a:pt x="542" y="105"/>
                    <a:pt x="559" y="122"/>
                  </a:cubicBezTo>
                  <a:cubicBezTo>
                    <a:pt x="607" y="243"/>
                    <a:pt x="607" y="365"/>
                    <a:pt x="559" y="486"/>
                  </a:cubicBezTo>
                  <a:cubicBezTo>
                    <a:pt x="462" y="486"/>
                    <a:pt x="389" y="535"/>
                    <a:pt x="340" y="608"/>
                  </a:cubicBezTo>
                  <a:cubicBezTo>
                    <a:pt x="316" y="632"/>
                    <a:pt x="316" y="681"/>
                    <a:pt x="340" y="681"/>
                  </a:cubicBezTo>
                  <a:cubicBezTo>
                    <a:pt x="365" y="729"/>
                    <a:pt x="389" y="753"/>
                    <a:pt x="437" y="753"/>
                  </a:cubicBezTo>
                  <a:cubicBezTo>
                    <a:pt x="535" y="753"/>
                    <a:pt x="607" y="632"/>
                    <a:pt x="632" y="559"/>
                  </a:cubicBezTo>
                  <a:lnTo>
                    <a:pt x="778" y="559"/>
                  </a:lnTo>
                  <a:cubicBezTo>
                    <a:pt x="790" y="555"/>
                    <a:pt x="804" y="553"/>
                    <a:pt x="818" y="553"/>
                  </a:cubicBezTo>
                  <a:cubicBezTo>
                    <a:pt x="883" y="553"/>
                    <a:pt x="956" y="596"/>
                    <a:pt x="996" y="656"/>
                  </a:cubicBezTo>
                  <a:cubicBezTo>
                    <a:pt x="996" y="681"/>
                    <a:pt x="996" y="729"/>
                    <a:pt x="972" y="753"/>
                  </a:cubicBezTo>
                  <a:cubicBezTo>
                    <a:pt x="850" y="899"/>
                    <a:pt x="656" y="972"/>
                    <a:pt x="462" y="972"/>
                  </a:cubicBezTo>
                  <a:cubicBezTo>
                    <a:pt x="449" y="974"/>
                    <a:pt x="437" y="975"/>
                    <a:pt x="424" y="975"/>
                  </a:cubicBezTo>
                  <a:cubicBezTo>
                    <a:pt x="268" y="975"/>
                    <a:pt x="122" y="838"/>
                    <a:pt x="122" y="681"/>
                  </a:cubicBezTo>
                  <a:cubicBezTo>
                    <a:pt x="97" y="511"/>
                    <a:pt x="146" y="316"/>
                    <a:pt x="243" y="170"/>
                  </a:cubicBezTo>
                  <a:cubicBezTo>
                    <a:pt x="292" y="122"/>
                    <a:pt x="365" y="98"/>
                    <a:pt x="437" y="98"/>
                  </a:cubicBezTo>
                  <a:cubicBezTo>
                    <a:pt x="452" y="90"/>
                    <a:pt x="466" y="88"/>
                    <a:pt x="480" y="88"/>
                  </a:cubicBezTo>
                  <a:close/>
                  <a:moveTo>
                    <a:pt x="437" y="0"/>
                  </a:moveTo>
                  <a:cubicBezTo>
                    <a:pt x="340" y="0"/>
                    <a:pt x="243" y="49"/>
                    <a:pt x="170" y="122"/>
                  </a:cubicBezTo>
                  <a:cubicBezTo>
                    <a:pt x="49" y="292"/>
                    <a:pt x="0" y="511"/>
                    <a:pt x="24" y="705"/>
                  </a:cubicBezTo>
                  <a:cubicBezTo>
                    <a:pt x="24" y="910"/>
                    <a:pt x="195" y="1072"/>
                    <a:pt x="396" y="1072"/>
                  </a:cubicBezTo>
                  <a:cubicBezTo>
                    <a:pt x="410" y="1072"/>
                    <a:pt x="423" y="1071"/>
                    <a:pt x="437" y="1069"/>
                  </a:cubicBezTo>
                  <a:cubicBezTo>
                    <a:pt x="656" y="1069"/>
                    <a:pt x="875" y="972"/>
                    <a:pt x="1045" y="826"/>
                  </a:cubicBezTo>
                  <a:cubicBezTo>
                    <a:pt x="1069" y="753"/>
                    <a:pt x="1093" y="705"/>
                    <a:pt x="1069" y="632"/>
                  </a:cubicBezTo>
                  <a:cubicBezTo>
                    <a:pt x="1006" y="548"/>
                    <a:pt x="906" y="482"/>
                    <a:pt x="801" y="482"/>
                  </a:cubicBezTo>
                  <a:cubicBezTo>
                    <a:pt x="785" y="482"/>
                    <a:pt x="769" y="483"/>
                    <a:pt x="753" y="486"/>
                  </a:cubicBezTo>
                  <a:lnTo>
                    <a:pt x="656" y="486"/>
                  </a:lnTo>
                  <a:cubicBezTo>
                    <a:pt x="705" y="365"/>
                    <a:pt x="680" y="219"/>
                    <a:pt x="632" y="98"/>
                  </a:cubicBezTo>
                  <a:cubicBezTo>
                    <a:pt x="583" y="49"/>
                    <a:pt x="510" y="0"/>
                    <a:pt x="4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33"/>
            <p:cNvSpPr/>
            <p:nvPr/>
          </p:nvSpPr>
          <p:spPr>
            <a:xfrm rot="-1688081">
              <a:off x="8097363" y="456906"/>
              <a:ext cx="198138" cy="172512"/>
            </a:xfrm>
            <a:custGeom>
              <a:avLst/>
              <a:gdLst/>
              <a:ahLst/>
              <a:cxnLst/>
              <a:rect l="l" t="t" r="r" b="b"/>
              <a:pathLst>
                <a:path w="997" h="868" extrusionOk="0">
                  <a:moveTo>
                    <a:pt x="405" y="1"/>
                  </a:moveTo>
                  <a:cubicBezTo>
                    <a:pt x="214" y="1"/>
                    <a:pt x="67" y="97"/>
                    <a:pt x="49" y="168"/>
                  </a:cubicBezTo>
                  <a:cubicBezTo>
                    <a:pt x="0" y="363"/>
                    <a:pt x="49" y="557"/>
                    <a:pt x="195" y="703"/>
                  </a:cubicBezTo>
                  <a:cubicBezTo>
                    <a:pt x="350" y="801"/>
                    <a:pt x="529" y="867"/>
                    <a:pt x="667" y="867"/>
                  </a:cubicBezTo>
                  <a:cubicBezTo>
                    <a:pt x="767" y="867"/>
                    <a:pt x="844" y="833"/>
                    <a:pt x="875" y="751"/>
                  </a:cubicBezTo>
                  <a:cubicBezTo>
                    <a:pt x="996" y="484"/>
                    <a:pt x="875" y="168"/>
                    <a:pt x="632" y="47"/>
                  </a:cubicBezTo>
                  <a:cubicBezTo>
                    <a:pt x="553" y="14"/>
                    <a:pt x="476" y="1"/>
                    <a:pt x="4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3"/>
            <p:cNvSpPr/>
            <p:nvPr/>
          </p:nvSpPr>
          <p:spPr>
            <a:xfrm rot="-1688081">
              <a:off x="8096253" y="485759"/>
              <a:ext cx="92014" cy="96790"/>
            </a:xfrm>
            <a:custGeom>
              <a:avLst/>
              <a:gdLst/>
              <a:ahLst/>
              <a:cxnLst/>
              <a:rect l="l" t="t" r="r" b="b"/>
              <a:pathLst>
                <a:path w="463" h="487" extrusionOk="0">
                  <a:moveTo>
                    <a:pt x="462" y="0"/>
                  </a:moveTo>
                  <a:lnTo>
                    <a:pt x="1" y="486"/>
                  </a:lnTo>
                  <a:cubicBezTo>
                    <a:pt x="1" y="486"/>
                    <a:pt x="438" y="98"/>
                    <a:pt x="4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3"/>
            <p:cNvSpPr/>
            <p:nvPr/>
          </p:nvSpPr>
          <p:spPr>
            <a:xfrm rot="-1688081">
              <a:off x="8086573" y="475658"/>
              <a:ext cx="111093" cy="116466"/>
            </a:xfrm>
            <a:custGeom>
              <a:avLst/>
              <a:gdLst/>
              <a:ahLst/>
              <a:cxnLst/>
              <a:rect l="l" t="t" r="r" b="b"/>
              <a:pathLst>
                <a:path w="559" h="586" extrusionOk="0">
                  <a:moveTo>
                    <a:pt x="504" y="1"/>
                  </a:moveTo>
                  <a:cubicBezTo>
                    <a:pt x="487" y="1"/>
                    <a:pt x="471" y="9"/>
                    <a:pt x="462" y="27"/>
                  </a:cubicBezTo>
                  <a:cubicBezTo>
                    <a:pt x="340" y="197"/>
                    <a:pt x="195" y="367"/>
                    <a:pt x="25" y="489"/>
                  </a:cubicBezTo>
                  <a:cubicBezTo>
                    <a:pt x="0" y="513"/>
                    <a:pt x="0" y="537"/>
                    <a:pt x="25" y="562"/>
                  </a:cubicBezTo>
                  <a:cubicBezTo>
                    <a:pt x="25" y="562"/>
                    <a:pt x="49" y="562"/>
                    <a:pt x="49" y="586"/>
                  </a:cubicBezTo>
                  <a:cubicBezTo>
                    <a:pt x="73" y="562"/>
                    <a:pt x="73" y="562"/>
                    <a:pt x="73" y="562"/>
                  </a:cubicBezTo>
                  <a:cubicBezTo>
                    <a:pt x="267" y="416"/>
                    <a:pt x="413" y="246"/>
                    <a:pt x="559" y="51"/>
                  </a:cubicBezTo>
                  <a:cubicBezTo>
                    <a:pt x="559" y="21"/>
                    <a:pt x="531" y="1"/>
                    <a:pt x="5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3"/>
            <p:cNvSpPr/>
            <p:nvPr/>
          </p:nvSpPr>
          <p:spPr>
            <a:xfrm rot="-1688081">
              <a:off x="8145749" y="485303"/>
              <a:ext cx="101553" cy="116068"/>
            </a:xfrm>
            <a:custGeom>
              <a:avLst/>
              <a:gdLst/>
              <a:ahLst/>
              <a:cxnLst/>
              <a:rect l="l" t="t" r="r" b="b"/>
              <a:pathLst>
                <a:path w="511" h="584" extrusionOk="0">
                  <a:moveTo>
                    <a:pt x="510" y="1"/>
                  </a:moveTo>
                  <a:lnTo>
                    <a:pt x="0" y="584"/>
                  </a:lnTo>
                  <a:cubicBezTo>
                    <a:pt x="194" y="390"/>
                    <a:pt x="365" y="195"/>
                    <a:pt x="5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3"/>
            <p:cNvSpPr/>
            <p:nvPr/>
          </p:nvSpPr>
          <p:spPr>
            <a:xfrm rot="-1688081">
              <a:off x="8132238" y="479541"/>
              <a:ext cx="125600" cy="132564"/>
            </a:xfrm>
            <a:custGeom>
              <a:avLst/>
              <a:gdLst/>
              <a:ahLst/>
              <a:cxnLst/>
              <a:rect l="l" t="t" r="r" b="b"/>
              <a:pathLst>
                <a:path w="632" h="667" extrusionOk="0">
                  <a:moveTo>
                    <a:pt x="563" y="1"/>
                  </a:moveTo>
                  <a:cubicBezTo>
                    <a:pt x="547" y="1"/>
                    <a:pt x="535" y="18"/>
                    <a:pt x="535" y="35"/>
                  </a:cubicBezTo>
                  <a:cubicBezTo>
                    <a:pt x="389" y="254"/>
                    <a:pt x="219" y="448"/>
                    <a:pt x="25" y="594"/>
                  </a:cubicBezTo>
                  <a:cubicBezTo>
                    <a:pt x="0" y="618"/>
                    <a:pt x="0" y="642"/>
                    <a:pt x="25" y="667"/>
                  </a:cubicBezTo>
                  <a:lnTo>
                    <a:pt x="97" y="667"/>
                  </a:lnTo>
                  <a:cubicBezTo>
                    <a:pt x="292" y="496"/>
                    <a:pt x="486" y="278"/>
                    <a:pt x="632" y="59"/>
                  </a:cubicBezTo>
                  <a:cubicBezTo>
                    <a:pt x="632" y="35"/>
                    <a:pt x="608" y="11"/>
                    <a:pt x="583" y="11"/>
                  </a:cubicBezTo>
                  <a:cubicBezTo>
                    <a:pt x="576" y="3"/>
                    <a:pt x="569" y="1"/>
                    <a:pt x="5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3"/>
            <p:cNvSpPr/>
            <p:nvPr/>
          </p:nvSpPr>
          <p:spPr>
            <a:xfrm rot="-1688081">
              <a:off x="7848968" y="476562"/>
              <a:ext cx="144878" cy="57040"/>
            </a:xfrm>
            <a:custGeom>
              <a:avLst/>
              <a:gdLst/>
              <a:ahLst/>
              <a:cxnLst/>
              <a:rect l="l" t="t" r="r" b="b"/>
              <a:pathLst>
                <a:path w="729" h="287" extrusionOk="0">
                  <a:moveTo>
                    <a:pt x="254" y="0"/>
                  </a:moveTo>
                  <a:cubicBezTo>
                    <a:pt x="184" y="0"/>
                    <a:pt x="114" y="14"/>
                    <a:pt x="49" y="43"/>
                  </a:cubicBezTo>
                  <a:cubicBezTo>
                    <a:pt x="0" y="68"/>
                    <a:pt x="25" y="140"/>
                    <a:pt x="73" y="140"/>
                  </a:cubicBezTo>
                  <a:cubicBezTo>
                    <a:pt x="133" y="118"/>
                    <a:pt x="196" y="107"/>
                    <a:pt x="258" y="107"/>
                  </a:cubicBezTo>
                  <a:cubicBezTo>
                    <a:pt x="396" y="107"/>
                    <a:pt x="531" y="161"/>
                    <a:pt x="632" y="262"/>
                  </a:cubicBezTo>
                  <a:cubicBezTo>
                    <a:pt x="656" y="286"/>
                    <a:pt x="656" y="286"/>
                    <a:pt x="680" y="286"/>
                  </a:cubicBezTo>
                  <a:lnTo>
                    <a:pt x="705" y="286"/>
                  </a:lnTo>
                  <a:cubicBezTo>
                    <a:pt x="729" y="262"/>
                    <a:pt x="729" y="213"/>
                    <a:pt x="705" y="213"/>
                  </a:cubicBezTo>
                  <a:cubicBezTo>
                    <a:pt x="585" y="77"/>
                    <a:pt x="418" y="0"/>
                    <a:pt x="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33"/>
            <p:cNvSpPr/>
            <p:nvPr/>
          </p:nvSpPr>
          <p:spPr>
            <a:xfrm rot="-1688081">
              <a:off x="8202326" y="503855"/>
              <a:ext cx="77308" cy="91821"/>
            </a:xfrm>
            <a:custGeom>
              <a:avLst/>
              <a:gdLst/>
              <a:ahLst/>
              <a:cxnLst/>
              <a:rect l="l" t="t" r="r" b="b"/>
              <a:pathLst>
                <a:path w="389" h="462" extrusionOk="0">
                  <a:moveTo>
                    <a:pt x="389" y="0"/>
                  </a:moveTo>
                  <a:lnTo>
                    <a:pt x="0" y="462"/>
                  </a:lnTo>
                  <a:cubicBezTo>
                    <a:pt x="0" y="462"/>
                    <a:pt x="364" y="146"/>
                    <a:pt x="3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33"/>
            <p:cNvSpPr/>
            <p:nvPr/>
          </p:nvSpPr>
          <p:spPr>
            <a:xfrm rot="-1688081">
              <a:off x="8187819" y="494119"/>
              <a:ext cx="101553" cy="112491"/>
            </a:xfrm>
            <a:custGeom>
              <a:avLst/>
              <a:gdLst/>
              <a:ahLst/>
              <a:cxnLst/>
              <a:rect l="l" t="t" r="r" b="b"/>
              <a:pathLst>
                <a:path w="511" h="566" extrusionOk="0">
                  <a:moveTo>
                    <a:pt x="462" y="1"/>
                  </a:moveTo>
                  <a:cubicBezTo>
                    <a:pt x="444" y="1"/>
                    <a:pt x="425" y="19"/>
                    <a:pt x="413" y="55"/>
                  </a:cubicBezTo>
                  <a:cubicBezTo>
                    <a:pt x="389" y="152"/>
                    <a:pt x="170" y="371"/>
                    <a:pt x="24" y="468"/>
                  </a:cubicBezTo>
                  <a:cubicBezTo>
                    <a:pt x="0" y="493"/>
                    <a:pt x="0" y="517"/>
                    <a:pt x="24" y="541"/>
                  </a:cubicBezTo>
                  <a:cubicBezTo>
                    <a:pt x="24" y="541"/>
                    <a:pt x="49" y="565"/>
                    <a:pt x="73" y="565"/>
                  </a:cubicBezTo>
                  <a:cubicBezTo>
                    <a:pt x="73" y="565"/>
                    <a:pt x="73" y="541"/>
                    <a:pt x="73" y="541"/>
                  </a:cubicBezTo>
                  <a:cubicBezTo>
                    <a:pt x="122" y="493"/>
                    <a:pt x="486" y="225"/>
                    <a:pt x="510" y="55"/>
                  </a:cubicBezTo>
                  <a:cubicBezTo>
                    <a:pt x="498" y="19"/>
                    <a:pt x="480" y="1"/>
                    <a:pt x="4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33"/>
            <p:cNvSpPr/>
            <p:nvPr/>
          </p:nvSpPr>
          <p:spPr>
            <a:xfrm rot="-1688081">
              <a:off x="7905638" y="365861"/>
              <a:ext cx="77507" cy="138924"/>
            </a:xfrm>
            <a:custGeom>
              <a:avLst/>
              <a:gdLst/>
              <a:ahLst/>
              <a:cxnLst/>
              <a:rect l="l" t="t" r="r" b="b"/>
              <a:pathLst>
                <a:path w="390" h="699" extrusionOk="0">
                  <a:moveTo>
                    <a:pt x="158" y="0"/>
                  </a:moveTo>
                  <a:cubicBezTo>
                    <a:pt x="146" y="0"/>
                    <a:pt x="134" y="6"/>
                    <a:pt x="122" y="18"/>
                  </a:cubicBezTo>
                  <a:cubicBezTo>
                    <a:pt x="0" y="237"/>
                    <a:pt x="98" y="529"/>
                    <a:pt x="292" y="699"/>
                  </a:cubicBezTo>
                  <a:lnTo>
                    <a:pt x="365" y="699"/>
                  </a:lnTo>
                  <a:cubicBezTo>
                    <a:pt x="389" y="674"/>
                    <a:pt x="389" y="650"/>
                    <a:pt x="365" y="626"/>
                  </a:cubicBezTo>
                  <a:cubicBezTo>
                    <a:pt x="171" y="504"/>
                    <a:pt x="122" y="261"/>
                    <a:pt x="195" y="67"/>
                  </a:cubicBezTo>
                  <a:cubicBezTo>
                    <a:pt x="219" y="43"/>
                    <a:pt x="219" y="18"/>
                    <a:pt x="195" y="18"/>
                  </a:cubicBezTo>
                  <a:cubicBezTo>
                    <a:pt x="183" y="6"/>
                    <a:pt x="171" y="0"/>
                    <a:pt x="1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33"/>
            <p:cNvSpPr/>
            <p:nvPr/>
          </p:nvSpPr>
          <p:spPr>
            <a:xfrm rot="-1688081">
              <a:off x="8626261" y="406849"/>
              <a:ext cx="367262" cy="1041832"/>
            </a:xfrm>
            <a:custGeom>
              <a:avLst/>
              <a:gdLst/>
              <a:ahLst/>
              <a:cxnLst/>
              <a:rect l="l" t="t" r="r" b="b"/>
              <a:pathLst>
                <a:path w="1848" h="5242" extrusionOk="0">
                  <a:moveTo>
                    <a:pt x="156" y="1"/>
                  </a:moveTo>
                  <a:cubicBezTo>
                    <a:pt x="122" y="1"/>
                    <a:pt x="86" y="7"/>
                    <a:pt x="49" y="19"/>
                  </a:cubicBezTo>
                  <a:cubicBezTo>
                    <a:pt x="25" y="19"/>
                    <a:pt x="1" y="43"/>
                    <a:pt x="1" y="68"/>
                  </a:cubicBezTo>
                  <a:cubicBezTo>
                    <a:pt x="25" y="92"/>
                    <a:pt x="25" y="116"/>
                    <a:pt x="49" y="116"/>
                  </a:cubicBezTo>
                  <a:lnTo>
                    <a:pt x="74" y="92"/>
                  </a:lnTo>
                  <a:lnTo>
                    <a:pt x="244" y="92"/>
                  </a:lnTo>
                  <a:cubicBezTo>
                    <a:pt x="251" y="99"/>
                    <a:pt x="258" y="102"/>
                    <a:pt x="265" y="102"/>
                  </a:cubicBezTo>
                  <a:cubicBezTo>
                    <a:pt x="280" y="102"/>
                    <a:pt x="292" y="85"/>
                    <a:pt x="292" y="68"/>
                  </a:cubicBezTo>
                  <a:cubicBezTo>
                    <a:pt x="292" y="43"/>
                    <a:pt x="268" y="19"/>
                    <a:pt x="244" y="19"/>
                  </a:cubicBezTo>
                  <a:cubicBezTo>
                    <a:pt x="220" y="7"/>
                    <a:pt x="189" y="1"/>
                    <a:pt x="156" y="1"/>
                  </a:cubicBezTo>
                  <a:close/>
                  <a:moveTo>
                    <a:pt x="438" y="43"/>
                  </a:moveTo>
                  <a:cubicBezTo>
                    <a:pt x="414" y="43"/>
                    <a:pt x="390" y="68"/>
                    <a:pt x="390" y="92"/>
                  </a:cubicBezTo>
                  <a:cubicBezTo>
                    <a:pt x="390" y="116"/>
                    <a:pt x="390" y="141"/>
                    <a:pt x="414" y="141"/>
                  </a:cubicBezTo>
                  <a:cubicBezTo>
                    <a:pt x="487" y="165"/>
                    <a:pt x="535" y="165"/>
                    <a:pt x="584" y="189"/>
                  </a:cubicBezTo>
                  <a:lnTo>
                    <a:pt x="608" y="189"/>
                  </a:lnTo>
                  <a:cubicBezTo>
                    <a:pt x="632" y="189"/>
                    <a:pt x="632" y="189"/>
                    <a:pt x="657" y="165"/>
                  </a:cubicBezTo>
                  <a:cubicBezTo>
                    <a:pt x="657" y="141"/>
                    <a:pt x="657" y="116"/>
                    <a:pt x="632" y="116"/>
                  </a:cubicBezTo>
                  <a:cubicBezTo>
                    <a:pt x="560" y="92"/>
                    <a:pt x="511" y="68"/>
                    <a:pt x="438" y="43"/>
                  </a:cubicBezTo>
                  <a:close/>
                  <a:moveTo>
                    <a:pt x="778" y="195"/>
                  </a:moveTo>
                  <a:cubicBezTo>
                    <a:pt x="766" y="195"/>
                    <a:pt x="754" y="201"/>
                    <a:pt x="754" y="213"/>
                  </a:cubicBezTo>
                  <a:cubicBezTo>
                    <a:pt x="730" y="238"/>
                    <a:pt x="730" y="262"/>
                    <a:pt x="754" y="286"/>
                  </a:cubicBezTo>
                  <a:cubicBezTo>
                    <a:pt x="803" y="311"/>
                    <a:pt x="851" y="359"/>
                    <a:pt x="875" y="384"/>
                  </a:cubicBezTo>
                  <a:cubicBezTo>
                    <a:pt x="900" y="408"/>
                    <a:pt x="900" y="408"/>
                    <a:pt x="924" y="408"/>
                  </a:cubicBezTo>
                  <a:lnTo>
                    <a:pt x="973" y="408"/>
                  </a:lnTo>
                  <a:cubicBezTo>
                    <a:pt x="973" y="384"/>
                    <a:pt x="973" y="359"/>
                    <a:pt x="973" y="335"/>
                  </a:cubicBezTo>
                  <a:cubicBezTo>
                    <a:pt x="924" y="286"/>
                    <a:pt x="875" y="238"/>
                    <a:pt x="803" y="213"/>
                  </a:cubicBezTo>
                  <a:cubicBezTo>
                    <a:pt x="803" y="201"/>
                    <a:pt x="790" y="195"/>
                    <a:pt x="778" y="195"/>
                  </a:cubicBezTo>
                  <a:close/>
                  <a:moveTo>
                    <a:pt x="1033" y="438"/>
                  </a:moveTo>
                  <a:cubicBezTo>
                    <a:pt x="1021" y="438"/>
                    <a:pt x="1009" y="444"/>
                    <a:pt x="997" y="456"/>
                  </a:cubicBezTo>
                  <a:cubicBezTo>
                    <a:pt x="973" y="456"/>
                    <a:pt x="973" y="505"/>
                    <a:pt x="997" y="529"/>
                  </a:cubicBezTo>
                  <a:cubicBezTo>
                    <a:pt x="1021" y="578"/>
                    <a:pt x="1045" y="626"/>
                    <a:pt x="1070" y="675"/>
                  </a:cubicBezTo>
                  <a:cubicBezTo>
                    <a:pt x="1070" y="699"/>
                    <a:pt x="1094" y="724"/>
                    <a:pt x="1118" y="724"/>
                  </a:cubicBezTo>
                  <a:lnTo>
                    <a:pt x="1118" y="699"/>
                  </a:lnTo>
                  <a:cubicBezTo>
                    <a:pt x="1143" y="675"/>
                    <a:pt x="1167" y="651"/>
                    <a:pt x="1143" y="626"/>
                  </a:cubicBezTo>
                  <a:cubicBezTo>
                    <a:pt x="1118" y="578"/>
                    <a:pt x="1094" y="505"/>
                    <a:pt x="1070" y="456"/>
                  </a:cubicBezTo>
                  <a:cubicBezTo>
                    <a:pt x="1058" y="444"/>
                    <a:pt x="1045" y="438"/>
                    <a:pt x="1033" y="438"/>
                  </a:cubicBezTo>
                  <a:close/>
                  <a:moveTo>
                    <a:pt x="1143" y="796"/>
                  </a:moveTo>
                  <a:cubicBezTo>
                    <a:pt x="1118" y="821"/>
                    <a:pt x="1118" y="845"/>
                    <a:pt x="1118" y="869"/>
                  </a:cubicBezTo>
                  <a:cubicBezTo>
                    <a:pt x="1118" y="918"/>
                    <a:pt x="1143" y="991"/>
                    <a:pt x="1143" y="991"/>
                  </a:cubicBezTo>
                  <a:lnTo>
                    <a:pt x="1143" y="1039"/>
                  </a:lnTo>
                  <a:cubicBezTo>
                    <a:pt x="1143" y="1064"/>
                    <a:pt x="1167" y="1088"/>
                    <a:pt x="1191" y="1088"/>
                  </a:cubicBezTo>
                  <a:cubicBezTo>
                    <a:pt x="1215" y="1088"/>
                    <a:pt x="1240" y="1064"/>
                    <a:pt x="1240" y="1039"/>
                  </a:cubicBezTo>
                  <a:cubicBezTo>
                    <a:pt x="1240" y="1015"/>
                    <a:pt x="1240" y="1015"/>
                    <a:pt x="1240" y="991"/>
                  </a:cubicBezTo>
                  <a:cubicBezTo>
                    <a:pt x="1215" y="942"/>
                    <a:pt x="1215" y="894"/>
                    <a:pt x="1215" y="845"/>
                  </a:cubicBezTo>
                  <a:cubicBezTo>
                    <a:pt x="1191" y="821"/>
                    <a:pt x="1167" y="796"/>
                    <a:pt x="1143" y="796"/>
                  </a:cubicBezTo>
                  <a:close/>
                  <a:moveTo>
                    <a:pt x="1191" y="1185"/>
                  </a:moveTo>
                  <a:cubicBezTo>
                    <a:pt x="1167" y="1185"/>
                    <a:pt x="1143" y="1209"/>
                    <a:pt x="1143" y="1234"/>
                  </a:cubicBezTo>
                  <a:cubicBezTo>
                    <a:pt x="1143" y="1282"/>
                    <a:pt x="1143" y="1355"/>
                    <a:pt x="1118" y="1404"/>
                  </a:cubicBezTo>
                  <a:cubicBezTo>
                    <a:pt x="1118" y="1428"/>
                    <a:pt x="1143" y="1452"/>
                    <a:pt x="1167" y="1452"/>
                  </a:cubicBezTo>
                  <a:cubicBezTo>
                    <a:pt x="1191" y="1452"/>
                    <a:pt x="1215" y="1452"/>
                    <a:pt x="1215" y="1428"/>
                  </a:cubicBezTo>
                  <a:cubicBezTo>
                    <a:pt x="1215" y="1355"/>
                    <a:pt x="1240" y="1307"/>
                    <a:pt x="1240" y="1234"/>
                  </a:cubicBezTo>
                  <a:cubicBezTo>
                    <a:pt x="1240" y="1209"/>
                    <a:pt x="1215" y="1185"/>
                    <a:pt x="1191" y="1185"/>
                  </a:cubicBezTo>
                  <a:close/>
                  <a:moveTo>
                    <a:pt x="1107" y="1549"/>
                  </a:moveTo>
                  <a:cubicBezTo>
                    <a:pt x="1093" y="1549"/>
                    <a:pt x="1078" y="1557"/>
                    <a:pt x="1070" y="1574"/>
                  </a:cubicBezTo>
                  <a:cubicBezTo>
                    <a:pt x="1045" y="1622"/>
                    <a:pt x="997" y="1695"/>
                    <a:pt x="973" y="1744"/>
                  </a:cubicBezTo>
                  <a:cubicBezTo>
                    <a:pt x="948" y="1744"/>
                    <a:pt x="948" y="1792"/>
                    <a:pt x="973" y="1792"/>
                  </a:cubicBezTo>
                  <a:lnTo>
                    <a:pt x="1045" y="1792"/>
                  </a:lnTo>
                  <a:cubicBezTo>
                    <a:pt x="1094" y="1744"/>
                    <a:pt x="1118" y="1671"/>
                    <a:pt x="1143" y="1622"/>
                  </a:cubicBezTo>
                  <a:cubicBezTo>
                    <a:pt x="1158" y="1575"/>
                    <a:pt x="1133" y="1549"/>
                    <a:pt x="1107" y="1549"/>
                  </a:cubicBezTo>
                  <a:close/>
                  <a:moveTo>
                    <a:pt x="438" y="1792"/>
                  </a:moveTo>
                  <a:cubicBezTo>
                    <a:pt x="394" y="1792"/>
                    <a:pt x="390" y="1893"/>
                    <a:pt x="426" y="1893"/>
                  </a:cubicBezTo>
                  <a:cubicBezTo>
                    <a:pt x="430" y="1893"/>
                    <a:pt x="434" y="1892"/>
                    <a:pt x="438" y="1890"/>
                  </a:cubicBezTo>
                  <a:lnTo>
                    <a:pt x="632" y="1890"/>
                  </a:lnTo>
                  <a:cubicBezTo>
                    <a:pt x="657" y="1890"/>
                    <a:pt x="681" y="1890"/>
                    <a:pt x="681" y="1841"/>
                  </a:cubicBezTo>
                  <a:cubicBezTo>
                    <a:pt x="681" y="1817"/>
                    <a:pt x="657" y="1817"/>
                    <a:pt x="632" y="1792"/>
                  </a:cubicBezTo>
                  <a:close/>
                  <a:moveTo>
                    <a:pt x="244" y="1841"/>
                  </a:moveTo>
                  <a:cubicBezTo>
                    <a:pt x="171" y="1865"/>
                    <a:pt x="98" y="1914"/>
                    <a:pt x="74" y="1963"/>
                  </a:cubicBezTo>
                  <a:cubicBezTo>
                    <a:pt x="49" y="1987"/>
                    <a:pt x="49" y="2011"/>
                    <a:pt x="74" y="2011"/>
                  </a:cubicBezTo>
                  <a:cubicBezTo>
                    <a:pt x="74" y="2023"/>
                    <a:pt x="74" y="2029"/>
                    <a:pt x="77" y="2029"/>
                  </a:cubicBezTo>
                  <a:cubicBezTo>
                    <a:pt x="80" y="2029"/>
                    <a:pt x="86" y="2023"/>
                    <a:pt x="98" y="2011"/>
                  </a:cubicBezTo>
                  <a:cubicBezTo>
                    <a:pt x="98" y="2023"/>
                    <a:pt x="104" y="2029"/>
                    <a:pt x="110" y="2029"/>
                  </a:cubicBezTo>
                  <a:cubicBezTo>
                    <a:pt x="116" y="2029"/>
                    <a:pt x="122" y="2023"/>
                    <a:pt x="122" y="2011"/>
                  </a:cubicBezTo>
                  <a:cubicBezTo>
                    <a:pt x="171" y="1987"/>
                    <a:pt x="220" y="1938"/>
                    <a:pt x="268" y="1938"/>
                  </a:cubicBezTo>
                  <a:cubicBezTo>
                    <a:pt x="292" y="1938"/>
                    <a:pt x="317" y="1914"/>
                    <a:pt x="292" y="1865"/>
                  </a:cubicBezTo>
                  <a:cubicBezTo>
                    <a:pt x="292" y="1841"/>
                    <a:pt x="268" y="1841"/>
                    <a:pt x="244" y="1841"/>
                  </a:cubicBezTo>
                  <a:close/>
                  <a:moveTo>
                    <a:pt x="803" y="1841"/>
                  </a:moveTo>
                  <a:cubicBezTo>
                    <a:pt x="778" y="1841"/>
                    <a:pt x="754" y="1841"/>
                    <a:pt x="754" y="1865"/>
                  </a:cubicBezTo>
                  <a:cubicBezTo>
                    <a:pt x="754" y="1890"/>
                    <a:pt x="754" y="1914"/>
                    <a:pt x="778" y="1938"/>
                  </a:cubicBezTo>
                  <a:lnTo>
                    <a:pt x="705" y="1987"/>
                  </a:lnTo>
                  <a:cubicBezTo>
                    <a:pt x="681" y="2011"/>
                    <a:pt x="681" y="2035"/>
                    <a:pt x="705" y="2060"/>
                  </a:cubicBezTo>
                  <a:lnTo>
                    <a:pt x="754" y="2060"/>
                  </a:lnTo>
                  <a:cubicBezTo>
                    <a:pt x="754" y="2060"/>
                    <a:pt x="754" y="2060"/>
                    <a:pt x="754" y="2035"/>
                  </a:cubicBezTo>
                  <a:cubicBezTo>
                    <a:pt x="803" y="2011"/>
                    <a:pt x="827" y="1987"/>
                    <a:pt x="875" y="1938"/>
                  </a:cubicBezTo>
                  <a:lnTo>
                    <a:pt x="948" y="1963"/>
                  </a:lnTo>
                  <a:cubicBezTo>
                    <a:pt x="955" y="1970"/>
                    <a:pt x="963" y="1973"/>
                    <a:pt x="970" y="1973"/>
                  </a:cubicBezTo>
                  <a:cubicBezTo>
                    <a:pt x="987" y="1973"/>
                    <a:pt x="1004" y="1955"/>
                    <a:pt x="1021" y="1938"/>
                  </a:cubicBezTo>
                  <a:cubicBezTo>
                    <a:pt x="1021" y="1914"/>
                    <a:pt x="997" y="1890"/>
                    <a:pt x="997" y="1890"/>
                  </a:cubicBezTo>
                  <a:lnTo>
                    <a:pt x="900" y="1841"/>
                  </a:lnTo>
                  <a:close/>
                  <a:moveTo>
                    <a:pt x="1143" y="1993"/>
                  </a:moveTo>
                  <a:cubicBezTo>
                    <a:pt x="1130" y="1993"/>
                    <a:pt x="1118" y="1999"/>
                    <a:pt x="1118" y="2011"/>
                  </a:cubicBezTo>
                  <a:cubicBezTo>
                    <a:pt x="1094" y="2035"/>
                    <a:pt x="1094" y="2060"/>
                    <a:pt x="1118" y="2084"/>
                  </a:cubicBezTo>
                  <a:cubicBezTo>
                    <a:pt x="1167" y="2108"/>
                    <a:pt x="1191" y="2157"/>
                    <a:pt x="1240" y="2205"/>
                  </a:cubicBezTo>
                  <a:cubicBezTo>
                    <a:pt x="1240" y="2205"/>
                    <a:pt x="1264" y="2205"/>
                    <a:pt x="1264" y="2230"/>
                  </a:cubicBezTo>
                  <a:lnTo>
                    <a:pt x="1313" y="2230"/>
                  </a:lnTo>
                  <a:cubicBezTo>
                    <a:pt x="1337" y="2205"/>
                    <a:pt x="1337" y="2181"/>
                    <a:pt x="1313" y="2157"/>
                  </a:cubicBezTo>
                  <a:cubicBezTo>
                    <a:pt x="1264" y="2108"/>
                    <a:pt x="1215" y="2060"/>
                    <a:pt x="1167" y="2011"/>
                  </a:cubicBezTo>
                  <a:cubicBezTo>
                    <a:pt x="1167" y="1999"/>
                    <a:pt x="1155" y="1993"/>
                    <a:pt x="1143" y="1993"/>
                  </a:cubicBezTo>
                  <a:close/>
                  <a:moveTo>
                    <a:pt x="585" y="2074"/>
                  </a:moveTo>
                  <a:cubicBezTo>
                    <a:pt x="576" y="2074"/>
                    <a:pt x="567" y="2077"/>
                    <a:pt x="560" y="2084"/>
                  </a:cubicBezTo>
                  <a:cubicBezTo>
                    <a:pt x="511" y="2108"/>
                    <a:pt x="462" y="2133"/>
                    <a:pt x="414" y="2157"/>
                  </a:cubicBezTo>
                  <a:cubicBezTo>
                    <a:pt x="365" y="2157"/>
                    <a:pt x="365" y="2230"/>
                    <a:pt x="414" y="2254"/>
                  </a:cubicBezTo>
                  <a:lnTo>
                    <a:pt x="438" y="2230"/>
                  </a:lnTo>
                  <a:cubicBezTo>
                    <a:pt x="487" y="2205"/>
                    <a:pt x="560" y="2181"/>
                    <a:pt x="608" y="2157"/>
                  </a:cubicBezTo>
                  <a:cubicBezTo>
                    <a:pt x="632" y="2157"/>
                    <a:pt x="632" y="2133"/>
                    <a:pt x="632" y="2108"/>
                  </a:cubicBezTo>
                  <a:cubicBezTo>
                    <a:pt x="632" y="2091"/>
                    <a:pt x="608" y="2074"/>
                    <a:pt x="585" y="2074"/>
                  </a:cubicBezTo>
                  <a:close/>
                  <a:moveTo>
                    <a:pt x="49" y="2108"/>
                  </a:moveTo>
                  <a:cubicBezTo>
                    <a:pt x="25" y="2133"/>
                    <a:pt x="1" y="2157"/>
                    <a:pt x="25" y="2181"/>
                  </a:cubicBezTo>
                  <a:cubicBezTo>
                    <a:pt x="74" y="2230"/>
                    <a:pt x="147" y="2278"/>
                    <a:pt x="220" y="2278"/>
                  </a:cubicBezTo>
                  <a:lnTo>
                    <a:pt x="244" y="2278"/>
                  </a:lnTo>
                  <a:cubicBezTo>
                    <a:pt x="244" y="2278"/>
                    <a:pt x="268" y="2254"/>
                    <a:pt x="268" y="2230"/>
                  </a:cubicBezTo>
                  <a:cubicBezTo>
                    <a:pt x="268" y="2205"/>
                    <a:pt x="244" y="2181"/>
                    <a:pt x="220" y="2181"/>
                  </a:cubicBezTo>
                  <a:cubicBezTo>
                    <a:pt x="195" y="2181"/>
                    <a:pt x="122" y="2181"/>
                    <a:pt x="98" y="2133"/>
                  </a:cubicBezTo>
                  <a:cubicBezTo>
                    <a:pt x="98" y="2108"/>
                    <a:pt x="74" y="2108"/>
                    <a:pt x="49" y="2108"/>
                  </a:cubicBezTo>
                  <a:close/>
                  <a:moveTo>
                    <a:pt x="1361" y="2278"/>
                  </a:moveTo>
                  <a:cubicBezTo>
                    <a:pt x="1337" y="2303"/>
                    <a:pt x="1313" y="2327"/>
                    <a:pt x="1337" y="2351"/>
                  </a:cubicBezTo>
                  <a:cubicBezTo>
                    <a:pt x="1337" y="2400"/>
                    <a:pt x="1361" y="2448"/>
                    <a:pt x="1361" y="2521"/>
                  </a:cubicBezTo>
                  <a:cubicBezTo>
                    <a:pt x="1361" y="2546"/>
                    <a:pt x="1386" y="2570"/>
                    <a:pt x="1410" y="2570"/>
                  </a:cubicBezTo>
                  <a:cubicBezTo>
                    <a:pt x="1434" y="2570"/>
                    <a:pt x="1458" y="2546"/>
                    <a:pt x="1458" y="2521"/>
                  </a:cubicBezTo>
                  <a:cubicBezTo>
                    <a:pt x="1458" y="2448"/>
                    <a:pt x="1434" y="2375"/>
                    <a:pt x="1410" y="2327"/>
                  </a:cubicBezTo>
                  <a:cubicBezTo>
                    <a:pt x="1410" y="2303"/>
                    <a:pt x="1361" y="2278"/>
                    <a:pt x="1361" y="2278"/>
                  </a:cubicBezTo>
                  <a:close/>
                  <a:moveTo>
                    <a:pt x="1402" y="2657"/>
                  </a:moveTo>
                  <a:cubicBezTo>
                    <a:pt x="1383" y="2657"/>
                    <a:pt x="1378" y="2674"/>
                    <a:pt x="1361" y="2691"/>
                  </a:cubicBezTo>
                  <a:cubicBezTo>
                    <a:pt x="1361" y="2764"/>
                    <a:pt x="1337" y="2813"/>
                    <a:pt x="1313" y="2861"/>
                  </a:cubicBezTo>
                  <a:cubicBezTo>
                    <a:pt x="1313" y="2886"/>
                    <a:pt x="1337" y="2910"/>
                    <a:pt x="1361" y="2934"/>
                  </a:cubicBezTo>
                  <a:cubicBezTo>
                    <a:pt x="1386" y="2934"/>
                    <a:pt x="1410" y="2934"/>
                    <a:pt x="1410" y="2910"/>
                  </a:cubicBezTo>
                  <a:cubicBezTo>
                    <a:pt x="1434" y="2837"/>
                    <a:pt x="1458" y="2764"/>
                    <a:pt x="1458" y="2716"/>
                  </a:cubicBezTo>
                  <a:cubicBezTo>
                    <a:pt x="1458" y="2691"/>
                    <a:pt x="1458" y="2667"/>
                    <a:pt x="1434" y="2667"/>
                  </a:cubicBezTo>
                  <a:cubicBezTo>
                    <a:pt x="1420" y="2660"/>
                    <a:pt x="1410" y="2657"/>
                    <a:pt x="1402" y="2657"/>
                  </a:cubicBezTo>
                  <a:close/>
                  <a:moveTo>
                    <a:pt x="1288" y="3021"/>
                  </a:moveTo>
                  <a:cubicBezTo>
                    <a:pt x="1272" y="3021"/>
                    <a:pt x="1256" y="3031"/>
                    <a:pt x="1240" y="3031"/>
                  </a:cubicBezTo>
                  <a:lnTo>
                    <a:pt x="1167" y="3201"/>
                  </a:lnTo>
                  <a:cubicBezTo>
                    <a:pt x="1143" y="3226"/>
                    <a:pt x="1167" y="3250"/>
                    <a:pt x="1191" y="3274"/>
                  </a:cubicBezTo>
                  <a:cubicBezTo>
                    <a:pt x="1215" y="3274"/>
                    <a:pt x="1240" y="3274"/>
                    <a:pt x="1240" y="3250"/>
                  </a:cubicBezTo>
                  <a:cubicBezTo>
                    <a:pt x="1264" y="3201"/>
                    <a:pt x="1313" y="3153"/>
                    <a:pt x="1337" y="3080"/>
                  </a:cubicBezTo>
                  <a:cubicBezTo>
                    <a:pt x="1337" y="3056"/>
                    <a:pt x="1337" y="3031"/>
                    <a:pt x="1313" y="3031"/>
                  </a:cubicBezTo>
                  <a:cubicBezTo>
                    <a:pt x="1305" y="3023"/>
                    <a:pt x="1296" y="3021"/>
                    <a:pt x="1288" y="3021"/>
                  </a:cubicBezTo>
                  <a:close/>
                  <a:moveTo>
                    <a:pt x="1124" y="3351"/>
                  </a:moveTo>
                  <a:cubicBezTo>
                    <a:pt x="1112" y="3351"/>
                    <a:pt x="1101" y="3357"/>
                    <a:pt x="1094" y="3371"/>
                  </a:cubicBezTo>
                  <a:cubicBezTo>
                    <a:pt x="1045" y="3444"/>
                    <a:pt x="1021" y="3493"/>
                    <a:pt x="997" y="3542"/>
                  </a:cubicBezTo>
                  <a:cubicBezTo>
                    <a:pt x="973" y="3542"/>
                    <a:pt x="973" y="3566"/>
                    <a:pt x="997" y="3590"/>
                  </a:cubicBezTo>
                  <a:lnTo>
                    <a:pt x="1070" y="3590"/>
                  </a:lnTo>
                  <a:cubicBezTo>
                    <a:pt x="1094" y="3542"/>
                    <a:pt x="1143" y="3493"/>
                    <a:pt x="1167" y="3420"/>
                  </a:cubicBezTo>
                  <a:cubicBezTo>
                    <a:pt x="1184" y="3386"/>
                    <a:pt x="1153" y="3351"/>
                    <a:pt x="1124" y="3351"/>
                  </a:cubicBezTo>
                  <a:close/>
                  <a:moveTo>
                    <a:pt x="705" y="3566"/>
                  </a:moveTo>
                  <a:cubicBezTo>
                    <a:pt x="632" y="3566"/>
                    <a:pt x="560" y="3590"/>
                    <a:pt x="511" y="3639"/>
                  </a:cubicBezTo>
                  <a:cubicBezTo>
                    <a:pt x="487" y="3639"/>
                    <a:pt x="487" y="3687"/>
                    <a:pt x="511" y="3687"/>
                  </a:cubicBezTo>
                  <a:cubicBezTo>
                    <a:pt x="511" y="3699"/>
                    <a:pt x="511" y="3705"/>
                    <a:pt x="514" y="3705"/>
                  </a:cubicBezTo>
                  <a:cubicBezTo>
                    <a:pt x="517" y="3705"/>
                    <a:pt x="523" y="3699"/>
                    <a:pt x="535" y="3687"/>
                  </a:cubicBezTo>
                  <a:cubicBezTo>
                    <a:pt x="535" y="3687"/>
                    <a:pt x="535" y="3712"/>
                    <a:pt x="560" y="3712"/>
                  </a:cubicBezTo>
                  <a:cubicBezTo>
                    <a:pt x="608" y="3663"/>
                    <a:pt x="657" y="3663"/>
                    <a:pt x="705" y="3663"/>
                  </a:cubicBezTo>
                  <a:cubicBezTo>
                    <a:pt x="730" y="3663"/>
                    <a:pt x="754" y="3639"/>
                    <a:pt x="754" y="3614"/>
                  </a:cubicBezTo>
                  <a:cubicBezTo>
                    <a:pt x="754" y="3590"/>
                    <a:pt x="730" y="3566"/>
                    <a:pt x="705" y="3566"/>
                  </a:cubicBezTo>
                  <a:close/>
                  <a:moveTo>
                    <a:pt x="900" y="3590"/>
                  </a:moveTo>
                  <a:cubicBezTo>
                    <a:pt x="875" y="3590"/>
                    <a:pt x="851" y="3614"/>
                    <a:pt x="851" y="3639"/>
                  </a:cubicBezTo>
                  <a:cubicBezTo>
                    <a:pt x="827" y="3639"/>
                    <a:pt x="851" y="3663"/>
                    <a:pt x="851" y="3687"/>
                  </a:cubicBezTo>
                  <a:cubicBezTo>
                    <a:pt x="827" y="3736"/>
                    <a:pt x="778" y="3760"/>
                    <a:pt x="730" y="3809"/>
                  </a:cubicBezTo>
                  <a:cubicBezTo>
                    <a:pt x="730" y="3833"/>
                    <a:pt x="730" y="3857"/>
                    <a:pt x="730" y="3882"/>
                  </a:cubicBezTo>
                  <a:lnTo>
                    <a:pt x="803" y="3882"/>
                  </a:lnTo>
                  <a:cubicBezTo>
                    <a:pt x="851" y="3833"/>
                    <a:pt x="900" y="3784"/>
                    <a:pt x="948" y="3736"/>
                  </a:cubicBezTo>
                  <a:cubicBezTo>
                    <a:pt x="948" y="3736"/>
                    <a:pt x="948" y="3712"/>
                    <a:pt x="948" y="3712"/>
                  </a:cubicBezTo>
                  <a:cubicBezTo>
                    <a:pt x="973" y="3712"/>
                    <a:pt x="1021" y="3736"/>
                    <a:pt x="1045" y="3736"/>
                  </a:cubicBezTo>
                  <a:cubicBezTo>
                    <a:pt x="1053" y="3743"/>
                    <a:pt x="1060" y="3746"/>
                    <a:pt x="1067" y="3746"/>
                  </a:cubicBezTo>
                  <a:cubicBezTo>
                    <a:pt x="1084" y="3746"/>
                    <a:pt x="1101" y="3729"/>
                    <a:pt x="1118" y="3712"/>
                  </a:cubicBezTo>
                  <a:cubicBezTo>
                    <a:pt x="1118" y="3712"/>
                    <a:pt x="1118" y="3663"/>
                    <a:pt x="1094" y="3663"/>
                  </a:cubicBezTo>
                  <a:cubicBezTo>
                    <a:pt x="1021" y="3639"/>
                    <a:pt x="973" y="3614"/>
                    <a:pt x="900" y="3590"/>
                  </a:cubicBezTo>
                  <a:close/>
                  <a:moveTo>
                    <a:pt x="1231" y="3742"/>
                  </a:moveTo>
                  <a:cubicBezTo>
                    <a:pt x="1222" y="3742"/>
                    <a:pt x="1215" y="3748"/>
                    <a:pt x="1215" y="3760"/>
                  </a:cubicBezTo>
                  <a:cubicBezTo>
                    <a:pt x="1191" y="3784"/>
                    <a:pt x="1191" y="3809"/>
                    <a:pt x="1215" y="3833"/>
                  </a:cubicBezTo>
                  <a:cubicBezTo>
                    <a:pt x="1264" y="3857"/>
                    <a:pt x="1313" y="3882"/>
                    <a:pt x="1361" y="3930"/>
                  </a:cubicBezTo>
                  <a:lnTo>
                    <a:pt x="1386" y="3930"/>
                  </a:lnTo>
                  <a:cubicBezTo>
                    <a:pt x="1386" y="3930"/>
                    <a:pt x="1396" y="3941"/>
                    <a:pt x="1411" y="3941"/>
                  </a:cubicBezTo>
                  <a:cubicBezTo>
                    <a:pt x="1418" y="3941"/>
                    <a:pt x="1426" y="3938"/>
                    <a:pt x="1434" y="3930"/>
                  </a:cubicBezTo>
                  <a:cubicBezTo>
                    <a:pt x="1434" y="3930"/>
                    <a:pt x="1434" y="3882"/>
                    <a:pt x="1434" y="3882"/>
                  </a:cubicBezTo>
                  <a:cubicBezTo>
                    <a:pt x="1386" y="3833"/>
                    <a:pt x="1313" y="3784"/>
                    <a:pt x="1264" y="3760"/>
                  </a:cubicBezTo>
                  <a:cubicBezTo>
                    <a:pt x="1252" y="3748"/>
                    <a:pt x="1240" y="3742"/>
                    <a:pt x="1231" y="3742"/>
                  </a:cubicBezTo>
                  <a:close/>
                  <a:moveTo>
                    <a:pt x="462" y="3784"/>
                  </a:moveTo>
                  <a:cubicBezTo>
                    <a:pt x="438" y="3784"/>
                    <a:pt x="414" y="3809"/>
                    <a:pt x="438" y="3833"/>
                  </a:cubicBezTo>
                  <a:cubicBezTo>
                    <a:pt x="438" y="3906"/>
                    <a:pt x="487" y="3979"/>
                    <a:pt x="584" y="3979"/>
                  </a:cubicBezTo>
                  <a:lnTo>
                    <a:pt x="608" y="3979"/>
                  </a:lnTo>
                  <a:cubicBezTo>
                    <a:pt x="632" y="3979"/>
                    <a:pt x="657" y="3954"/>
                    <a:pt x="657" y="3906"/>
                  </a:cubicBezTo>
                  <a:cubicBezTo>
                    <a:pt x="632" y="3882"/>
                    <a:pt x="608" y="3882"/>
                    <a:pt x="584" y="3882"/>
                  </a:cubicBezTo>
                  <a:cubicBezTo>
                    <a:pt x="560" y="3882"/>
                    <a:pt x="511" y="3882"/>
                    <a:pt x="511" y="3809"/>
                  </a:cubicBezTo>
                  <a:cubicBezTo>
                    <a:pt x="511" y="3784"/>
                    <a:pt x="487" y="3784"/>
                    <a:pt x="462" y="3784"/>
                  </a:cubicBezTo>
                  <a:close/>
                  <a:moveTo>
                    <a:pt x="1520" y="3963"/>
                  </a:moveTo>
                  <a:cubicBezTo>
                    <a:pt x="1480" y="3963"/>
                    <a:pt x="1445" y="4014"/>
                    <a:pt x="1483" y="4052"/>
                  </a:cubicBezTo>
                  <a:cubicBezTo>
                    <a:pt x="1507" y="4100"/>
                    <a:pt x="1556" y="4149"/>
                    <a:pt x="1580" y="4197"/>
                  </a:cubicBezTo>
                  <a:cubicBezTo>
                    <a:pt x="1604" y="4197"/>
                    <a:pt x="1604" y="4222"/>
                    <a:pt x="1628" y="4222"/>
                  </a:cubicBezTo>
                  <a:lnTo>
                    <a:pt x="1628" y="4197"/>
                  </a:lnTo>
                  <a:lnTo>
                    <a:pt x="1653" y="4197"/>
                  </a:lnTo>
                  <a:cubicBezTo>
                    <a:pt x="1677" y="4197"/>
                    <a:pt x="1677" y="4173"/>
                    <a:pt x="1677" y="4149"/>
                  </a:cubicBezTo>
                  <a:cubicBezTo>
                    <a:pt x="1628" y="4100"/>
                    <a:pt x="1604" y="4027"/>
                    <a:pt x="1556" y="3979"/>
                  </a:cubicBezTo>
                  <a:cubicBezTo>
                    <a:pt x="1544" y="3967"/>
                    <a:pt x="1532" y="3963"/>
                    <a:pt x="1520" y="3963"/>
                  </a:cubicBezTo>
                  <a:close/>
                  <a:moveTo>
                    <a:pt x="1722" y="4285"/>
                  </a:moveTo>
                  <a:cubicBezTo>
                    <a:pt x="1716" y="4285"/>
                    <a:pt x="1708" y="4287"/>
                    <a:pt x="1701" y="4295"/>
                  </a:cubicBezTo>
                  <a:cubicBezTo>
                    <a:pt x="1677" y="4295"/>
                    <a:pt x="1653" y="4319"/>
                    <a:pt x="1677" y="4343"/>
                  </a:cubicBezTo>
                  <a:cubicBezTo>
                    <a:pt x="1701" y="4416"/>
                    <a:pt x="1726" y="4465"/>
                    <a:pt x="1726" y="4513"/>
                  </a:cubicBezTo>
                  <a:cubicBezTo>
                    <a:pt x="1726" y="4537"/>
                    <a:pt x="1750" y="4562"/>
                    <a:pt x="1774" y="4562"/>
                  </a:cubicBezTo>
                  <a:cubicBezTo>
                    <a:pt x="1799" y="4562"/>
                    <a:pt x="1823" y="4513"/>
                    <a:pt x="1823" y="4489"/>
                  </a:cubicBezTo>
                  <a:cubicBezTo>
                    <a:pt x="1799" y="4440"/>
                    <a:pt x="1774" y="4367"/>
                    <a:pt x="1750" y="4319"/>
                  </a:cubicBezTo>
                  <a:cubicBezTo>
                    <a:pt x="1750" y="4302"/>
                    <a:pt x="1738" y="4285"/>
                    <a:pt x="1722" y="4285"/>
                  </a:cubicBezTo>
                  <a:close/>
                  <a:moveTo>
                    <a:pt x="1799" y="4635"/>
                  </a:moveTo>
                  <a:cubicBezTo>
                    <a:pt x="1774" y="4659"/>
                    <a:pt x="1750" y="4683"/>
                    <a:pt x="1750" y="4708"/>
                  </a:cubicBezTo>
                  <a:lnTo>
                    <a:pt x="1750" y="4780"/>
                  </a:lnTo>
                  <a:lnTo>
                    <a:pt x="1750" y="4878"/>
                  </a:lnTo>
                  <a:cubicBezTo>
                    <a:pt x="1750" y="4902"/>
                    <a:pt x="1774" y="4926"/>
                    <a:pt x="1799" y="4926"/>
                  </a:cubicBezTo>
                  <a:cubicBezTo>
                    <a:pt x="1823" y="4926"/>
                    <a:pt x="1847" y="4902"/>
                    <a:pt x="1847" y="4878"/>
                  </a:cubicBezTo>
                  <a:lnTo>
                    <a:pt x="1847" y="4780"/>
                  </a:lnTo>
                  <a:lnTo>
                    <a:pt x="1847" y="4683"/>
                  </a:lnTo>
                  <a:cubicBezTo>
                    <a:pt x="1847" y="4659"/>
                    <a:pt x="1823" y="4635"/>
                    <a:pt x="1799" y="4635"/>
                  </a:cubicBezTo>
                  <a:close/>
                  <a:moveTo>
                    <a:pt x="1799" y="5023"/>
                  </a:moveTo>
                  <a:cubicBezTo>
                    <a:pt x="1774" y="5023"/>
                    <a:pt x="1750" y="5023"/>
                    <a:pt x="1750" y="5048"/>
                  </a:cubicBezTo>
                  <a:cubicBezTo>
                    <a:pt x="1726" y="5096"/>
                    <a:pt x="1726" y="5145"/>
                    <a:pt x="1726" y="5169"/>
                  </a:cubicBezTo>
                  <a:cubicBezTo>
                    <a:pt x="1701" y="5193"/>
                    <a:pt x="1726" y="5218"/>
                    <a:pt x="1750" y="5242"/>
                  </a:cubicBezTo>
                  <a:cubicBezTo>
                    <a:pt x="1774" y="5242"/>
                    <a:pt x="1799" y="5218"/>
                    <a:pt x="1799" y="5193"/>
                  </a:cubicBezTo>
                  <a:cubicBezTo>
                    <a:pt x="1823" y="5169"/>
                    <a:pt x="1823" y="5121"/>
                    <a:pt x="1823" y="5072"/>
                  </a:cubicBezTo>
                  <a:cubicBezTo>
                    <a:pt x="1847" y="5048"/>
                    <a:pt x="1823" y="5023"/>
                    <a:pt x="1799" y="50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2" name="Google Shape;1542;p33"/>
          <p:cNvGrpSpPr/>
          <p:nvPr/>
        </p:nvGrpSpPr>
        <p:grpSpPr>
          <a:xfrm>
            <a:off x="875207" y="3470549"/>
            <a:ext cx="1020386" cy="1732392"/>
            <a:chOff x="-1056319" y="1385262"/>
            <a:chExt cx="212940" cy="361495"/>
          </a:xfrm>
        </p:grpSpPr>
        <p:sp>
          <p:nvSpPr>
            <p:cNvPr id="1543" name="Google Shape;1543;p33"/>
            <p:cNvSpPr/>
            <p:nvPr/>
          </p:nvSpPr>
          <p:spPr>
            <a:xfrm>
              <a:off x="-933315" y="1467563"/>
              <a:ext cx="27460" cy="279194"/>
            </a:xfrm>
            <a:custGeom>
              <a:avLst/>
              <a:gdLst/>
              <a:ahLst/>
              <a:cxnLst/>
              <a:rect l="l" t="t" r="r" b="b"/>
              <a:pathLst>
                <a:path w="705" h="7168" extrusionOk="0">
                  <a:moveTo>
                    <a:pt x="680" y="1"/>
                  </a:moveTo>
                  <a:cubicBezTo>
                    <a:pt x="656" y="1"/>
                    <a:pt x="632" y="25"/>
                    <a:pt x="632" y="50"/>
                  </a:cubicBezTo>
                  <a:cubicBezTo>
                    <a:pt x="608" y="292"/>
                    <a:pt x="0" y="6123"/>
                    <a:pt x="170" y="7119"/>
                  </a:cubicBezTo>
                  <a:cubicBezTo>
                    <a:pt x="170" y="7143"/>
                    <a:pt x="170" y="7167"/>
                    <a:pt x="195" y="7167"/>
                  </a:cubicBezTo>
                  <a:lnTo>
                    <a:pt x="219" y="7167"/>
                  </a:lnTo>
                  <a:cubicBezTo>
                    <a:pt x="243" y="7143"/>
                    <a:pt x="243" y="7119"/>
                    <a:pt x="243" y="7094"/>
                  </a:cubicBezTo>
                  <a:cubicBezTo>
                    <a:pt x="97" y="6123"/>
                    <a:pt x="705" y="122"/>
                    <a:pt x="705" y="74"/>
                  </a:cubicBezTo>
                  <a:cubicBezTo>
                    <a:pt x="705" y="25"/>
                    <a:pt x="705" y="25"/>
                    <a:pt x="6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33"/>
            <p:cNvSpPr/>
            <p:nvPr/>
          </p:nvSpPr>
          <p:spPr>
            <a:xfrm>
              <a:off x="-968331" y="1385262"/>
              <a:ext cx="124952" cy="123978"/>
            </a:xfrm>
            <a:custGeom>
              <a:avLst/>
              <a:gdLst/>
              <a:ahLst/>
              <a:cxnLst/>
              <a:rect l="l" t="t" r="r" b="b"/>
              <a:pathLst>
                <a:path w="3208" h="3183" extrusionOk="0">
                  <a:moveTo>
                    <a:pt x="1555" y="98"/>
                  </a:moveTo>
                  <a:cubicBezTo>
                    <a:pt x="1871" y="171"/>
                    <a:pt x="1871" y="705"/>
                    <a:pt x="1871" y="705"/>
                  </a:cubicBezTo>
                  <a:cubicBezTo>
                    <a:pt x="1871" y="729"/>
                    <a:pt x="1895" y="754"/>
                    <a:pt x="1920" y="754"/>
                  </a:cubicBezTo>
                  <a:cubicBezTo>
                    <a:pt x="1944" y="754"/>
                    <a:pt x="1968" y="754"/>
                    <a:pt x="1968" y="729"/>
                  </a:cubicBezTo>
                  <a:cubicBezTo>
                    <a:pt x="2065" y="535"/>
                    <a:pt x="2260" y="243"/>
                    <a:pt x="2381" y="243"/>
                  </a:cubicBezTo>
                  <a:cubicBezTo>
                    <a:pt x="2405" y="243"/>
                    <a:pt x="2430" y="243"/>
                    <a:pt x="2430" y="268"/>
                  </a:cubicBezTo>
                  <a:cubicBezTo>
                    <a:pt x="2600" y="389"/>
                    <a:pt x="2478" y="802"/>
                    <a:pt x="2405" y="948"/>
                  </a:cubicBezTo>
                  <a:cubicBezTo>
                    <a:pt x="2386" y="988"/>
                    <a:pt x="2414" y="1027"/>
                    <a:pt x="2452" y="1027"/>
                  </a:cubicBezTo>
                  <a:cubicBezTo>
                    <a:pt x="2460" y="1027"/>
                    <a:pt x="2469" y="1025"/>
                    <a:pt x="2478" y="1021"/>
                  </a:cubicBezTo>
                  <a:cubicBezTo>
                    <a:pt x="2600" y="972"/>
                    <a:pt x="2745" y="924"/>
                    <a:pt x="2891" y="924"/>
                  </a:cubicBezTo>
                  <a:cubicBezTo>
                    <a:pt x="2940" y="924"/>
                    <a:pt x="3013" y="924"/>
                    <a:pt x="3061" y="972"/>
                  </a:cubicBezTo>
                  <a:cubicBezTo>
                    <a:pt x="3061" y="972"/>
                    <a:pt x="3061" y="996"/>
                    <a:pt x="3061" y="996"/>
                  </a:cubicBezTo>
                  <a:cubicBezTo>
                    <a:pt x="3037" y="1142"/>
                    <a:pt x="2745" y="1409"/>
                    <a:pt x="2551" y="1580"/>
                  </a:cubicBezTo>
                  <a:cubicBezTo>
                    <a:pt x="2527" y="1580"/>
                    <a:pt x="2527" y="1604"/>
                    <a:pt x="2527" y="1628"/>
                  </a:cubicBezTo>
                  <a:cubicBezTo>
                    <a:pt x="2551" y="1628"/>
                    <a:pt x="2551" y="1652"/>
                    <a:pt x="2575" y="1652"/>
                  </a:cubicBezTo>
                  <a:cubicBezTo>
                    <a:pt x="2721" y="1652"/>
                    <a:pt x="3134" y="1725"/>
                    <a:pt x="3134" y="1920"/>
                  </a:cubicBezTo>
                  <a:cubicBezTo>
                    <a:pt x="3134" y="2114"/>
                    <a:pt x="2624" y="2163"/>
                    <a:pt x="2430" y="2163"/>
                  </a:cubicBezTo>
                  <a:cubicBezTo>
                    <a:pt x="2430" y="2163"/>
                    <a:pt x="2405" y="2163"/>
                    <a:pt x="2405" y="2187"/>
                  </a:cubicBezTo>
                  <a:cubicBezTo>
                    <a:pt x="2381" y="2211"/>
                    <a:pt x="2381" y="2211"/>
                    <a:pt x="2405" y="2235"/>
                  </a:cubicBezTo>
                  <a:cubicBezTo>
                    <a:pt x="2405" y="2235"/>
                    <a:pt x="2697" y="2551"/>
                    <a:pt x="2527" y="2794"/>
                  </a:cubicBezTo>
                  <a:cubicBezTo>
                    <a:pt x="2503" y="2818"/>
                    <a:pt x="2454" y="2843"/>
                    <a:pt x="2430" y="2843"/>
                  </a:cubicBezTo>
                  <a:cubicBezTo>
                    <a:pt x="2260" y="2843"/>
                    <a:pt x="1992" y="2503"/>
                    <a:pt x="1895" y="2381"/>
                  </a:cubicBezTo>
                  <a:cubicBezTo>
                    <a:pt x="1883" y="2369"/>
                    <a:pt x="1871" y="2363"/>
                    <a:pt x="1862" y="2363"/>
                  </a:cubicBezTo>
                  <a:cubicBezTo>
                    <a:pt x="1853" y="2363"/>
                    <a:pt x="1847" y="2369"/>
                    <a:pt x="1847" y="2381"/>
                  </a:cubicBezTo>
                  <a:cubicBezTo>
                    <a:pt x="1822" y="2381"/>
                    <a:pt x="1798" y="2405"/>
                    <a:pt x="1798" y="2430"/>
                  </a:cubicBezTo>
                  <a:cubicBezTo>
                    <a:pt x="1798" y="2430"/>
                    <a:pt x="1871" y="2964"/>
                    <a:pt x="1579" y="3086"/>
                  </a:cubicBezTo>
                  <a:lnTo>
                    <a:pt x="1507" y="3086"/>
                  </a:lnTo>
                  <a:cubicBezTo>
                    <a:pt x="1312" y="3086"/>
                    <a:pt x="1215" y="2624"/>
                    <a:pt x="1215" y="2454"/>
                  </a:cubicBezTo>
                  <a:cubicBezTo>
                    <a:pt x="1215" y="2430"/>
                    <a:pt x="1191" y="2430"/>
                    <a:pt x="1166" y="2430"/>
                  </a:cubicBezTo>
                  <a:cubicBezTo>
                    <a:pt x="1166" y="2430"/>
                    <a:pt x="1166" y="2454"/>
                    <a:pt x="1166" y="2454"/>
                  </a:cubicBezTo>
                  <a:cubicBezTo>
                    <a:pt x="1045" y="2551"/>
                    <a:pt x="899" y="2624"/>
                    <a:pt x="754" y="2624"/>
                  </a:cubicBezTo>
                  <a:cubicBezTo>
                    <a:pt x="656" y="2624"/>
                    <a:pt x="583" y="2600"/>
                    <a:pt x="511" y="2575"/>
                  </a:cubicBezTo>
                  <a:cubicBezTo>
                    <a:pt x="462" y="2551"/>
                    <a:pt x="413" y="2503"/>
                    <a:pt x="413" y="2454"/>
                  </a:cubicBezTo>
                  <a:cubicBezTo>
                    <a:pt x="389" y="2235"/>
                    <a:pt x="729" y="1871"/>
                    <a:pt x="875" y="1725"/>
                  </a:cubicBezTo>
                  <a:cubicBezTo>
                    <a:pt x="875" y="1701"/>
                    <a:pt x="875" y="1701"/>
                    <a:pt x="875" y="1677"/>
                  </a:cubicBezTo>
                  <a:cubicBezTo>
                    <a:pt x="851" y="1652"/>
                    <a:pt x="826" y="1652"/>
                    <a:pt x="826" y="1652"/>
                  </a:cubicBezTo>
                  <a:lnTo>
                    <a:pt x="705" y="1652"/>
                  </a:lnTo>
                  <a:cubicBezTo>
                    <a:pt x="535" y="1652"/>
                    <a:pt x="195" y="1628"/>
                    <a:pt x="146" y="1409"/>
                  </a:cubicBezTo>
                  <a:cubicBezTo>
                    <a:pt x="122" y="1385"/>
                    <a:pt x="122" y="1361"/>
                    <a:pt x="146" y="1337"/>
                  </a:cubicBezTo>
                  <a:cubicBezTo>
                    <a:pt x="219" y="1215"/>
                    <a:pt x="559" y="1191"/>
                    <a:pt x="826" y="1191"/>
                  </a:cubicBezTo>
                  <a:lnTo>
                    <a:pt x="851" y="1191"/>
                  </a:lnTo>
                  <a:cubicBezTo>
                    <a:pt x="899" y="1167"/>
                    <a:pt x="924" y="1118"/>
                    <a:pt x="875" y="1094"/>
                  </a:cubicBezTo>
                  <a:cubicBezTo>
                    <a:pt x="778" y="1021"/>
                    <a:pt x="511" y="778"/>
                    <a:pt x="511" y="608"/>
                  </a:cubicBezTo>
                  <a:cubicBezTo>
                    <a:pt x="511" y="559"/>
                    <a:pt x="511" y="535"/>
                    <a:pt x="535" y="511"/>
                  </a:cubicBezTo>
                  <a:cubicBezTo>
                    <a:pt x="583" y="486"/>
                    <a:pt x="608" y="462"/>
                    <a:pt x="656" y="462"/>
                  </a:cubicBezTo>
                  <a:cubicBezTo>
                    <a:pt x="899" y="511"/>
                    <a:pt x="1118" y="632"/>
                    <a:pt x="1312" y="778"/>
                  </a:cubicBezTo>
                  <a:lnTo>
                    <a:pt x="1361" y="778"/>
                  </a:lnTo>
                  <a:cubicBezTo>
                    <a:pt x="1385" y="754"/>
                    <a:pt x="1385" y="754"/>
                    <a:pt x="1385" y="729"/>
                  </a:cubicBezTo>
                  <a:cubicBezTo>
                    <a:pt x="1361" y="608"/>
                    <a:pt x="1337" y="268"/>
                    <a:pt x="1434" y="146"/>
                  </a:cubicBezTo>
                  <a:cubicBezTo>
                    <a:pt x="1458" y="98"/>
                    <a:pt x="1507" y="98"/>
                    <a:pt x="1555" y="98"/>
                  </a:cubicBezTo>
                  <a:close/>
                  <a:moveTo>
                    <a:pt x="1531" y="1"/>
                  </a:moveTo>
                  <a:cubicBezTo>
                    <a:pt x="1458" y="1"/>
                    <a:pt x="1385" y="25"/>
                    <a:pt x="1337" y="73"/>
                  </a:cubicBezTo>
                  <a:cubicBezTo>
                    <a:pt x="1239" y="243"/>
                    <a:pt x="1215" y="438"/>
                    <a:pt x="1239" y="632"/>
                  </a:cubicBezTo>
                  <a:cubicBezTo>
                    <a:pt x="1069" y="486"/>
                    <a:pt x="875" y="389"/>
                    <a:pt x="632" y="365"/>
                  </a:cubicBezTo>
                  <a:cubicBezTo>
                    <a:pt x="583" y="365"/>
                    <a:pt x="511" y="389"/>
                    <a:pt x="462" y="413"/>
                  </a:cubicBezTo>
                  <a:cubicBezTo>
                    <a:pt x="413" y="462"/>
                    <a:pt x="389" y="535"/>
                    <a:pt x="389" y="584"/>
                  </a:cubicBezTo>
                  <a:cubicBezTo>
                    <a:pt x="438" y="778"/>
                    <a:pt x="559" y="948"/>
                    <a:pt x="705" y="1069"/>
                  </a:cubicBezTo>
                  <a:cubicBezTo>
                    <a:pt x="511" y="1069"/>
                    <a:pt x="171" y="1118"/>
                    <a:pt x="49" y="1264"/>
                  </a:cubicBezTo>
                  <a:cubicBezTo>
                    <a:pt x="0" y="1312"/>
                    <a:pt x="0" y="1361"/>
                    <a:pt x="0" y="1434"/>
                  </a:cubicBezTo>
                  <a:cubicBezTo>
                    <a:pt x="73" y="1701"/>
                    <a:pt x="462" y="1725"/>
                    <a:pt x="681" y="1725"/>
                  </a:cubicBezTo>
                  <a:cubicBezTo>
                    <a:pt x="511" y="1895"/>
                    <a:pt x="243" y="2211"/>
                    <a:pt x="268" y="2454"/>
                  </a:cubicBezTo>
                  <a:cubicBezTo>
                    <a:pt x="292" y="2527"/>
                    <a:pt x="341" y="2600"/>
                    <a:pt x="413" y="2624"/>
                  </a:cubicBezTo>
                  <a:cubicBezTo>
                    <a:pt x="511" y="2673"/>
                    <a:pt x="608" y="2697"/>
                    <a:pt x="705" y="2697"/>
                  </a:cubicBezTo>
                  <a:cubicBezTo>
                    <a:pt x="851" y="2697"/>
                    <a:pt x="996" y="2648"/>
                    <a:pt x="1118" y="2551"/>
                  </a:cubicBezTo>
                  <a:cubicBezTo>
                    <a:pt x="1166" y="2746"/>
                    <a:pt x="1264" y="3183"/>
                    <a:pt x="1507" y="3183"/>
                  </a:cubicBezTo>
                  <a:cubicBezTo>
                    <a:pt x="1531" y="3183"/>
                    <a:pt x="1579" y="3183"/>
                    <a:pt x="1604" y="3159"/>
                  </a:cubicBezTo>
                  <a:cubicBezTo>
                    <a:pt x="1822" y="3037"/>
                    <a:pt x="1944" y="2794"/>
                    <a:pt x="1895" y="2551"/>
                  </a:cubicBezTo>
                  <a:lnTo>
                    <a:pt x="1895" y="2551"/>
                  </a:lnTo>
                  <a:cubicBezTo>
                    <a:pt x="2041" y="2721"/>
                    <a:pt x="2260" y="2940"/>
                    <a:pt x="2430" y="2940"/>
                  </a:cubicBezTo>
                  <a:cubicBezTo>
                    <a:pt x="2503" y="2940"/>
                    <a:pt x="2551" y="2916"/>
                    <a:pt x="2600" y="2867"/>
                  </a:cubicBezTo>
                  <a:cubicBezTo>
                    <a:pt x="2697" y="2648"/>
                    <a:pt x="2673" y="2405"/>
                    <a:pt x="2527" y="2260"/>
                  </a:cubicBezTo>
                  <a:cubicBezTo>
                    <a:pt x="2745" y="2235"/>
                    <a:pt x="3207" y="2163"/>
                    <a:pt x="3207" y="1920"/>
                  </a:cubicBezTo>
                  <a:cubicBezTo>
                    <a:pt x="3207" y="1677"/>
                    <a:pt x="2867" y="1604"/>
                    <a:pt x="2673" y="1580"/>
                  </a:cubicBezTo>
                  <a:cubicBezTo>
                    <a:pt x="2818" y="1434"/>
                    <a:pt x="3134" y="1191"/>
                    <a:pt x="3134" y="1021"/>
                  </a:cubicBezTo>
                  <a:cubicBezTo>
                    <a:pt x="3134" y="972"/>
                    <a:pt x="3110" y="948"/>
                    <a:pt x="3086" y="899"/>
                  </a:cubicBezTo>
                  <a:cubicBezTo>
                    <a:pt x="3037" y="851"/>
                    <a:pt x="2940" y="826"/>
                    <a:pt x="2867" y="826"/>
                  </a:cubicBezTo>
                  <a:cubicBezTo>
                    <a:pt x="2745" y="826"/>
                    <a:pt x="2624" y="851"/>
                    <a:pt x="2503" y="899"/>
                  </a:cubicBezTo>
                  <a:cubicBezTo>
                    <a:pt x="2551" y="729"/>
                    <a:pt x="2648" y="341"/>
                    <a:pt x="2478" y="195"/>
                  </a:cubicBezTo>
                  <a:cubicBezTo>
                    <a:pt x="2430" y="171"/>
                    <a:pt x="2405" y="146"/>
                    <a:pt x="2357" y="146"/>
                  </a:cubicBezTo>
                  <a:cubicBezTo>
                    <a:pt x="2187" y="146"/>
                    <a:pt x="2017" y="389"/>
                    <a:pt x="1920" y="559"/>
                  </a:cubicBezTo>
                  <a:cubicBezTo>
                    <a:pt x="1895" y="365"/>
                    <a:pt x="1798" y="73"/>
                    <a:pt x="15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33"/>
            <p:cNvSpPr/>
            <p:nvPr/>
          </p:nvSpPr>
          <p:spPr>
            <a:xfrm>
              <a:off x="-990104" y="1535297"/>
              <a:ext cx="60606" cy="203864"/>
            </a:xfrm>
            <a:custGeom>
              <a:avLst/>
              <a:gdLst/>
              <a:ahLst/>
              <a:cxnLst/>
              <a:rect l="l" t="t" r="r" b="b"/>
              <a:pathLst>
                <a:path w="1556" h="5234" extrusionOk="0">
                  <a:moveTo>
                    <a:pt x="70" y="1"/>
                  </a:moveTo>
                  <a:cubicBezTo>
                    <a:pt x="64" y="1"/>
                    <a:pt x="56" y="4"/>
                    <a:pt x="49" y="11"/>
                  </a:cubicBezTo>
                  <a:cubicBezTo>
                    <a:pt x="25" y="11"/>
                    <a:pt x="1" y="35"/>
                    <a:pt x="25" y="60"/>
                  </a:cubicBezTo>
                  <a:cubicBezTo>
                    <a:pt x="49" y="108"/>
                    <a:pt x="1458" y="3290"/>
                    <a:pt x="948" y="5185"/>
                  </a:cubicBezTo>
                  <a:cubicBezTo>
                    <a:pt x="948" y="5210"/>
                    <a:pt x="948" y="5234"/>
                    <a:pt x="972" y="5234"/>
                  </a:cubicBezTo>
                  <a:cubicBezTo>
                    <a:pt x="1021" y="5234"/>
                    <a:pt x="1045" y="5234"/>
                    <a:pt x="1045" y="5185"/>
                  </a:cubicBezTo>
                  <a:cubicBezTo>
                    <a:pt x="1555" y="3290"/>
                    <a:pt x="122" y="60"/>
                    <a:pt x="98" y="35"/>
                  </a:cubicBezTo>
                  <a:cubicBezTo>
                    <a:pt x="98" y="18"/>
                    <a:pt x="86" y="1"/>
                    <a:pt x="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33"/>
            <p:cNvSpPr/>
            <p:nvPr/>
          </p:nvSpPr>
          <p:spPr>
            <a:xfrm>
              <a:off x="-1056319" y="1471965"/>
              <a:ext cx="125886" cy="123394"/>
            </a:xfrm>
            <a:custGeom>
              <a:avLst/>
              <a:gdLst/>
              <a:ahLst/>
              <a:cxnLst/>
              <a:rect l="l" t="t" r="r" b="b"/>
              <a:pathLst>
                <a:path w="3232" h="3168" extrusionOk="0">
                  <a:moveTo>
                    <a:pt x="1513" y="97"/>
                  </a:moveTo>
                  <a:cubicBezTo>
                    <a:pt x="1527" y="97"/>
                    <a:pt x="1541" y="99"/>
                    <a:pt x="1555" y="107"/>
                  </a:cubicBezTo>
                  <a:cubicBezTo>
                    <a:pt x="1871" y="155"/>
                    <a:pt x="1895" y="714"/>
                    <a:pt x="1895" y="714"/>
                  </a:cubicBezTo>
                  <a:cubicBezTo>
                    <a:pt x="1895" y="738"/>
                    <a:pt x="1895" y="738"/>
                    <a:pt x="1919" y="738"/>
                  </a:cubicBezTo>
                  <a:cubicBezTo>
                    <a:pt x="1926" y="745"/>
                    <a:pt x="1934" y="748"/>
                    <a:pt x="1940" y="748"/>
                  </a:cubicBezTo>
                  <a:cubicBezTo>
                    <a:pt x="1956" y="748"/>
                    <a:pt x="1968" y="731"/>
                    <a:pt x="1968" y="714"/>
                  </a:cubicBezTo>
                  <a:cubicBezTo>
                    <a:pt x="2065" y="544"/>
                    <a:pt x="2259" y="228"/>
                    <a:pt x="2381" y="228"/>
                  </a:cubicBezTo>
                  <a:cubicBezTo>
                    <a:pt x="2405" y="228"/>
                    <a:pt x="2430" y="252"/>
                    <a:pt x="2454" y="252"/>
                  </a:cubicBezTo>
                  <a:cubicBezTo>
                    <a:pt x="2600" y="398"/>
                    <a:pt x="2478" y="811"/>
                    <a:pt x="2430" y="957"/>
                  </a:cubicBezTo>
                  <a:cubicBezTo>
                    <a:pt x="2405" y="957"/>
                    <a:pt x="2405" y="981"/>
                    <a:pt x="2430" y="1005"/>
                  </a:cubicBezTo>
                  <a:lnTo>
                    <a:pt x="2478" y="1005"/>
                  </a:lnTo>
                  <a:cubicBezTo>
                    <a:pt x="2600" y="933"/>
                    <a:pt x="2745" y="908"/>
                    <a:pt x="2891" y="908"/>
                  </a:cubicBezTo>
                  <a:cubicBezTo>
                    <a:pt x="2940" y="908"/>
                    <a:pt x="3013" y="908"/>
                    <a:pt x="3061" y="957"/>
                  </a:cubicBezTo>
                  <a:cubicBezTo>
                    <a:pt x="3061" y="957"/>
                    <a:pt x="3061" y="981"/>
                    <a:pt x="3061" y="981"/>
                  </a:cubicBezTo>
                  <a:cubicBezTo>
                    <a:pt x="3037" y="1127"/>
                    <a:pt x="2745" y="1394"/>
                    <a:pt x="2551" y="1540"/>
                  </a:cubicBezTo>
                  <a:cubicBezTo>
                    <a:pt x="2551" y="1564"/>
                    <a:pt x="2527" y="1588"/>
                    <a:pt x="2527" y="1588"/>
                  </a:cubicBezTo>
                  <a:cubicBezTo>
                    <a:pt x="2551" y="1613"/>
                    <a:pt x="2551" y="1637"/>
                    <a:pt x="2575" y="1637"/>
                  </a:cubicBezTo>
                  <a:cubicBezTo>
                    <a:pt x="2575" y="1637"/>
                    <a:pt x="3134" y="1710"/>
                    <a:pt x="3134" y="1904"/>
                  </a:cubicBezTo>
                  <a:cubicBezTo>
                    <a:pt x="3134" y="2099"/>
                    <a:pt x="2624" y="2147"/>
                    <a:pt x="2454" y="2147"/>
                  </a:cubicBezTo>
                  <a:cubicBezTo>
                    <a:pt x="2430" y="2147"/>
                    <a:pt x="2405" y="2147"/>
                    <a:pt x="2405" y="2171"/>
                  </a:cubicBezTo>
                  <a:cubicBezTo>
                    <a:pt x="2381" y="2171"/>
                    <a:pt x="2381" y="2196"/>
                    <a:pt x="2405" y="2220"/>
                  </a:cubicBezTo>
                  <a:cubicBezTo>
                    <a:pt x="2405" y="2220"/>
                    <a:pt x="2697" y="2536"/>
                    <a:pt x="2527" y="2779"/>
                  </a:cubicBezTo>
                  <a:cubicBezTo>
                    <a:pt x="2502" y="2803"/>
                    <a:pt x="2478" y="2827"/>
                    <a:pt x="2430" y="2827"/>
                  </a:cubicBezTo>
                  <a:cubicBezTo>
                    <a:pt x="2259" y="2827"/>
                    <a:pt x="1992" y="2487"/>
                    <a:pt x="1895" y="2341"/>
                  </a:cubicBezTo>
                  <a:cubicBezTo>
                    <a:pt x="1895" y="2341"/>
                    <a:pt x="1884" y="2331"/>
                    <a:pt x="1870" y="2331"/>
                  </a:cubicBezTo>
                  <a:cubicBezTo>
                    <a:pt x="1863" y="2331"/>
                    <a:pt x="1855" y="2333"/>
                    <a:pt x="1846" y="2341"/>
                  </a:cubicBezTo>
                  <a:cubicBezTo>
                    <a:pt x="1822" y="2341"/>
                    <a:pt x="1822" y="2366"/>
                    <a:pt x="1822" y="2390"/>
                  </a:cubicBezTo>
                  <a:cubicBezTo>
                    <a:pt x="1822" y="2390"/>
                    <a:pt x="1895" y="2924"/>
                    <a:pt x="1579" y="3046"/>
                  </a:cubicBezTo>
                  <a:lnTo>
                    <a:pt x="1531" y="3046"/>
                  </a:lnTo>
                  <a:cubicBezTo>
                    <a:pt x="1336" y="3046"/>
                    <a:pt x="1239" y="2609"/>
                    <a:pt x="1215" y="2439"/>
                  </a:cubicBezTo>
                  <a:cubicBezTo>
                    <a:pt x="1215" y="2414"/>
                    <a:pt x="1191" y="2414"/>
                    <a:pt x="1191" y="2414"/>
                  </a:cubicBezTo>
                  <a:lnTo>
                    <a:pt x="1142" y="2414"/>
                  </a:lnTo>
                  <a:cubicBezTo>
                    <a:pt x="1021" y="2512"/>
                    <a:pt x="875" y="2584"/>
                    <a:pt x="705" y="2584"/>
                  </a:cubicBezTo>
                  <a:cubicBezTo>
                    <a:pt x="632" y="2584"/>
                    <a:pt x="535" y="2560"/>
                    <a:pt x="462" y="2536"/>
                  </a:cubicBezTo>
                  <a:cubicBezTo>
                    <a:pt x="413" y="2512"/>
                    <a:pt x="389" y="2463"/>
                    <a:pt x="365" y="2414"/>
                  </a:cubicBezTo>
                  <a:cubicBezTo>
                    <a:pt x="340" y="2220"/>
                    <a:pt x="705" y="1831"/>
                    <a:pt x="826" y="1686"/>
                  </a:cubicBezTo>
                  <a:cubicBezTo>
                    <a:pt x="851" y="1661"/>
                    <a:pt x="826" y="1613"/>
                    <a:pt x="802" y="1613"/>
                  </a:cubicBezTo>
                  <a:lnTo>
                    <a:pt x="656" y="1613"/>
                  </a:lnTo>
                  <a:cubicBezTo>
                    <a:pt x="510" y="1613"/>
                    <a:pt x="170" y="1588"/>
                    <a:pt x="122" y="1394"/>
                  </a:cubicBezTo>
                  <a:cubicBezTo>
                    <a:pt x="122" y="1370"/>
                    <a:pt x="122" y="1345"/>
                    <a:pt x="146" y="1321"/>
                  </a:cubicBezTo>
                  <a:cubicBezTo>
                    <a:pt x="219" y="1200"/>
                    <a:pt x="559" y="1175"/>
                    <a:pt x="826" y="1175"/>
                  </a:cubicBezTo>
                  <a:lnTo>
                    <a:pt x="875" y="1175"/>
                  </a:lnTo>
                  <a:cubicBezTo>
                    <a:pt x="875" y="1175"/>
                    <a:pt x="899" y="1151"/>
                    <a:pt x="923" y="1151"/>
                  </a:cubicBezTo>
                  <a:cubicBezTo>
                    <a:pt x="923" y="1127"/>
                    <a:pt x="899" y="1103"/>
                    <a:pt x="899" y="1078"/>
                  </a:cubicBezTo>
                  <a:cubicBezTo>
                    <a:pt x="802" y="1005"/>
                    <a:pt x="510" y="762"/>
                    <a:pt x="510" y="592"/>
                  </a:cubicBezTo>
                  <a:cubicBezTo>
                    <a:pt x="510" y="568"/>
                    <a:pt x="535" y="520"/>
                    <a:pt x="559" y="495"/>
                  </a:cubicBezTo>
                  <a:cubicBezTo>
                    <a:pt x="583" y="471"/>
                    <a:pt x="632" y="471"/>
                    <a:pt x="680" y="471"/>
                  </a:cubicBezTo>
                  <a:cubicBezTo>
                    <a:pt x="899" y="520"/>
                    <a:pt x="1142" y="617"/>
                    <a:pt x="1312" y="762"/>
                  </a:cubicBezTo>
                  <a:cubicBezTo>
                    <a:pt x="1324" y="775"/>
                    <a:pt x="1336" y="781"/>
                    <a:pt x="1345" y="781"/>
                  </a:cubicBezTo>
                  <a:cubicBezTo>
                    <a:pt x="1355" y="781"/>
                    <a:pt x="1361" y="775"/>
                    <a:pt x="1361" y="762"/>
                  </a:cubicBezTo>
                  <a:cubicBezTo>
                    <a:pt x="1385" y="762"/>
                    <a:pt x="1409" y="738"/>
                    <a:pt x="1385" y="714"/>
                  </a:cubicBezTo>
                  <a:cubicBezTo>
                    <a:pt x="1361" y="592"/>
                    <a:pt x="1336" y="252"/>
                    <a:pt x="1434" y="131"/>
                  </a:cubicBezTo>
                  <a:cubicBezTo>
                    <a:pt x="1451" y="114"/>
                    <a:pt x="1480" y="97"/>
                    <a:pt x="1513" y="97"/>
                  </a:cubicBezTo>
                  <a:close/>
                  <a:moveTo>
                    <a:pt x="1497" y="0"/>
                  </a:moveTo>
                  <a:cubicBezTo>
                    <a:pt x="1437" y="0"/>
                    <a:pt x="1373" y="28"/>
                    <a:pt x="1336" y="82"/>
                  </a:cubicBezTo>
                  <a:cubicBezTo>
                    <a:pt x="1263" y="252"/>
                    <a:pt x="1215" y="447"/>
                    <a:pt x="1263" y="617"/>
                  </a:cubicBezTo>
                  <a:cubicBezTo>
                    <a:pt x="1093" y="471"/>
                    <a:pt x="875" y="398"/>
                    <a:pt x="656" y="349"/>
                  </a:cubicBezTo>
                  <a:cubicBezTo>
                    <a:pt x="583" y="349"/>
                    <a:pt x="535" y="374"/>
                    <a:pt x="462" y="422"/>
                  </a:cubicBezTo>
                  <a:cubicBezTo>
                    <a:pt x="413" y="447"/>
                    <a:pt x="389" y="520"/>
                    <a:pt x="389" y="568"/>
                  </a:cubicBezTo>
                  <a:cubicBezTo>
                    <a:pt x="413" y="762"/>
                    <a:pt x="608" y="957"/>
                    <a:pt x="729" y="1054"/>
                  </a:cubicBezTo>
                  <a:cubicBezTo>
                    <a:pt x="510" y="1078"/>
                    <a:pt x="170" y="1103"/>
                    <a:pt x="49" y="1248"/>
                  </a:cubicBezTo>
                  <a:cubicBezTo>
                    <a:pt x="25" y="1297"/>
                    <a:pt x="0" y="1370"/>
                    <a:pt x="25" y="1418"/>
                  </a:cubicBezTo>
                  <a:cubicBezTo>
                    <a:pt x="73" y="1686"/>
                    <a:pt x="462" y="1710"/>
                    <a:pt x="680" y="1710"/>
                  </a:cubicBezTo>
                  <a:cubicBezTo>
                    <a:pt x="535" y="1880"/>
                    <a:pt x="243" y="2220"/>
                    <a:pt x="292" y="2439"/>
                  </a:cubicBezTo>
                  <a:cubicBezTo>
                    <a:pt x="292" y="2536"/>
                    <a:pt x="340" y="2584"/>
                    <a:pt x="438" y="2633"/>
                  </a:cubicBezTo>
                  <a:cubicBezTo>
                    <a:pt x="510" y="2682"/>
                    <a:pt x="608" y="2706"/>
                    <a:pt x="705" y="2706"/>
                  </a:cubicBezTo>
                  <a:cubicBezTo>
                    <a:pt x="875" y="2682"/>
                    <a:pt x="1021" y="2633"/>
                    <a:pt x="1142" y="2560"/>
                  </a:cubicBezTo>
                  <a:cubicBezTo>
                    <a:pt x="1166" y="2730"/>
                    <a:pt x="1263" y="3167"/>
                    <a:pt x="1531" y="3167"/>
                  </a:cubicBezTo>
                  <a:lnTo>
                    <a:pt x="1628" y="3167"/>
                  </a:lnTo>
                  <a:cubicBezTo>
                    <a:pt x="1822" y="3046"/>
                    <a:pt x="1944" y="2803"/>
                    <a:pt x="1919" y="2560"/>
                  </a:cubicBezTo>
                  <a:lnTo>
                    <a:pt x="1919" y="2560"/>
                  </a:lnTo>
                  <a:cubicBezTo>
                    <a:pt x="2041" y="2706"/>
                    <a:pt x="2259" y="2949"/>
                    <a:pt x="2454" y="2949"/>
                  </a:cubicBezTo>
                  <a:cubicBezTo>
                    <a:pt x="2502" y="2949"/>
                    <a:pt x="2575" y="2900"/>
                    <a:pt x="2600" y="2852"/>
                  </a:cubicBezTo>
                  <a:cubicBezTo>
                    <a:pt x="2721" y="2657"/>
                    <a:pt x="2697" y="2414"/>
                    <a:pt x="2551" y="2244"/>
                  </a:cubicBezTo>
                  <a:cubicBezTo>
                    <a:pt x="2745" y="2220"/>
                    <a:pt x="3231" y="2147"/>
                    <a:pt x="3231" y="1904"/>
                  </a:cubicBezTo>
                  <a:cubicBezTo>
                    <a:pt x="3231" y="1661"/>
                    <a:pt x="2891" y="1588"/>
                    <a:pt x="2697" y="1564"/>
                  </a:cubicBezTo>
                  <a:cubicBezTo>
                    <a:pt x="2842" y="1443"/>
                    <a:pt x="3134" y="1175"/>
                    <a:pt x="3134" y="1005"/>
                  </a:cubicBezTo>
                  <a:cubicBezTo>
                    <a:pt x="3134" y="981"/>
                    <a:pt x="3134" y="933"/>
                    <a:pt x="3110" y="908"/>
                  </a:cubicBezTo>
                  <a:cubicBezTo>
                    <a:pt x="3055" y="854"/>
                    <a:pt x="3000" y="826"/>
                    <a:pt x="2935" y="826"/>
                  </a:cubicBezTo>
                  <a:cubicBezTo>
                    <a:pt x="2914" y="826"/>
                    <a:pt x="2891" y="829"/>
                    <a:pt x="2867" y="835"/>
                  </a:cubicBezTo>
                  <a:cubicBezTo>
                    <a:pt x="2745" y="835"/>
                    <a:pt x="2624" y="860"/>
                    <a:pt x="2527" y="884"/>
                  </a:cubicBezTo>
                  <a:cubicBezTo>
                    <a:pt x="2575" y="714"/>
                    <a:pt x="2672" y="349"/>
                    <a:pt x="2478" y="179"/>
                  </a:cubicBezTo>
                  <a:cubicBezTo>
                    <a:pt x="2454" y="155"/>
                    <a:pt x="2405" y="155"/>
                    <a:pt x="2381" y="131"/>
                  </a:cubicBezTo>
                  <a:cubicBezTo>
                    <a:pt x="2211" y="131"/>
                    <a:pt x="2041" y="374"/>
                    <a:pt x="1944" y="544"/>
                  </a:cubicBezTo>
                  <a:cubicBezTo>
                    <a:pt x="1919" y="349"/>
                    <a:pt x="1822" y="58"/>
                    <a:pt x="1555" y="9"/>
                  </a:cubicBezTo>
                  <a:cubicBezTo>
                    <a:pt x="1537" y="3"/>
                    <a:pt x="1517" y="0"/>
                    <a:pt x="14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33"/>
            <p:cNvSpPr/>
            <p:nvPr/>
          </p:nvSpPr>
          <p:spPr>
            <a:xfrm>
              <a:off x="-933315" y="1418369"/>
              <a:ext cx="55854" cy="54919"/>
            </a:xfrm>
            <a:custGeom>
              <a:avLst/>
              <a:gdLst/>
              <a:ahLst/>
              <a:cxnLst/>
              <a:rect l="l" t="t" r="r" b="b"/>
              <a:pathLst>
                <a:path w="1434" h="1410" extrusionOk="0">
                  <a:moveTo>
                    <a:pt x="729" y="1"/>
                  </a:moveTo>
                  <a:cubicBezTo>
                    <a:pt x="340" y="1"/>
                    <a:pt x="0" y="317"/>
                    <a:pt x="0" y="705"/>
                  </a:cubicBezTo>
                  <a:cubicBezTo>
                    <a:pt x="0" y="1094"/>
                    <a:pt x="340" y="1410"/>
                    <a:pt x="729" y="1410"/>
                  </a:cubicBezTo>
                  <a:cubicBezTo>
                    <a:pt x="1118" y="1410"/>
                    <a:pt x="1434" y="1094"/>
                    <a:pt x="1434" y="705"/>
                  </a:cubicBezTo>
                  <a:cubicBezTo>
                    <a:pt x="1434" y="317"/>
                    <a:pt x="1118" y="1"/>
                    <a:pt x="7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33"/>
            <p:cNvSpPr/>
            <p:nvPr/>
          </p:nvSpPr>
          <p:spPr>
            <a:xfrm>
              <a:off x="-1021303" y="1507331"/>
              <a:ext cx="55854" cy="54919"/>
            </a:xfrm>
            <a:custGeom>
              <a:avLst/>
              <a:gdLst/>
              <a:ahLst/>
              <a:cxnLst/>
              <a:rect l="l" t="t" r="r" b="b"/>
              <a:pathLst>
                <a:path w="1434" h="1410" extrusionOk="0">
                  <a:moveTo>
                    <a:pt x="705" y="0"/>
                  </a:moveTo>
                  <a:cubicBezTo>
                    <a:pt x="316" y="0"/>
                    <a:pt x="0" y="316"/>
                    <a:pt x="0" y="705"/>
                  </a:cubicBezTo>
                  <a:cubicBezTo>
                    <a:pt x="0" y="1093"/>
                    <a:pt x="316" y="1409"/>
                    <a:pt x="705" y="1409"/>
                  </a:cubicBezTo>
                  <a:cubicBezTo>
                    <a:pt x="1118" y="1409"/>
                    <a:pt x="1433" y="1093"/>
                    <a:pt x="1433" y="705"/>
                  </a:cubicBezTo>
                  <a:cubicBezTo>
                    <a:pt x="1433" y="316"/>
                    <a:pt x="1118" y="0"/>
                    <a:pt x="7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49" name="Google Shape;1549;p33"/>
          <p:cNvSpPr/>
          <p:nvPr/>
        </p:nvSpPr>
        <p:spPr>
          <a:xfrm>
            <a:off x="-49275" y="4823551"/>
            <a:ext cx="1603944" cy="369024"/>
          </a:xfrm>
          <a:custGeom>
            <a:avLst/>
            <a:gdLst/>
            <a:ahLst/>
            <a:cxnLst/>
            <a:rect l="l" t="t" r="r" b="b"/>
            <a:pathLst>
              <a:path w="7289" h="1677" extrusionOk="0">
                <a:moveTo>
                  <a:pt x="2819" y="1"/>
                </a:moveTo>
                <a:lnTo>
                  <a:pt x="2114" y="1191"/>
                </a:lnTo>
                <a:lnTo>
                  <a:pt x="1604" y="268"/>
                </a:lnTo>
                <a:lnTo>
                  <a:pt x="1118" y="1361"/>
                </a:lnTo>
                <a:lnTo>
                  <a:pt x="584" y="754"/>
                </a:lnTo>
                <a:lnTo>
                  <a:pt x="1" y="1677"/>
                </a:lnTo>
                <a:lnTo>
                  <a:pt x="7289" y="1677"/>
                </a:lnTo>
                <a:lnTo>
                  <a:pt x="6657" y="559"/>
                </a:lnTo>
                <a:lnTo>
                  <a:pt x="6001" y="1191"/>
                </a:lnTo>
                <a:lnTo>
                  <a:pt x="5394" y="268"/>
                </a:lnTo>
                <a:lnTo>
                  <a:pt x="4738" y="1191"/>
                </a:lnTo>
                <a:lnTo>
                  <a:pt x="4252" y="1"/>
                </a:lnTo>
                <a:lnTo>
                  <a:pt x="3353" y="1118"/>
                </a:lnTo>
                <a:lnTo>
                  <a:pt x="281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0" name="Google Shape;1550;p33"/>
          <p:cNvSpPr/>
          <p:nvPr/>
        </p:nvSpPr>
        <p:spPr>
          <a:xfrm>
            <a:off x="1506177" y="4960727"/>
            <a:ext cx="1065936" cy="231849"/>
          </a:xfrm>
          <a:custGeom>
            <a:avLst/>
            <a:gdLst/>
            <a:ahLst/>
            <a:cxnLst/>
            <a:rect l="l" t="t" r="r" b="b"/>
            <a:pathLst>
              <a:path w="6147" h="1337" extrusionOk="0">
                <a:moveTo>
                  <a:pt x="2842" y="1"/>
                </a:moveTo>
                <a:lnTo>
                  <a:pt x="2259" y="924"/>
                </a:lnTo>
                <a:lnTo>
                  <a:pt x="1676" y="171"/>
                </a:lnTo>
                <a:lnTo>
                  <a:pt x="1191" y="972"/>
                </a:lnTo>
                <a:lnTo>
                  <a:pt x="535" y="365"/>
                </a:lnTo>
                <a:lnTo>
                  <a:pt x="0" y="1337"/>
                </a:lnTo>
                <a:lnTo>
                  <a:pt x="6146" y="1337"/>
                </a:lnTo>
                <a:lnTo>
                  <a:pt x="5587" y="268"/>
                </a:lnTo>
                <a:lnTo>
                  <a:pt x="4956" y="948"/>
                </a:lnTo>
                <a:cubicBezTo>
                  <a:pt x="4954" y="953"/>
                  <a:pt x="4951" y="956"/>
                  <a:pt x="4946" y="956"/>
                </a:cubicBezTo>
                <a:cubicBezTo>
                  <a:pt x="4857" y="956"/>
                  <a:pt x="4227" y="195"/>
                  <a:pt x="4227" y="195"/>
                </a:cubicBezTo>
                <a:lnTo>
                  <a:pt x="3620" y="900"/>
                </a:lnTo>
                <a:lnTo>
                  <a:pt x="284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1" name="Google Shape;1551;p33"/>
          <p:cNvSpPr/>
          <p:nvPr/>
        </p:nvSpPr>
        <p:spPr>
          <a:xfrm>
            <a:off x="6003929" y="4843706"/>
            <a:ext cx="1603952" cy="348870"/>
          </a:xfrm>
          <a:custGeom>
            <a:avLst/>
            <a:gdLst/>
            <a:ahLst/>
            <a:cxnLst/>
            <a:rect l="l" t="t" r="r" b="b"/>
            <a:pathLst>
              <a:path w="6147" h="1337" extrusionOk="0">
                <a:moveTo>
                  <a:pt x="2842" y="1"/>
                </a:moveTo>
                <a:lnTo>
                  <a:pt x="2259" y="924"/>
                </a:lnTo>
                <a:lnTo>
                  <a:pt x="1676" y="171"/>
                </a:lnTo>
                <a:lnTo>
                  <a:pt x="1191" y="972"/>
                </a:lnTo>
                <a:lnTo>
                  <a:pt x="535" y="365"/>
                </a:lnTo>
                <a:lnTo>
                  <a:pt x="0" y="1337"/>
                </a:lnTo>
                <a:lnTo>
                  <a:pt x="6146" y="1337"/>
                </a:lnTo>
                <a:lnTo>
                  <a:pt x="5587" y="268"/>
                </a:lnTo>
                <a:lnTo>
                  <a:pt x="4956" y="948"/>
                </a:lnTo>
                <a:cubicBezTo>
                  <a:pt x="4954" y="953"/>
                  <a:pt x="4951" y="956"/>
                  <a:pt x="4946" y="956"/>
                </a:cubicBezTo>
                <a:cubicBezTo>
                  <a:pt x="4857" y="956"/>
                  <a:pt x="4227" y="195"/>
                  <a:pt x="4227" y="195"/>
                </a:cubicBezTo>
                <a:lnTo>
                  <a:pt x="3620" y="900"/>
                </a:lnTo>
                <a:lnTo>
                  <a:pt x="284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2" name="Google Shape;1552;p33"/>
          <p:cNvSpPr/>
          <p:nvPr/>
        </p:nvSpPr>
        <p:spPr>
          <a:xfrm>
            <a:off x="7532351" y="4823550"/>
            <a:ext cx="1696695" cy="369025"/>
          </a:xfrm>
          <a:custGeom>
            <a:avLst/>
            <a:gdLst/>
            <a:ahLst/>
            <a:cxnLst/>
            <a:rect l="l" t="t" r="r" b="b"/>
            <a:pathLst>
              <a:path w="6147" h="1337" extrusionOk="0">
                <a:moveTo>
                  <a:pt x="2842" y="1"/>
                </a:moveTo>
                <a:lnTo>
                  <a:pt x="2259" y="924"/>
                </a:lnTo>
                <a:lnTo>
                  <a:pt x="1676" y="171"/>
                </a:lnTo>
                <a:lnTo>
                  <a:pt x="1191" y="972"/>
                </a:lnTo>
                <a:lnTo>
                  <a:pt x="535" y="365"/>
                </a:lnTo>
                <a:lnTo>
                  <a:pt x="0" y="1337"/>
                </a:lnTo>
                <a:lnTo>
                  <a:pt x="6146" y="1337"/>
                </a:lnTo>
                <a:lnTo>
                  <a:pt x="5587" y="268"/>
                </a:lnTo>
                <a:lnTo>
                  <a:pt x="4956" y="948"/>
                </a:lnTo>
                <a:cubicBezTo>
                  <a:pt x="4954" y="953"/>
                  <a:pt x="4951" y="956"/>
                  <a:pt x="4946" y="956"/>
                </a:cubicBezTo>
                <a:cubicBezTo>
                  <a:pt x="4857" y="956"/>
                  <a:pt x="4227" y="195"/>
                  <a:pt x="4227" y="195"/>
                </a:cubicBezTo>
                <a:lnTo>
                  <a:pt x="3620" y="900"/>
                </a:lnTo>
                <a:lnTo>
                  <a:pt x="284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3" name="Google Shape;1553;p33"/>
          <p:cNvSpPr/>
          <p:nvPr/>
        </p:nvSpPr>
        <p:spPr>
          <a:xfrm>
            <a:off x="3145661" y="4843706"/>
            <a:ext cx="1603952" cy="348870"/>
          </a:xfrm>
          <a:custGeom>
            <a:avLst/>
            <a:gdLst/>
            <a:ahLst/>
            <a:cxnLst/>
            <a:rect l="l" t="t" r="r" b="b"/>
            <a:pathLst>
              <a:path w="6147" h="1337" extrusionOk="0">
                <a:moveTo>
                  <a:pt x="2842" y="1"/>
                </a:moveTo>
                <a:lnTo>
                  <a:pt x="2259" y="924"/>
                </a:lnTo>
                <a:lnTo>
                  <a:pt x="1676" y="171"/>
                </a:lnTo>
                <a:lnTo>
                  <a:pt x="1191" y="972"/>
                </a:lnTo>
                <a:lnTo>
                  <a:pt x="535" y="365"/>
                </a:lnTo>
                <a:lnTo>
                  <a:pt x="0" y="1337"/>
                </a:lnTo>
                <a:lnTo>
                  <a:pt x="6146" y="1337"/>
                </a:lnTo>
                <a:lnTo>
                  <a:pt x="5587" y="268"/>
                </a:lnTo>
                <a:lnTo>
                  <a:pt x="4956" y="948"/>
                </a:lnTo>
                <a:cubicBezTo>
                  <a:pt x="4954" y="953"/>
                  <a:pt x="4951" y="956"/>
                  <a:pt x="4946" y="956"/>
                </a:cubicBezTo>
                <a:cubicBezTo>
                  <a:pt x="4857" y="956"/>
                  <a:pt x="4227" y="195"/>
                  <a:pt x="4227" y="195"/>
                </a:cubicBezTo>
                <a:lnTo>
                  <a:pt x="3620" y="900"/>
                </a:lnTo>
                <a:lnTo>
                  <a:pt x="284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4" name="Google Shape;1554;p33"/>
          <p:cNvSpPr/>
          <p:nvPr/>
        </p:nvSpPr>
        <p:spPr>
          <a:xfrm>
            <a:off x="4669614" y="4886410"/>
            <a:ext cx="1407648" cy="306163"/>
          </a:xfrm>
          <a:custGeom>
            <a:avLst/>
            <a:gdLst/>
            <a:ahLst/>
            <a:cxnLst/>
            <a:rect l="l" t="t" r="r" b="b"/>
            <a:pathLst>
              <a:path w="6147" h="1337" extrusionOk="0">
                <a:moveTo>
                  <a:pt x="2842" y="1"/>
                </a:moveTo>
                <a:lnTo>
                  <a:pt x="2259" y="924"/>
                </a:lnTo>
                <a:lnTo>
                  <a:pt x="1676" y="171"/>
                </a:lnTo>
                <a:lnTo>
                  <a:pt x="1191" y="972"/>
                </a:lnTo>
                <a:lnTo>
                  <a:pt x="535" y="365"/>
                </a:lnTo>
                <a:lnTo>
                  <a:pt x="0" y="1337"/>
                </a:lnTo>
                <a:lnTo>
                  <a:pt x="6146" y="1337"/>
                </a:lnTo>
                <a:lnTo>
                  <a:pt x="5587" y="268"/>
                </a:lnTo>
                <a:lnTo>
                  <a:pt x="4956" y="948"/>
                </a:lnTo>
                <a:cubicBezTo>
                  <a:pt x="4954" y="953"/>
                  <a:pt x="4951" y="956"/>
                  <a:pt x="4946" y="956"/>
                </a:cubicBezTo>
                <a:cubicBezTo>
                  <a:pt x="4857" y="956"/>
                  <a:pt x="4227" y="195"/>
                  <a:pt x="4227" y="195"/>
                </a:cubicBezTo>
                <a:lnTo>
                  <a:pt x="3620" y="900"/>
                </a:lnTo>
                <a:lnTo>
                  <a:pt x="284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5" name="Google Shape;1555;p33"/>
          <p:cNvSpPr/>
          <p:nvPr/>
        </p:nvSpPr>
        <p:spPr>
          <a:xfrm>
            <a:off x="2368255" y="4960727"/>
            <a:ext cx="1065936" cy="231849"/>
          </a:xfrm>
          <a:custGeom>
            <a:avLst/>
            <a:gdLst/>
            <a:ahLst/>
            <a:cxnLst/>
            <a:rect l="l" t="t" r="r" b="b"/>
            <a:pathLst>
              <a:path w="6147" h="1337" extrusionOk="0">
                <a:moveTo>
                  <a:pt x="2842" y="1"/>
                </a:moveTo>
                <a:lnTo>
                  <a:pt x="2259" y="924"/>
                </a:lnTo>
                <a:lnTo>
                  <a:pt x="1676" y="171"/>
                </a:lnTo>
                <a:lnTo>
                  <a:pt x="1191" y="972"/>
                </a:lnTo>
                <a:lnTo>
                  <a:pt x="535" y="365"/>
                </a:lnTo>
                <a:lnTo>
                  <a:pt x="0" y="1337"/>
                </a:lnTo>
                <a:lnTo>
                  <a:pt x="6146" y="1337"/>
                </a:lnTo>
                <a:lnTo>
                  <a:pt x="5587" y="268"/>
                </a:lnTo>
                <a:lnTo>
                  <a:pt x="4956" y="948"/>
                </a:lnTo>
                <a:cubicBezTo>
                  <a:pt x="4954" y="953"/>
                  <a:pt x="4951" y="956"/>
                  <a:pt x="4946" y="956"/>
                </a:cubicBezTo>
                <a:cubicBezTo>
                  <a:pt x="4857" y="956"/>
                  <a:pt x="4227" y="195"/>
                  <a:pt x="4227" y="195"/>
                </a:cubicBezTo>
                <a:lnTo>
                  <a:pt x="3620" y="900"/>
                </a:lnTo>
                <a:lnTo>
                  <a:pt x="284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7" name="Google Shape;1557;p34"/>
          <p:cNvGrpSpPr/>
          <p:nvPr/>
        </p:nvGrpSpPr>
        <p:grpSpPr>
          <a:xfrm flipH="1">
            <a:off x="-59449" y="4092702"/>
            <a:ext cx="1068261" cy="957550"/>
            <a:chOff x="6787377" y="436188"/>
            <a:chExt cx="235647" cy="211226"/>
          </a:xfrm>
        </p:grpSpPr>
        <p:sp>
          <p:nvSpPr>
            <p:cNvPr id="1558" name="Google Shape;1558;p34"/>
            <p:cNvSpPr/>
            <p:nvPr/>
          </p:nvSpPr>
          <p:spPr>
            <a:xfrm>
              <a:off x="6856435" y="522657"/>
              <a:ext cx="166589" cy="109566"/>
            </a:xfrm>
            <a:custGeom>
              <a:avLst/>
              <a:gdLst/>
              <a:ahLst/>
              <a:cxnLst/>
              <a:rect l="l" t="t" r="r" b="b"/>
              <a:pathLst>
                <a:path w="4277" h="2813" extrusionOk="0">
                  <a:moveTo>
                    <a:pt x="2187" y="626"/>
                  </a:moveTo>
                  <a:cubicBezTo>
                    <a:pt x="2236" y="651"/>
                    <a:pt x="2284" y="699"/>
                    <a:pt x="2284" y="723"/>
                  </a:cubicBezTo>
                  <a:cubicBezTo>
                    <a:pt x="2333" y="966"/>
                    <a:pt x="2260" y="1234"/>
                    <a:pt x="2090" y="1428"/>
                  </a:cubicBezTo>
                  <a:lnTo>
                    <a:pt x="2066" y="1428"/>
                  </a:lnTo>
                  <a:cubicBezTo>
                    <a:pt x="1896" y="1161"/>
                    <a:pt x="1847" y="942"/>
                    <a:pt x="1944" y="821"/>
                  </a:cubicBezTo>
                  <a:cubicBezTo>
                    <a:pt x="2017" y="699"/>
                    <a:pt x="2114" y="626"/>
                    <a:pt x="2187" y="626"/>
                  </a:cubicBezTo>
                  <a:close/>
                  <a:moveTo>
                    <a:pt x="62" y="1"/>
                  </a:moveTo>
                  <a:cubicBezTo>
                    <a:pt x="49" y="1"/>
                    <a:pt x="37" y="7"/>
                    <a:pt x="25" y="19"/>
                  </a:cubicBezTo>
                  <a:cubicBezTo>
                    <a:pt x="1" y="43"/>
                    <a:pt x="1" y="92"/>
                    <a:pt x="25" y="116"/>
                  </a:cubicBezTo>
                  <a:cubicBezTo>
                    <a:pt x="74" y="165"/>
                    <a:pt x="1337" y="1574"/>
                    <a:pt x="1944" y="1574"/>
                  </a:cubicBezTo>
                  <a:lnTo>
                    <a:pt x="2041" y="1574"/>
                  </a:lnTo>
                  <a:cubicBezTo>
                    <a:pt x="2090" y="1622"/>
                    <a:pt x="2114" y="1671"/>
                    <a:pt x="2163" y="1744"/>
                  </a:cubicBezTo>
                  <a:cubicBezTo>
                    <a:pt x="2600" y="2230"/>
                    <a:pt x="3402" y="2813"/>
                    <a:pt x="3961" y="2813"/>
                  </a:cubicBezTo>
                  <a:cubicBezTo>
                    <a:pt x="4058" y="2813"/>
                    <a:pt x="4155" y="2788"/>
                    <a:pt x="4228" y="2740"/>
                  </a:cubicBezTo>
                  <a:cubicBezTo>
                    <a:pt x="4252" y="2715"/>
                    <a:pt x="4276" y="2691"/>
                    <a:pt x="4252" y="2667"/>
                  </a:cubicBezTo>
                  <a:cubicBezTo>
                    <a:pt x="4252" y="2638"/>
                    <a:pt x="4235" y="2627"/>
                    <a:pt x="4217" y="2627"/>
                  </a:cubicBezTo>
                  <a:cubicBezTo>
                    <a:pt x="4203" y="2627"/>
                    <a:pt x="4189" y="2632"/>
                    <a:pt x="4179" y="2642"/>
                  </a:cubicBezTo>
                  <a:cubicBezTo>
                    <a:pt x="4119" y="2674"/>
                    <a:pt x="4046" y="2689"/>
                    <a:pt x="3965" y="2689"/>
                  </a:cubicBezTo>
                  <a:cubicBezTo>
                    <a:pt x="3490" y="2689"/>
                    <a:pt x="2713" y="2186"/>
                    <a:pt x="2236" y="1646"/>
                  </a:cubicBezTo>
                  <a:lnTo>
                    <a:pt x="2139" y="1501"/>
                  </a:lnTo>
                  <a:lnTo>
                    <a:pt x="2163" y="1476"/>
                  </a:lnTo>
                  <a:cubicBezTo>
                    <a:pt x="2382" y="1258"/>
                    <a:pt x="2454" y="966"/>
                    <a:pt x="2382" y="675"/>
                  </a:cubicBezTo>
                  <a:cubicBezTo>
                    <a:pt x="2357" y="578"/>
                    <a:pt x="2284" y="505"/>
                    <a:pt x="2187" y="505"/>
                  </a:cubicBezTo>
                  <a:cubicBezTo>
                    <a:pt x="2178" y="502"/>
                    <a:pt x="2168" y="500"/>
                    <a:pt x="2157" y="500"/>
                  </a:cubicBezTo>
                  <a:cubicBezTo>
                    <a:pt x="2078" y="500"/>
                    <a:pt x="1953" y="575"/>
                    <a:pt x="1847" y="723"/>
                  </a:cubicBezTo>
                  <a:cubicBezTo>
                    <a:pt x="1726" y="893"/>
                    <a:pt x="1750" y="1161"/>
                    <a:pt x="1969" y="1452"/>
                  </a:cubicBezTo>
                  <a:lnTo>
                    <a:pt x="1920" y="1452"/>
                  </a:lnTo>
                  <a:cubicBezTo>
                    <a:pt x="1361" y="1452"/>
                    <a:pt x="98" y="43"/>
                    <a:pt x="98" y="19"/>
                  </a:cubicBezTo>
                  <a:cubicBezTo>
                    <a:pt x="86" y="7"/>
                    <a:pt x="74" y="1"/>
                    <a:pt x="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34"/>
            <p:cNvSpPr/>
            <p:nvPr/>
          </p:nvSpPr>
          <p:spPr>
            <a:xfrm>
              <a:off x="6789675" y="438253"/>
              <a:ext cx="109683" cy="116928"/>
            </a:xfrm>
            <a:custGeom>
              <a:avLst/>
              <a:gdLst/>
              <a:ahLst/>
              <a:cxnLst/>
              <a:rect l="l" t="t" r="r" b="b"/>
              <a:pathLst>
                <a:path w="2816" h="3002" extrusionOk="0">
                  <a:moveTo>
                    <a:pt x="1343" y="1"/>
                  </a:moveTo>
                  <a:cubicBezTo>
                    <a:pt x="1080" y="1"/>
                    <a:pt x="833" y="78"/>
                    <a:pt x="719" y="218"/>
                  </a:cubicBezTo>
                  <a:cubicBezTo>
                    <a:pt x="655" y="309"/>
                    <a:pt x="634" y="396"/>
                    <a:pt x="641" y="474"/>
                  </a:cubicBezTo>
                  <a:lnTo>
                    <a:pt x="641" y="474"/>
                  </a:lnTo>
                  <a:cubicBezTo>
                    <a:pt x="348" y="532"/>
                    <a:pt x="0" y="782"/>
                    <a:pt x="14" y="1263"/>
                  </a:cubicBezTo>
                  <a:cubicBezTo>
                    <a:pt x="22" y="1525"/>
                    <a:pt x="84" y="1690"/>
                    <a:pt x="168" y="1781"/>
                  </a:cubicBezTo>
                  <a:lnTo>
                    <a:pt x="168" y="1781"/>
                  </a:lnTo>
                  <a:cubicBezTo>
                    <a:pt x="126" y="1901"/>
                    <a:pt x="96" y="2051"/>
                    <a:pt x="87" y="2234"/>
                  </a:cubicBezTo>
                  <a:cubicBezTo>
                    <a:pt x="74" y="2792"/>
                    <a:pt x="365" y="3001"/>
                    <a:pt x="700" y="3001"/>
                  </a:cubicBezTo>
                  <a:cubicBezTo>
                    <a:pt x="852" y="3001"/>
                    <a:pt x="1014" y="2958"/>
                    <a:pt x="1160" y="2884"/>
                  </a:cubicBezTo>
                  <a:lnTo>
                    <a:pt x="1160" y="2884"/>
                  </a:lnTo>
                  <a:cubicBezTo>
                    <a:pt x="1247" y="2911"/>
                    <a:pt x="1357" y="2925"/>
                    <a:pt x="1477" y="2925"/>
                  </a:cubicBezTo>
                  <a:cubicBezTo>
                    <a:pt x="1765" y="2925"/>
                    <a:pt x="2105" y="2843"/>
                    <a:pt x="2298" y="2672"/>
                  </a:cubicBezTo>
                  <a:cubicBezTo>
                    <a:pt x="2532" y="2463"/>
                    <a:pt x="2535" y="2247"/>
                    <a:pt x="2428" y="2086"/>
                  </a:cubicBezTo>
                  <a:lnTo>
                    <a:pt x="2428" y="2086"/>
                  </a:lnTo>
                  <a:cubicBezTo>
                    <a:pt x="2505" y="2034"/>
                    <a:pt x="2571" y="1943"/>
                    <a:pt x="2614" y="1797"/>
                  </a:cubicBezTo>
                  <a:cubicBezTo>
                    <a:pt x="2816" y="1130"/>
                    <a:pt x="2481" y="998"/>
                    <a:pt x="2214" y="990"/>
                  </a:cubicBezTo>
                  <a:lnTo>
                    <a:pt x="2214" y="990"/>
                  </a:lnTo>
                  <a:cubicBezTo>
                    <a:pt x="2227" y="937"/>
                    <a:pt x="2239" y="875"/>
                    <a:pt x="2249" y="801"/>
                  </a:cubicBezTo>
                  <a:cubicBezTo>
                    <a:pt x="2327" y="242"/>
                    <a:pt x="1809" y="1"/>
                    <a:pt x="134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34"/>
            <p:cNvSpPr/>
            <p:nvPr/>
          </p:nvSpPr>
          <p:spPr>
            <a:xfrm>
              <a:off x="6787377" y="436188"/>
              <a:ext cx="109800" cy="121290"/>
            </a:xfrm>
            <a:custGeom>
              <a:avLst/>
              <a:gdLst/>
              <a:ahLst/>
              <a:cxnLst/>
              <a:rect l="l" t="t" r="r" b="b"/>
              <a:pathLst>
                <a:path w="2819" h="3114" extrusionOk="0">
                  <a:moveTo>
                    <a:pt x="851" y="587"/>
                  </a:moveTo>
                  <a:cubicBezTo>
                    <a:pt x="948" y="587"/>
                    <a:pt x="1045" y="611"/>
                    <a:pt x="1045" y="708"/>
                  </a:cubicBezTo>
                  <a:cubicBezTo>
                    <a:pt x="1045" y="733"/>
                    <a:pt x="1045" y="757"/>
                    <a:pt x="1045" y="781"/>
                  </a:cubicBezTo>
                  <a:lnTo>
                    <a:pt x="997" y="781"/>
                  </a:lnTo>
                  <a:cubicBezTo>
                    <a:pt x="899" y="757"/>
                    <a:pt x="826" y="684"/>
                    <a:pt x="802" y="587"/>
                  </a:cubicBezTo>
                  <a:close/>
                  <a:moveTo>
                    <a:pt x="2211" y="1097"/>
                  </a:moveTo>
                  <a:cubicBezTo>
                    <a:pt x="2187" y="1219"/>
                    <a:pt x="2138" y="1243"/>
                    <a:pt x="2114" y="1243"/>
                  </a:cubicBezTo>
                  <a:cubicBezTo>
                    <a:pt x="2090" y="1243"/>
                    <a:pt x="2065" y="1219"/>
                    <a:pt x="2041" y="1219"/>
                  </a:cubicBezTo>
                  <a:cubicBezTo>
                    <a:pt x="2017" y="1170"/>
                    <a:pt x="2017" y="1146"/>
                    <a:pt x="2017" y="1121"/>
                  </a:cubicBezTo>
                  <a:cubicBezTo>
                    <a:pt x="2065" y="1097"/>
                    <a:pt x="2138" y="1097"/>
                    <a:pt x="2211" y="1097"/>
                  </a:cubicBezTo>
                  <a:close/>
                  <a:moveTo>
                    <a:pt x="632" y="1486"/>
                  </a:moveTo>
                  <a:cubicBezTo>
                    <a:pt x="656" y="1486"/>
                    <a:pt x="681" y="1510"/>
                    <a:pt x="705" y="1534"/>
                  </a:cubicBezTo>
                  <a:cubicBezTo>
                    <a:pt x="729" y="1559"/>
                    <a:pt x="729" y="1607"/>
                    <a:pt x="705" y="1632"/>
                  </a:cubicBezTo>
                  <a:cubicBezTo>
                    <a:pt x="681" y="1753"/>
                    <a:pt x="559" y="1850"/>
                    <a:pt x="438" y="1850"/>
                  </a:cubicBezTo>
                  <a:cubicBezTo>
                    <a:pt x="389" y="1850"/>
                    <a:pt x="341" y="1850"/>
                    <a:pt x="292" y="1802"/>
                  </a:cubicBezTo>
                  <a:cubicBezTo>
                    <a:pt x="389" y="1583"/>
                    <a:pt x="535" y="1486"/>
                    <a:pt x="632" y="1486"/>
                  </a:cubicBezTo>
                  <a:close/>
                  <a:moveTo>
                    <a:pt x="2017" y="1947"/>
                  </a:moveTo>
                  <a:cubicBezTo>
                    <a:pt x="2163" y="1947"/>
                    <a:pt x="2308" y="1996"/>
                    <a:pt x="2405" y="2117"/>
                  </a:cubicBezTo>
                  <a:cubicBezTo>
                    <a:pt x="2357" y="2117"/>
                    <a:pt x="2333" y="2142"/>
                    <a:pt x="2284" y="2142"/>
                  </a:cubicBezTo>
                  <a:cubicBezTo>
                    <a:pt x="2163" y="2117"/>
                    <a:pt x="2041" y="2069"/>
                    <a:pt x="1944" y="1996"/>
                  </a:cubicBezTo>
                  <a:cubicBezTo>
                    <a:pt x="1944" y="1972"/>
                    <a:pt x="1920" y="1947"/>
                    <a:pt x="1920" y="1947"/>
                  </a:cubicBezTo>
                  <a:close/>
                  <a:moveTo>
                    <a:pt x="1589" y="2354"/>
                  </a:moveTo>
                  <a:cubicBezTo>
                    <a:pt x="1598" y="2354"/>
                    <a:pt x="1604" y="2360"/>
                    <a:pt x="1604" y="2385"/>
                  </a:cubicBezTo>
                  <a:cubicBezTo>
                    <a:pt x="1628" y="2409"/>
                    <a:pt x="1604" y="2506"/>
                    <a:pt x="1482" y="2652"/>
                  </a:cubicBezTo>
                  <a:cubicBezTo>
                    <a:pt x="1410" y="2749"/>
                    <a:pt x="1312" y="2822"/>
                    <a:pt x="1215" y="2871"/>
                  </a:cubicBezTo>
                  <a:cubicBezTo>
                    <a:pt x="1142" y="2846"/>
                    <a:pt x="1094" y="2798"/>
                    <a:pt x="1069" y="2773"/>
                  </a:cubicBezTo>
                  <a:cubicBezTo>
                    <a:pt x="1069" y="2725"/>
                    <a:pt x="1069" y="2676"/>
                    <a:pt x="1118" y="2628"/>
                  </a:cubicBezTo>
                  <a:cubicBezTo>
                    <a:pt x="1215" y="2482"/>
                    <a:pt x="1385" y="2385"/>
                    <a:pt x="1555" y="2360"/>
                  </a:cubicBezTo>
                  <a:cubicBezTo>
                    <a:pt x="1567" y="2360"/>
                    <a:pt x="1580" y="2354"/>
                    <a:pt x="1589" y="2354"/>
                  </a:cubicBezTo>
                  <a:close/>
                  <a:moveTo>
                    <a:pt x="1327" y="121"/>
                  </a:moveTo>
                  <a:cubicBezTo>
                    <a:pt x="1354" y="121"/>
                    <a:pt x="1382" y="122"/>
                    <a:pt x="1410" y="125"/>
                  </a:cubicBezTo>
                  <a:cubicBezTo>
                    <a:pt x="1436" y="123"/>
                    <a:pt x="1463" y="122"/>
                    <a:pt x="1490" y="122"/>
                  </a:cubicBezTo>
                  <a:cubicBezTo>
                    <a:pt x="1730" y="122"/>
                    <a:pt x="1961" y="218"/>
                    <a:pt x="2114" y="393"/>
                  </a:cubicBezTo>
                  <a:cubicBezTo>
                    <a:pt x="2235" y="514"/>
                    <a:pt x="2284" y="684"/>
                    <a:pt x="2260" y="854"/>
                  </a:cubicBezTo>
                  <a:cubicBezTo>
                    <a:pt x="2235" y="903"/>
                    <a:pt x="2235" y="951"/>
                    <a:pt x="2235" y="1000"/>
                  </a:cubicBezTo>
                  <a:cubicBezTo>
                    <a:pt x="2163" y="1000"/>
                    <a:pt x="2065" y="1000"/>
                    <a:pt x="1993" y="1024"/>
                  </a:cubicBezTo>
                  <a:cubicBezTo>
                    <a:pt x="1944" y="1024"/>
                    <a:pt x="1920" y="1024"/>
                    <a:pt x="1920" y="1049"/>
                  </a:cubicBezTo>
                  <a:cubicBezTo>
                    <a:pt x="1895" y="1073"/>
                    <a:pt x="1895" y="1097"/>
                    <a:pt x="1895" y="1121"/>
                  </a:cubicBezTo>
                  <a:cubicBezTo>
                    <a:pt x="1895" y="1219"/>
                    <a:pt x="2017" y="1364"/>
                    <a:pt x="2114" y="1364"/>
                  </a:cubicBezTo>
                  <a:cubicBezTo>
                    <a:pt x="2211" y="1364"/>
                    <a:pt x="2284" y="1292"/>
                    <a:pt x="2333" y="1121"/>
                  </a:cubicBezTo>
                  <a:cubicBezTo>
                    <a:pt x="2349" y="1117"/>
                    <a:pt x="2367" y="1115"/>
                    <a:pt x="2384" y="1115"/>
                  </a:cubicBezTo>
                  <a:cubicBezTo>
                    <a:pt x="2470" y="1115"/>
                    <a:pt x="2564" y="1162"/>
                    <a:pt x="2624" y="1243"/>
                  </a:cubicBezTo>
                  <a:cubicBezTo>
                    <a:pt x="2697" y="1413"/>
                    <a:pt x="2697" y="1632"/>
                    <a:pt x="2624" y="1802"/>
                  </a:cubicBezTo>
                  <a:cubicBezTo>
                    <a:pt x="2600" y="1899"/>
                    <a:pt x="2551" y="1972"/>
                    <a:pt x="2503" y="2045"/>
                  </a:cubicBezTo>
                  <a:cubicBezTo>
                    <a:pt x="2357" y="1875"/>
                    <a:pt x="2163" y="1802"/>
                    <a:pt x="1968" y="1802"/>
                  </a:cubicBezTo>
                  <a:cubicBezTo>
                    <a:pt x="1798" y="1826"/>
                    <a:pt x="1798" y="1899"/>
                    <a:pt x="1798" y="1947"/>
                  </a:cubicBezTo>
                  <a:cubicBezTo>
                    <a:pt x="1822" y="2069"/>
                    <a:pt x="2041" y="2239"/>
                    <a:pt x="2284" y="2239"/>
                  </a:cubicBezTo>
                  <a:cubicBezTo>
                    <a:pt x="2333" y="2239"/>
                    <a:pt x="2405" y="2239"/>
                    <a:pt x="2454" y="2190"/>
                  </a:cubicBezTo>
                  <a:lnTo>
                    <a:pt x="2454" y="2190"/>
                  </a:lnTo>
                  <a:cubicBezTo>
                    <a:pt x="2527" y="2360"/>
                    <a:pt x="2478" y="2555"/>
                    <a:pt x="2333" y="2652"/>
                  </a:cubicBezTo>
                  <a:cubicBezTo>
                    <a:pt x="2114" y="2805"/>
                    <a:pt x="1877" y="2898"/>
                    <a:pt x="1619" y="2898"/>
                  </a:cubicBezTo>
                  <a:cubicBezTo>
                    <a:pt x="1590" y="2898"/>
                    <a:pt x="1561" y="2897"/>
                    <a:pt x="1531" y="2895"/>
                  </a:cubicBezTo>
                  <a:cubicBezTo>
                    <a:pt x="1507" y="2907"/>
                    <a:pt x="1482" y="2913"/>
                    <a:pt x="1455" y="2913"/>
                  </a:cubicBezTo>
                  <a:cubicBezTo>
                    <a:pt x="1428" y="2913"/>
                    <a:pt x="1397" y="2907"/>
                    <a:pt x="1361" y="2895"/>
                  </a:cubicBezTo>
                  <a:cubicBezTo>
                    <a:pt x="1434" y="2846"/>
                    <a:pt x="1507" y="2798"/>
                    <a:pt x="1580" y="2725"/>
                  </a:cubicBezTo>
                  <a:cubicBezTo>
                    <a:pt x="1750" y="2530"/>
                    <a:pt x="1750" y="2385"/>
                    <a:pt x="1725" y="2336"/>
                  </a:cubicBezTo>
                  <a:cubicBezTo>
                    <a:pt x="1677" y="2263"/>
                    <a:pt x="1628" y="2239"/>
                    <a:pt x="1555" y="2239"/>
                  </a:cubicBezTo>
                  <a:cubicBezTo>
                    <a:pt x="1337" y="2263"/>
                    <a:pt x="1142" y="2385"/>
                    <a:pt x="1021" y="2555"/>
                  </a:cubicBezTo>
                  <a:cubicBezTo>
                    <a:pt x="972" y="2628"/>
                    <a:pt x="948" y="2725"/>
                    <a:pt x="972" y="2798"/>
                  </a:cubicBezTo>
                  <a:cubicBezTo>
                    <a:pt x="972" y="2871"/>
                    <a:pt x="1021" y="2895"/>
                    <a:pt x="1069" y="2943"/>
                  </a:cubicBezTo>
                  <a:cubicBezTo>
                    <a:pt x="972" y="2968"/>
                    <a:pt x="875" y="2992"/>
                    <a:pt x="778" y="2992"/>
                  </a:cubicBezTo>
                  <a:cubicBezTo>
                    <a:pt x="608" y="2992"/>
                    <a:pt x="486" y="2943"/>
                    <a:pt x="365" y="2846"/>
                  </a:cubicBezTo>
                  <a:cubicBezTo>
                    <a:pt x="243" y="2700"/>
                    <a:pt x="195" y="2482"/>
                    <a:pt x="219" y="2287"/>
                  </a:cubicBezTo>
                  <a:cubicBezTo>
                    <a:pt x="219" y="2166"/>
                    <a:pt x="219" y="2045"/>
                    <a:pt x="268" y="1923"/>
                  </a:cubicBezTo>
                  <a:cubicBezTo>
                    <a:pt x="316" y="1947"/>
                    <a:pt x="389" y="1972"/>
                    <a:pt x="462" y="1972"/>
                  </a:cubicBezTo>
                  <a:cubicBezTo>
                    <a:pt x="632" y="1972"/>
                    <a:pt x="778" y="1826"/>
                    <a:pt x="826" y="1656"/>
                  </a:cubicBezTo>
                  <a:cubicBezTo>
                    <a:pt x="851" y="1607"/>
                    <a:pt x="851" y="1534"/>
                    <a:pt x="802" y="1462"/>
                  </a:cubicBezTo>
                  <a:cubicBezTo>
                    <a:pt x="778" y="1413"/>
                    <a:pt x="705" y="1389"/>
                    <a:pt x="632" y="1389"/>
                  </a:cubicBezTo>
                  <a:cubicBezTo>
                    <a:pt x="462" y="1413"/>
                    <a:pt x="292" y="1534"/>
                    <a:pt x="243" y="1704"/>
                  </a:cubicBezTo>
                  <a:cubicBezTo>
                    <a:pt x="171" y="1583"/>
                    <a:pt x="146" y="1462"/>
                    <a:pt x="146" y="1316"/>
                  </a:cubicBezTo>
                  <a:cubicBezTo>
                    <a:pt x="146" y="976"/>
                    <a:pt x="365" y="684"/>
                    <a:pt x="681" y="611"/>
                  </a:cubicBezTo>
                  <a:cubicBezTo>
                    <a:pt x="705" y="757"/>
                    <a:pt x="826" y="879"/>
                    <a:pt x="972" y="903"/>
                  </a:cubicBezTo>
                  <a:cubicBezTo>
                    <a:pt x="1021" y="903"/>
                    <a:pt x="1069" y="879"/>
                    <a:pt x="1094" y="854"/>
                  </a:cubicBezTo>
                  <a:cubicBezTo>
                    <a:pt x="1142" y="806"/>
                    <a:pt x="1142" y="757"/>
                    <a:pt x="1142" y="708"/>
                  </a:cubicBezTo>
                  <a:cubicBezTo>
                    <a:pt x="1142" y="538"/>
                    <a:pt x="997" y="466"/>
                    <a:pt x="778" y="466"/>
                  </a:cubicBezTo>
                  <a:cubicBezTo>
                    <a:pt x="778" y="417"/>
                    <a:pt x="802" y="368"/>
                    <a:pt x="826" y="320"/>
                  </a:cubicBezTo>
                  <a:cubicBezTo>
                    <a:pt x="975" y="193"/>
                    <a:pt x="1142" y="121"/>
                    <a:pt x="1327" y="121"/>
                  </a:cubicBezTo>
                  <a:close/>
                  <a:moveTo>
                    <a:pt x="1335" y="0"/>
                  </a:moveTo>
                  <a:cubicBezTo>
                    <a:pt x="1118" y="0"/>
                    <a:pt x="906" y="94"/>
                    <a:pt x="754" y="247"/>
                  </a:cubicBezTo>
                  <a:cubicBezTo>
                    <a:pt x="681" y="320"/>
                    <a:pt x="656" y="393"/>
                    <a:pt x="656" y="490"/>
                  </a:cubicBezTo>
                  <a:cubicBezTo>
                    <a:pt x="268" y="563"/>
                    <a:pt x="1" y="927"/>
                    <a:pt x="25" y="1316"/>
                  </a:cubicBezTo>
                  <a:cubicBezTo>
                    <a:pt x="25" y="1486"/>
                    <a:pt x="73" y="1680"/>
                    <a:pt x="171" y="1826"/>
                  </a:cubicBezTo>
                  <a:cubicBezTo>
                    <a:pt x="122" y="1972"/>
                    <a:pt x="98" y="2142"/>
                    <a:pt x="98" y="2287"/>
                  </a:cubicBezTo>
                  <a:cubicBezTo>
                    <a:pt x="73" y="2530"/>
                    <a:pt x="146" y="2749"/>
                    <a:pt x="292" y="2919"/>
                  </a:cubicBezTo>
                  <a:cubicBezTo>
                    <a:pt x="414" y="3041"/>
                    <a:pt x="584" y="3113"/>
                    <a:pt x="778" y="3113"/>
                  </a:cubicBezTo>
                  <a:cubicBezTo>
                    <a:pt x="948" y="3113"/>
                    <a:pt x="1094" y="3065"/>
                    <a:pt x="1239" y="2992"/>
                  </a:cubicBezTo>
                  <a:cubicBezTo>
                    <a:pt x="1337" y="3016"/>
                    <a:pt x="1434" y="3041"/>
                    <a:pt x="1531" y="3041"/>
                  </a:cubicBezTo>
                  <a:cubicBezTo>
                    <a:pt x="1847" y="3041"/>
                    <a:pt x="2163" y="2943"/>
                    <a:pt x="2405" y="2773"/>
                  </a:cubicBezTo>
                  <a:cubicBezTo>
                    <a:pt x="2600" y="2628"/>
                    <a:pt x="2673" y="2360"/>
                    <a:pt x="2551" y="2166"/>
                  </a:cubicBezTo>
                  <a:cubicBezTo>
                    <a:pt x="2648" y="2069"/>
                    <a:pt x="2697" y="1972"/>
                    <a:pt x="2746" y="1850"/>
                  </a:cubicBezTo>
                  <a:cubicBezTo>
                    <a:pt x="2818" y="1632"/>
                    <a:pt x="2818" y="1389"/>
                    <a:pt x="2721" y="1170"/>
                  </a:cubicBezTo>
                  <a:cubicBezTo>
                    <a:pt x="2624" y="1073"/>
                    <a:pt x="2503" y="1000"/>
                    <a:pt x="2357" y="976"/>
                  </a:cubicBezTo>
                  <a:cubicBezTo>
                    <a:pt x="2357" y="951"/>
                    <a:pt x="2381" y="903"/>
                    <a:pt x="2381" y="854"/>
                  </a:cubicBezTo>
                  <a:cubicBezTo>
                    <a:pt x="2405" y="660"/>
                    <a:pt x="2357" y="441"/>
                    <a:pt x="2211" y="296"/>
                  </a:cubicBezTo>
                  <a:cubicBezTo>
                    <a:pt x="2011" y="118"/>
                    <a:pt x="1750" y="1"/>
                    <a:pt x="1484" y="1"/>
                  </a:cubicBezTo>
                  <a:cubicBezTo>
                    <a:pt x="1459" y="1"/>
                    <a:pt x="1434" y="2"/>
                    <a:pt x="1410" y="4"/>
                  </a:cubicBezTo>
                  <a:cubicBezTo>
                    <a:pt x="1385" y="2"/>
                    <a:pt x="1360" y="0"/>
                    <a:pt x="13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34"/>
            <p:cNvSpPr/>
            <p:nvPr/>
          </p:nvSpPr>
          <p:spPr>
            <a:xfrm>
              <a:off x="6824262" y="479851"/>
              <a:ext cx="34120" cy="35055"/>
            </a:xfrm>
            <a:custGeom>
              <a:avLst/>
              <a:gdLst/>
              <a:ahLst/>
              <a:cxnLst/>
              <a:rect l="l" t="t" r="r" b="b"/>
              <a:pathLst>
                <a:path w="876" h="900" extrusionOk="0">
                  <a:moveTo>
                    <a:pt x="438" y="0"/>
                  </a:moveTo>
                  <a:cubicBezTo>
                    <a:pt x="195" y="0"/>
                    <a:pt x="1" y="195"/>
                    <a:pt x="1" y="438"/>
                  </a:cubicBezTo>
                  <a:cubicBezTo>
                    <a:pt x="1" y="681"/>
                    <a:pt x="195" y="899"/>
                    <a:pt x="438" y="899"/>
                  </a:cubicBezTo>
                  <a:cubicBezTo>
                    <a:pt x="681" y="899"/>
                    <a:pt x="875" y="681"/>
                    <a:pt x="875" y="438"/>
                  </a:cubicBezTo>
                  <a:cubicBezTo>
                    <a:pt x="875" y="195"/>
                    <a:pt x="681" y="0"/>
                    <a:pt x="4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34"/>
            <p:cNvSpPr/>
            <p:nvPr/>
          </p:nvSpPr>
          <p:spPr>
            <a:xfrm>
              <a:off x="6851527" y="561919"/>
              <a:ext cx="46117" cy="34120"/>
            </a:xfrm>
            <a:custGeom>
              <a:avLst/>
              <a:gdLst/>
              <a:ahLst/>
              <a:cxnLst/>
              <a:rect l="l" t="t" r="r" b="b"/>
              <a:pathLst>
                <a:path w="1184" h="876" extrusionOk="0">
                  <a:moveTo>
                    <a:pt x="974" y="1"/>
                  </a:moveTo>
                  <a:cubicBezTo>
                    <a:pt x="745" y="1"/>
                    <a:pt x="267" y="55"/>
                    <a:pt x="103" y="493"/>
                  </a:cubicBezTo>
                  <a:cubicBezTo>
                    <a:pt x="1" y="738"/>
                    <a:pt x="186" y="875"/>
                    <a:pt x="424" y="875"/>
                  </a:cubicBezTo>
                  <a:cubicBezTo>
                    <a:pt x="753" y="875"/>
                    <a:pt x="1183" y="613"/>
                    <a:pt x="1099" y="7"/>
                  </a:cubicBezTo>
                  <a:cubicBezTo>
                    <a:pt x="1099" y="7"/>
                    <a:pt x="1050" y="1"/>
                    <a:pt x="9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34"/>
            <p:cNvSpPr/>
            <p:nvPr/>
          </p:nvSpPr>
          <p:spPr>
            <a:xfrm>
              <a:off x="6870652" y="559894"/>
              <a:ext cx="25590" cy="24071"/>
            </a:xfrm>
            <a:custGeom>
              <a:avLst/>
              <a:gdLst/>
              <a:ahLst/>
              <a:cxnLst/>
              <a:rect l="l" t="t" r="r" b="b"/>
              <a:pathLst>
                <a:path w="657" h="618" extrusionOk="0">
                  <a:moveTo>
                    <a:pt x="586" y="0"/>
                  </a:moveTo>
                  <a:cubicBezTo>
                    <a:pt x="569" y="0"/>
                    <a:pt x="552" y="17"/>
                    <a:pt x="535" y="35"/>
                  </a:cubicBezTo>
                  <a:cubicBezTo>
                    <a:pt x="413" y="229"/>
                    <a:pt x="243" y="375"/>
                    <a:pt x="49" y="496"/>
                  </a:cubicBezTo>
                  <a:cubicBezTo>
                    <a:pt x="25" y="520"/>
                    <a:pt x="0" y="545"/>
                    <a:pt x="25" y="569"/>
                  </a:cubicBezTo>
                  <a:cubicBezTo>
                    <a:pt x="25" y="593"/>
                    <a:pt x="49" y="593"/>
                    <a:pt x="73" y="618"/>
                  </a:cubicBezTo>
                  <a:cubicBezTo>
                    <a:pt x="73" y="593"/>
                    <a:pt x="97" y="593"/>
                    <a:pt x="97" y="593"/>
                  </a:cubicBezTo>
                  <a:cubicBezTo>
                    <a:pt x="316" y="472"/>
                    <a:pt x="510" y="278"/>
                    <a:pt x="656" y="83"/>
                  </a:cubicBezTo>
                  <a:cubicBezTo>
                    <a:pt x="656" y="35"/>
                    <a:pt x="656" y="10"/>
                    <a:pt x="608" y="10"/>
                  </a:cubicBezTo>
                  <a:cubicBezTo>
                    <a:pt x="600" y="3"/>
                    <a:pt x="593" y="0"/>
                    <a:pt x="5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34"/>
            <p:cNvSpPr/>
            <p:nvPr/>
          </p:nvSpPr>
          <p:spPr>
            <a:xfrm>
              <a:off x="6924325" y="613021"/>
              <a:ext cx="46117" cy="34393"/>
            </a:xfrm>
            <a:custGeom>
              <a:avLst/>
              <a:gdLst/>
              <a:ahLst/>
              <a:cxnLst/>
              <a:rect l="l" t="t" r="r" b="b"/>
              <a:pathLst>
                <a:path w="1184" h="883" extrusionOk="0">
                  <a:moveTo>
                    <a:pt x="979" y="1"/>
                  </a:moveTo>
                  <a:cubicBezTo>
                    <a:pt x="755" y="1"/>
                    <a:pt x="286" y="55"/>
                    <a:pt x="104" y="493"/>
                  </a:cubicBezTo>
                  <a:cubicBezTo>
                    <a:pt x="1" y="740"/>
                    <a:pt x="191" y="883"/>
                    <a:pt x="434" y="883"/>
                  </a:cubicBezTo>
                  <a:cubicBezTo>
                    <a:pt x="761" y="883"/>
                    <a:pt x="1184" y="621"/>
                    <a:pt x="1100" y="7"/>
                  </a:cubicBezTo>
                  <a:cubicBezTo>
                    <a:pt x="1100" y="7"/>
                    <a:pt x="1053" y="1"/>
                    <a:pt x="9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34"/>
            <p:cNvSpPr/>
            <p:nvPr/>
          </p:nvSpPr>
          <p:spPr>
            <a:xfrm>
              <a:off x="6943488" y="610996"/>
              <a:ext cx="25590" cy="24071"/>
            </a:xfrm>
            <a:custGeom>
              <a:avLst/>
              <a:gdLst/>
              <a:ahLst/>
              <a:cxnLst/>
              <a:rect l="l" t="t" r="r" b="b"/>
              <a:pathLst>
                <a:path w="657" h="618" extrusionOk="0">
                  <a:moveTo>
                    <a:pt x="596" y="0"/>
                  </a:moveTo>
                  <a:cubicBezTo>
                    <a:pt x="572" y="0"/>
                    <a:pt x="559" y="17"/>
                    <a:pt x="559" y="34"/>
                  </a:cubicBezTo>
                  <a:cubicBezTo>
                    <a:pt x="414" y="229"/>
                    <a:pt x="244" y="399"/>
                    <a:pt x="49" y="520"/>
                  </a:cubicBezTo>
                  <a:cubicBezTo>
                    <a:pt x="25" y="520"/>
                    <a:pt x="1" y="569"/>
                    <a:pt x="25" y="593"/>
                  </a:cubicBezTo>
                  <a:cubicBezTo>
                    <a:pt x="49" y="593"/>
                    <a:pt x="49" y="617"/>
                    <a:pt x="74" y="617"/>
                  </a:cubicBezTo>
                  <a:lnTo>
                    <a:pt x="98" y="617"/>
                  </a:lnTo>
                  <a:cubicBezTo>
                    <a:pt x="317" y="472"/>
                    <a:pt x="511" y="302"/>
                    <a:pt x="657" y="83"/>
                  </a:cubicBezTo>
                  <a:cubicBezTo>
                    <a:pt x="657" y="59"/>
                    <a:pt x="657" y="34"/>
                    <a:pt x="632" y="10"/>
                  </a:cubicBezTo>
                  <a:cubicBezTo>
                    <a:pt x="618" y="3"/>
                    <a:pt x="606" y="0"/>
                    <a:pt x="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34"/>
            <p:cNvSpPr/>
            <p:nvPr/>
          </p:nvSpPr>
          <p:spPr>
            <a:xfrm>
              <a:off x="6898073" y="510778"/>
              <a:ext cx="46740" cy="38171"/>
            </a:xfrm>
            <a:custGeom>
              <a:avLst/>
              <a:gdLst/>
              <a:ahLst/>
              <a:cxnLst/>
              <a:rect l="l" t="t" r="r" b="b"/>
              <a:pathLst>
                <a:path w="1200" h="980" extrusionOk="0">
                  <a:moveTo>
                    <a:pt x="630" y="1"/>
                  </a:moveTo>
                  <a:cubicBezTo>
                    <a:pt x="560" y="1"/>
                    <a:pt x="487" y="25"/>
                    <a:pt x="414" y="81"/>
                  </a:cubicBezTo>
                  <a:cubicBezTo>
                    <a:pt x="1" y="372"/>
                    <a:pt x="900" y="980"/>
                    <a:pt x="900" y="980"/>
                  </a:cubicBezTo>
                  <a:cubicBezTo>
                    <a:pt x="1200" y="540"/>
                    <a:pt x="956" y="1"/>
                    <a:pt x="6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34"/>
            <p:cNvSpPr/>
            <p:nvPr/>
          </p:nvSpPr>
          <p:spPr>
            <a:xfrm>
              <a:off x="6922689" y="524878"/>
              <a:ext cx="13282" cy="26914"/>
            </a:xfrm>
            <a:custGeom>
              <a:avLst/>
              <a:gdLst/>
              <a:ahLst/>
              <a:cxnLst/>
              <a:rect l="l" t="t" r="r" b="b"/>
              <a:pathLst>
                <a:path w="341" h="691" extrusionOk="0">
                  <a:moveTo>
                    <a:pt x="75" y="0"/>
                  </a:moveTo>
                  <a:cubicBezTo>
                    <a:pt x="65" y="0"/>
                    <a:pt x="56" y="3"/>
                    <a:pt x="49" y="10"/>
                  </a:cubicBezTo>
                  <a:cubicBezTo>
                    <a:pt x="25" y="10"/>
                    <a:pt x="0" y="59"/>
                    <a:pt x="25" y="83"/>
                  </a:cubicBezTo>
                  <a:cubicBezTo>
                    <a:pt x="122" y="253"/>
                    <a:pt x="195" y="423"/>
                    <a:pt x="219" y="618"/>
                  </a:cubicBezTo>
                  <a:cubicBezTo>
                    <a:pt x="219" y="642"/>
                    <a:pt x="243" y="666"/>
                    <a:pt x="268" y="691"/>
                  </a:cubicBezTo>
                  <a:cubicBezTo>
                    <a:pt x="316" y="691"/>
                    <a:pt x="340" y="666"/>
                    <a:pt x="340" y="642"/>
                  </a:cubicBezTo>
                  <a:cubicBezTo>
                    <a:pt x="316" y="423"/>
                    <a:pt x="243" y="205"/>
                    <a:pt x="122" y="35"/>
                  </a:cubicBezTo>
                  <a:cubicBezTo>
                    <a:pt x="122" y="18"/>
                    <a:pt x="98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34"/>
            <p:cNvSpPr/>
            <p:nvPr/>
          </p:nvSpPr>
          <p:spPr>
            <a:xfrm>
              <a:off x="6942865" y="561218"/>
              <a:ext cx="41365" cy="39768"/>
            </a:xfrm>
            <a:custGeom>
              <a:avLst/>
              <a:gdLst/>
              <a:ahLst/>
              <a:cxnLst/>
              <a:rect l="l" t="t" r="r" b="b"/>
              <a:pathLst>
                <a:path w="1062" h="1021" extrusionOk="0">
                  <a:moveTo>
                    <a:pt x="509" y="0"/>
                  </a:moveTo>
                  <a:cubicBezTo>
                    <a:pt x="0" y="0"/>
                    <a:pt x="333" y="1021"/>
                    <a:pt x="333" y="1021"/>
                  </a:cubicBezTo>
                  <a:cubicBezTo>
                    <a:pt x="940" y="827"/>
                    <a:pt x="1061" y="25"/>
                    <a:pt x="527" y="1"/>
                  </a:cubicBezTo>
                  <a:cubicBezTo>
                    <a:pt x="521" y="0"/>
                    <a:pt x="515" y="0"/>
                    <a:pt x="5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34"/>
            <p:cNvSpPr/>
            <p:nvPr/>
          </p:nvSpPr>
          <p:spPr>
            <a:xfrm>
              <a:off x="6952953" y="576370"/>
              <a:ext cx="12347" cy="26525"/>
            </a:xfrm>
            <a:custGeom>
              <a:avLst/>
              <a:gdLst/>
              <a:ahLst/>
              <a:cxnLst/>
              <a:rect l="l" t="t" r="r" b="b"/>
              <a:pathLst>
                <a:path w="317" h="681" extrusionOk="0">
                  <a:moveTo>
                    <a:pt x="268" y="0"/>
                  </a:moveTo>
                  <a:cubicBezTo>
                    <a:pt x="244" y="0"/>
                    <a:pt x="195" y="25"/>
                    <a:pt x="195" y="49"/>
                  </a:cubicBezTo>
                  <a:cubicBezTo>
                    <a:pt x="171" y="243"/>
                    <a:pt x="122" y="413"/>
                    <a:pt x="25" y="583"/>
                  </a:cubicBezTo>
                  <a:cubicBezTo>
                    <a:pt x="1" y="608"/>
                    <a:pt x="1" y="656"/>
                    <a:pt x="25" y="680"/>
                  </a:cubicBezTo>
                  <a:lnTo>
                    <a:pt x="98" y="680"/>
                  </a:lnTo>
                  <a:cubicBezTo>
                    <a:pt x="195" y="486"/>
                    <a:pt x="268" y="292"/>
                    <a:pt x="316" y="73"/>
                  </a:cubicBezTo>
                  <a:cubicBezTo>
                    <a:pt x="316" y="49"/>
                    <a:pt x="292" y="0"/>
                    <a:pt x="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0" name="Google Shape;1570;p34"/>
          <p:cNvGrpSpPr/>
          <p:nvPr/>
        </p:nvGrpSpPr>
        <p:grpSpPr>
          <a:xfrm rot="-4477981" flipH="1">
            <a:off x="8390416" y="4219637"/>
            <a:ext cx="799388" cy="704718"/>
            <a:chOff x="4508023" y="3764622"/>
            <a:chExt cx="161487" cy="142362"/>
          </a:xfrm>
        </p:grpSpPr>
        <p:sp>
          <p:nvSpPr>
            <p:cNvPr id="1571" name="Google Shape;1571;p34"/>
            <p:cNvSpPr/>
            <p:nvPr/>
          </p:nvSpPr>
          <p:spPr>
            <a:xfrm>
              <a:off x="4558151" y="3764622"/>
              <a:ext cx="65163" cy="54335"/>
            </a:xfrm>
            <a:custGeom>
              <a:avLst/>
              <a:gdLst/>
              <a:ahLst/>
              <a:cxnLst/>
              <a:rect l="l" t="t" r="r" b="b"/>
              <a:pathLst>
                <a:path w="1673" h="1395" extrusionOk="0">
                  <a:moveTo>
                    <a:pt x="947" y="1"/>
                  </a:moveTo>
                  <a:cubicBezTo>
                    <a:pt x="917" y="1"/>
                    <a:pt x="885" y="4"/>
                    <a:pt x="851" y="10"/>
                  </a:cubicBezTo>
                  <a:cubicBezTo>
                    <a:pt x="1" y="156"/>
                    <a:pt x="1118" y="1225"/>
                    <a:pt x="1118" y="1225"/>
                  </a:cubicBezTo>
                  <a:cubicBezTo>
                    <a:pt x="1208" y="1344"/>
                    <a:pt x="1284" y="1394"/>
                    <a:pt x="1346" y="1394"/>
                  </a:cubicBezTo>
                  <a:cubicBezTo>
                    <a:pt x="1672" y="1394"/>
                    <a:pt x="1599" y="1"/>
                    <a:pt x="9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34"/>
            <p:cNvSpPr/>
            <p:nvPr/>
          </p:nvSpPr>
          <p:spPr>
            <a:xfrm>
              <a:off x="4607735" y="3824527"/>
              <a:ext cx="61775" cy="35678"/>
            </a:xfrm>
            <a:custGeom>
              <a:avLst/>
              <a:gdLst/>
              <a:ahLst/>
              <a:cxnLst/>
              <a:rect l="l" t="t" r="r" b="b"/>
              <a:pathLst>
                <a:path w="1586" h="916" extrusionOk="0">
                  <a:moveTo>
                    <a:pt x="851" y="0"/>
                  </a:moveTo>
                  <a:cubicBezTo>
                    <a:pt x="473" y="0"/>
                    <a:pt x="137" y="537"/>
                    <a:pt x="137" y="537"/>
                  </a:cubicBezTo>
                  <a:cubicBezTo>
                    <a:pt x="0" y="811"/>
                    <a:pt x="113" y="915"/>
                    <a:pt x="310" y="915"/>
                  </a:cubicBezTo>
                  <a:cubicBezTo>
                    <a:pt x="744" y="915"/>
                    <a:pt x="1585" y="409"/>
                    <a:pt x="1084" y="75"/>
                  </a:cubicBezTo>
                  <a:cubicBezTo>
                    <a:pt x="1006" y="22"/>
                    <a:pt x="928" y="0"/>
                    <a:pt x="8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34"/>
            <p:cNvSpPr/>
            <p:nvPr/>
          </p:nvSpPr>
          <p:spPr>
            <a:xfrm>
              <a:off x="4552971" y="3869787"/>
              <a:ext cx="66682" cy="28044"/>
            </a:xfrm>
            <a:custGeom>
              <a:avLst/>
              <a:gdLst/>
              <a:ahLst/>
              <a:cxnLst/>
              <a:rect l="l" t="t" r="r" b="b"/>
              <a:pathLst>
                <a:path w="1712" h="720" extrusionOk="0">
                  <a:moveTo>
                    <a:pt x="1042" y="0"/>
                  </a:moveTo>
                  <a:cubicBezTo>
                    <a:pt x="818" y="0"/>
                    <a:pt x="620" y="55"/>
                    <a:pt x="620" y="55"/>
                  </a:cubicBezTo>
                  <a:cubicBezTo>
                    <a:pt x="0" y="300"/>
                    <a:pt x="770" y="719"/>
                    <a:pt x="1278" y="719"/>
                  </a:cubicBezTo>
                  <a:cubicBezTo>
                    <a:pt x="1526" y="719"/>
                    <a:pt x="1712" y="618"/>
                    <a:pt x="1640" y="347"/>
                  </a:cubicBezTo>
                  <a:cubicBezTo>
                    <a:pt x="1564" y="67"/>
                    <a:pt x="1287" y="0"/>
                    <a:pt x="10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34"/>
            <p:cNvSpPr/>
            <p:nvPr/>
          </p:nvSpPr>
          <p:spPr>
            <a:xfrm>
              <a:off x="4549660" y="3798275"/>
              <a:ext cx="44364" cy="50479"/>
            </a:xfrm>
            <a:custGeom>
              <a:avLst/>
              <a:gdLst/>
              <a:ahLst/>
              <a:cxnLst/>
              <a:rect l="l" t="t" r="r" b="b"/>
              <a:pathLst>
                <a:path w="1139" h="1296" extrusionOk="0">
                  <a:moveTo>
                    <a:pt x="675" y="0"/>
                  </a:moveTo>
                  <a:cubicBezTo>
                    <a:pt x="627" y="0"/>
                    <a:pt x="572" y="14"/>
                    <a:pt x="510" y="45"/>
                  </a:cubicBezTo>
                  <a:cubicBezTo>
                    <a:pt x="0" y="288"/>
                    <a:pt x="438" y="1114"/>
                    <a:pt x="438" y="1114"/>
                  </a:cubicBezTo>
                  <a:cubicBezTo>
                    <a:pt x="517" y="1242"/>
                    <a:pt x="592" y="1295"/>
                    <a:pt x="659" y="1295"/>
                  </a:cubicBezTo>
                  <a:cubicBezTo>
                    <a:pt x="992" y="1295"/>
                    <a:pt x="1139" y="0"/>
                    <a:pt x="6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34"/>
            <p:cNvSpPr/>
            <p:nvPr/>
          </p:nvSpPr>
          <p:spPr>
            <a:xfrm>
              <a:off x="4526018" y="3790290"/>
              <a:ext cx="91805" cy="116694"/>
            </a:xfrm>
            <a:custGeom>
              <a:avLst/>
              <a:gdLst/>
              <a:ahLst/>
              <a:cxnLst/>
              <a:rect l="l" t="t" r="r" b="b"/>
              <a:pathLst>
                <a:path w="2357" h="2996" extrusionOk="0">
                  <a:moveTo>
                    <a:pt x="1917" y="1"/>
                  </a:moveTo>
                  <a:cubicBezTo>
                    <a:pt x="1880" y="1"/>
                    <a:pt x="1855" y="40"/>
                    <a:pt x="1895" y="80"/>
                  </a:cubicBezTo>
                  <a:cubicBezTo>
                    <a:pt x="2162" y="299"/>
                    <a:pt x="2283" y="663"/>
                    <a:pt x="2186" y="1027"/>
                  </a:cubicBezTo>
                  <a:cubicBezTo>
                    <a:pt x="2113" y="1416"/>
                    <a:pt x="1773" y="1708"/>
                    <a:pt x="1360" y="1732"/>
                  </a:cubicBezTo>
                  <a:cubicBezTo>
                    <a:pt x="704" y="1780"/>
                    <a:pt x="146" y="2266"/>
                    <a:pt x="0" y="2946"/>
                  </a:cubicBezTo>
                  <a:cubicBezTo>
                    <a:pt x="0" y="2971"/>
                    <a:pt x="24" y="2995"/>
                    <a:pt x="49" y="2995"/>
                  </a:cubicBezTo>
                  <a:cubicBezTo>
                    <a:pt x="49" y="2995"/>
                    <a:pt x="73" y="2971"/>
                    <a:pt x="73" y="2946"/>
                  </a:cubicBezTo>
                  <a:cubicBezTo>
                    <a:pt x="219" y="2339"/>
                    <a:pt x="729" y="1878"/>
                    <a:pt x="1360" y="1805"/>
                  </a:cubicBezTo>
                  <a:cubicBezTo>
                    <a:pt x="1822" y="1780"/>
                    <a:pt x="2186" y="1465"/>
                    <a:pt x="2283" y="1027"/>
                  </a:cubicBezTo>
                  <a:cubicBezTo>
                    <a:pt x="2356" y="663"/>
                    <a:pt x="2235" y="250"/>
                    <a:pt x="1943" y="7"/>
                  </a:cubicBezTo>
                  <a:cubicBezTo>
                    <a:pt x="1934" y="3"/>
                    <a:pt x="1926" y="1"/>
                    <a:pt x="1917" y="1"/>
                  </a:cubicBezTo>
                  <a:close/>
                </a:path>
              </a:pathLst>
            </a:custGeom>
            <a:solidFill>
              <a:srgbClr val="261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34"/>
            <p:cNvSpPr/>
            <p:nvPr/>
          </p:nvSpPr>
          <p:spPr>
            <a:xfrm>
              <a:off x="4596946" y="3843534"/>
              <a:ext cx="44520" cy="12698"/>
            </a:xfrm>
            <a:custGeom>
              <a:avLst/>
              <a:gdLst/>
              <a:ahLst/>
              <a:cxnLst/>
              <a:rect l="l" t="t" r="r" b="b"/>
              <a:pathLst>
                <a:path w="1143" h="326" extrusionOk="0">
                  <a:moveTo>
                    <a:pt x="1070" y="0"/>
                  </a:moveTo>
                  <a:cubicBezTo>
                    <a:pt x="903" y="93"/>
                    <a:pt x="522" y="243"/>
                    <a:pt x="265" y="243"/>
                  </a:cubicBezTo>
                  <a:cubicBezTo>
                    <a:pt x="187" y="243"/>
                    <a:pt x="119" y="229"/>
                    <a:pt x="74" y="195"/>
                  </a:cubicBezTo>
                  <a:cubicBezTo>
                    <a:pt x="74" y="183"/>
                    <a:pt x="68" y="177"/>
                    <a:pt x="59" y="177"/>
                  </a:cubicBezTo>
                  <a:cubicBezTo>
                    <a:pt x="50" y="177"/>
                    <a:pt x="37" y="183"/>
                    <a:pt x="25" y="195"/>
                  </a:cubicBezTo>
                  <a:cubicBezTo>
                    <a:pt x="1" y="195"/>
                    <a:pt x="1" y="243"/>
                    <a:pt x="25" y="243"/>
                  </a:cubicBezTo>
                  <a:cubicBezTo>
                    <a:pt x="80" y="298"/>
                    <a:pt x="135" y="325"/>
                    <a:pt x="199" y="325"/>
                  </a:cubicBezTo>
                  <a:cubicBezTo>
                    <a:pt x="221" y="325"/>
                    <a:pt x="244" y="322"/>
                    <a:pt x="268" y="316"/>
                  </a:cubicBezTo>
                  <a:cubicBezTo>
                    <a:pt x="560" y="292"/>
                    <a:pt x="851" y="219"/>
                    <a:pt x="1094" y="98"/>
                  </a:cubicBezTo>
                  <a:cubicBezTo>
                    <a:pt x="1118" y="73"/>
                    <a:pt x="1143" y="49"/>
                    <a:pt x="1118" y="25"/>
                  </a:cubicBezTo>
                  <a:cubicBezTo>
                    <a:pt x="1118" y="0"/>
                    <a:pt x="1094" y="0"/>
                    <a:pt x="1070" y="0"/>
                  </a:cubicBezTo>
                  <a:close/>
                </a:path>
              </a:pathLst>
            </a:custGeom>
            <a:solidFill>
              <a:srgbClr val="261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34"/>
            <p:cNvSpPr/>
            <p:nvPr/>
          </p:nvSpPr>
          <p:spPr>
            <a:xfrm>
              <a:off x="4569525" y="3818529"/>
              <a:ext cx="11373" cy="42066"/>
            </a:xfrm>
            <a:custGeom>
              <a:avLst/>
              <a:gdLst/>
              <a:ahLst/>
              <a:cxnLst/>
              <a:rect l="l" t="t" r="r" b="b"/>
              <a:pathLst>
                <a:path w="292" h="1080" extrusionOk="0">
                  <a:moveTo>
                    <a:pt x="223" y="1"/>
                  </a:moveTo>
                  <a:cubicBezTo>
                    <a:pt x="207" y="1"/>
                    <a:pt x="195" y="18"/>
                    <a:pt x="195" y="35"/>
                  </a:cubicBezTo>
                  <a:cubicBezTo>
                    <a:pt x="171" y="132"/>
                    <a:pt x="0" y="910"/>
                    <a:pt x="219" y="1080"/>
                  </a:cubicBezTo>
                  <a:lnTo>
                    <a:pt x="292" y="1080"/>
                  </a:lnTo>
                  <a:cubicBezTo>
                    <a:pt x="292" y="1055"/>
                    <a:pt x="292" y="1031"/>
                    <a:pt x="292" y="1007"/>
                  </a:cubicBezTo>
                  <a:cubicBezTo>
                    <a:pt x="146" y="910"/>
                    <a:pt x="195" y="351"/>
                    <a:pt x="292" y="59"/>
                  </a:cubicBezTo>
                  <a:cubicBezTo>
                    <a:pt x="292" y="35"/>
                    <a:pt x="268" y="11"/>
                    <a:pt x="243" y="11"/>
                  </a:cubicBezTo>
                  <a:cubicBezTo>
                    <a:pt x="236" y="4"/>
                    <a:pt x="229" y="1"/>
                    <a:pt x="223" y="1"/>
                  </a:cubicBezTo>
                  <a:close/>
                </a:path>
              </a:pathLst>
            </a:custGeom>
            <a:solidFill>
              <a:srgbClr val="261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34"/>
            <p:cNvSpPr/>
            <p:nvPr/>
          </p:nvSpPr>
          <p:spPr>
            <a:xfrm>
              <a:off x="4508023" y="3819074"/>
              <a:ext cx="44364" cy="50479"/>
            </a:xfrm>
            <a:custGeom>
              <a:avLst/>
              <a:gdLst/>
              <a:ahLst/>
              <a:cxnLst/>
              <a:rect l="l" t="t" r="r" b="b"/>
              <a:pathLst>
                <a:path w="1139" h="1296" extrusionOk="0">
                  <a:moveTo>
                    <a:pt x="657" y="0"/>
                  </a:moveTo>
                  <a:cubicBezTo>
                    <a:pt x="607" y="0"/>
                    <a:pt x="550" y="15"/>
                    <a:pt x="486" y="45"/>
                  </a:cubicBezTo>
                  <a:cubicBezTo>
                    <a:pt x="0" y="288"/>
                    <a:pt x="438" y="1114"/>
                    <a:pt x="438" y="1114"/>
                  </a:cubicBezTo>
                  <a:cubicBezTo>
                    <a:pt x="521" y="1242"/>
                    <a:pt x="598" y="1296"/>
                    <a:pt x="667" y="1296"/>
                  </a:cubicBezTo>
                  <a:cubicBezTo>
                    <a:pt x="1008" y="1296"/>
                    <a:pt x="1139" y="0"/>
                    <a:pt x="65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34"/>
            <p:cNvSpPr/>
            <p:nvPr/>
          </p:nvSpPr>
          <p:spPr>
            <a:xfrm>
              <a:off x="4527887" y="3839756"/>
              <a:ext cx="11412" cy="42611"/>
            </a:xfrm>
            <a:custGeom>
              <a:avLst/>
              <a:gdLst/>
              <a:ahLst/>
              <a:cxnLst/>
              <a:rect l="l" t="t" r="r" b="b"/>
              <a:pathLst>
                <a:path w="293" h="1094" extrusionOk="0">
                  <a:moveTo>
                    <a:pt x="244" y="0"/>
                  </a:moveTo>
                  <a:cubicBezTo>
                    <a:pt x="219" y="0"/>
                    <a:pt x="195" y="0"/>
                    <a:pt x="195" y="25"/>
                  </a:cubicBezTo>
                  <a:cubicBezTo>
                    <a:pt x="171" y="122"/>
                    <a:pt x="1" y="899"/>
                    <a:pt x="219" y="1093"/>
                  </a:cubicBezTo>
                  <a:lnTo>
                    <a:pt x="244" y="1093"/>
                  </a:lnTo>
                  <a:cubicBezTo>
                    <a:pt x="268" y="1093"/>
                    <a:pt x="268" y="1093"/>
                    <a:pt x="292" y="1069"/>
                  </a:cubicBezTo>
                  <a:cubicBezTo>
                    <a:pt x="292" y="1045"/>
                    <a:pt x="292" y="1021"/>
                    <a:pt x="292" y="1021"/>
                  </a:cubicBezTo>
                  <a:cubicBezTo>
                    <a:pt x="146" y="899"/>
                    <a:pt x="219" y="365"/>
                    <a:pt x="292" y="49"/>
                  </a:cubicBezTo>
                  <a:cubicBezTo>
                    <a:pt x="292" y="25"/>
                    <a:pt x="268" y="0"/>
                    <a:pt x="244" y="0"/>
                  </a:cubicBezTo>
                  <a:close/>
                </a:path>
              </a:pathLst>
            </a:custGeom>
            <a:solidFill>
              <a:srgbClr val="261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4"/>
            <p:cNvSpPr/>
            <p:nvPr/>
          </p:nvSpPr>
          <p:spPr>
            <a:xfrm>
              <a:off x="4558151" y="3864334"/>
              <a:ext cx="37898" cy="22747"/>
            </a:xfrm>
            <a:custGeom>
              <a:avLst/>
              <a:gdLst/>
              <a:ahLst/>
              <a:cxnLst/>
              <a:rect l="l" t="t" r="r" b="b"/>
              <a:pathLst>
                <a:path w="973" h="584" extrusionOk="0">
                  <a:moveTo>
                    <a:pt x="25" y="1"/>
                  </a:moveTo>
                  <a:cubicBezTo>
                    <a:pt x="1" y="25"/>
                    <a:pt x="1" y="49"/>
                    <a:pt x="1" y="74"/>
                  </a:cubicBezTo>
                  <a:cubicBezTo>
                    <a:pt x="195" y="390"/>
                    <a:pt x="535" y="584"/>
                    <a:pt x="924" y="584"/>
                  </a:cubicBezTo>
                  <a:cubicBezTo>
                    <a:pt x="948" y="584"/>
                    <a:pt x="973" y="584"/>
                    <a:pt x="973" y="560"/>
                  </a:cubicBezTo>
                  <a:cubicBezTo>
                    <a:pt x="973" y="511"/>
                    <a:pt x="948" y="511"/>
                    <a:pt x="924" y="511"/>
                  </a:cubicBezTo>
                  <a:cubicBezTo>
                    <a:pt x="584" y="487"/>
                    <a:pt x="268" y="317"/>
                    <a:pt x="74" y="25"/>
                  </a:cubicBezTo>
                  <a:cubicBezTo>
                    <a:pt x="74" y="1"/>
                    <a:pt x="50" y="1"/>
                    <a:pt x="25" y="1"/>
                  </a:cubicBezTo>
                  <a:close/>
                </a:path>
              </a:pathLst>
            </a:custGeom>
            <a:solidFill>
              <a:srgbClr val="261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1" name="Google Shape;1581;p34"/>
          <p:cNvGrpSpPr/>
          <p:nvPr/>
        </p:nvGrpSpPr>
        <p:grpSpPr>
          <a:xfrm flipH="1">
            <a:off x="366691" y="-180577"/>
            <a:ext cx="2121888" cy="1414590"/>
            <a:chOff x="6655952" y="-180577"/>
            <a:chExt cx="2121888" cy="1414590"/>
          </a:xfrm>
        </p:grpSpPr>
        <p:grpSp>
          <p:nvGrpSpPr>
            <p:cNvPr id="1582" name="Google Shape;1582;p34"/>
            <p:cNvGrpSpPr/>
            <p:nvPr/>
          </p:nvGrpSpPr>
          <p:grpSpPr>
            <a:xfrm rot="1685293">
              <a:off x="8051699" y="334351"/>
              <a:ext cx="652925" cy="474307"/>
              <a:chOff x="5211663" y="1358969"/>
              <a:chExt cx="483893" cy="351481"/>
            </a:xfrm>
          </p:grpSpPr>
          <p:sp>
            <p:nvSpPr>
              <p:cNvPr id="1583" name="Google Shape;1583;p34"/>
              <p:cNvSpPr/>
              <p:nvPr/>
            </p:nvSpPr>
            <p:spPr>
              <a:xfrm>
                <a:off x="5519159" y="1395927"/>
                <a:ext cx="71050" cy="66812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978" extrusionOk="0">
                    <a:moveTo>
                      <a:pt x="914" y="1"/>
                    </a:moveTo>
                    <a:cubicBezTo>
                      <a:pt x="801" y="1"/>
                      <a:pt x="571" y="36"/>
                      <a:pt x="67" y="176"/>
                    </a:cubicBezTo>
                    <a:cubicBezTo>
                      <a:pt x="0" y="198"/>
                      <a:pt x="16" y="324"/>
                      <a:pt x="95" y="324"/>
                    </a:cubicBezTo>
                    <a:cubicBezTo>
                      <a:pt x="102" y="324"/>
                      <a:pt x="109" y="323"/>
                      <a:pt x="116" y="322"/>
                    </a:cubicBezTo>
                    <a:cubicBezTo>
                      <a:pt x="359" y="249"/>
                      <a:pt x="626" y="200"/>
                      <a:pt x="869" y="152"/>
                    </a:cubicBezTo>
                    <a:lnTo>
                      <a:pt x="869" y="152"/>
                    </a:lnTo>
                    <a:cubicBezTo>
                      <a:pt x="796" y="322"/>
                      <a:pt x="626" y="662"/>
                      <a:pt x="505" y="880"/>
                    </a:cubicBezTo>
                    <a:cubicBezTo>
                      <a:pt x="480" y="905"/>
                      <a:pt x="480" y="953"/>
                      <a:pt x="529" y="977"/>
                    </a:cubicBezTo>
                    <a:lnTo>
                      <a:pt x="553" y="977"/>
                    </a:lnTo>
                    <a:cubicBezTo>
                      <a:pt x="577" y="977"/>
                      <a:pt x="602" y="977"/>
                      <a:pt x="602" y="953"/>
                    </a:cubicBezTo>
                    <a:cubicBezTo>
                      <a:pt x="650" y="880"/>
                      <a:pt x="990" y="249"/>
                      <a:pt x="1039" y="127"/>
                    </a:cubicBezTo>
                    <a:cubicBezTo>
                      <a:pt x="1039" y="103"/>
                      <a:pt x="1039" y="79"/>
                      <a:pt x="1039" y="30"/>
                    </a:cubicBezTo>
                    <a:cubicBezTo>
                      <a:pt x="1018" y="20"/>
                      <a:pt x="998" y="1"/>
                      <a:pt x="914" y="1"/>
                    </a:cubicBezTo>
                    <a:close/>
                  </a:path>
                </a:pathLst>
              </a:custGeom>
              <a:solidFill>
                <a:srgbClr val="261D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Google Shape;1584;p34"/>
              <p:cNvSpPr/>
              <p:nvPr/>
            </p:nvSpPr>
            <p:spPr>
              <a:xfrm>
                <a:off x="5211663" y="1358969"/>
                <a:ext cx="483893" cy="351481"/>
              </a:xfrm>
              <a:custGeom>
                <a:avLst/>
                <a:gdLst/>
                <a:ahLst/>
                <a:cxnLst/>
                <a:rect l="l" t="t" r="r" b="b"/>
                <a:pathLst>
                  <a:path w="7083" h="5145" extrusionOk="0">
                    <a:moveTo>
                      <a:pt x="3768" y="0"/>
                    </a:moveTo>
                    <a:cubicBezTo>
                      <a:pt x="3734" y="0"/>
                      <a:pt x="3701" y="4"/>
                      <a:pt x="3670" y="12"/>
                    </a:cubicBezTo>
                    <a:cubicBezTo>
                      <a:pt x="3014" y="207"/>
                      <a:pt x="3232" y="1713"/>
                      <a:pt x="3232" y="1713"/>
                    </a:cubicBezTo>
                    <a:cubicBezTo>
                      <a:pt x="3232" y="1713"/>
                      <a:pt x="1357" y="535"/>
                      <a:pt x="891" y="535"/>
                    </a:cubicBezTo>
                    <a:cubicBezTo>
                      <a:pt x="865" y="535"/>
                      <a:pt x="844" y="539"/>
                      <a:pt x="827" y="547"/>
                    </a:cubicBezTo>
                    <a:cubicBezTo>
                      <a:pt x="366" y="814"/>
                      <a:pt x="1483" y="1664"/>
                      <a:pt x="1483" y="1664"/>
                    </a:cubicBezTo>
                    <a:cubicBezTo>
                      <a:pt x="1483" y="1664"/>
                      <a:pt x="832" y="1473"/>
                      <a:pt x="445" y="1473"/>
                    </a:cubicBezTo>
                    <a:cubicBezTo>
                      <a:pt x="263" y="1473"/>
                      <a:pt x="140" y="1516"/>
                      <a:pt x="171" y="1640"/>
                    </a:cubicBezTo>
                    <a:cubicBezTo>
                      <a:pt x="269" y="2029"/>
                      <a:pt x="1022" y="2490"/>
                      <a:pt x="1022" y="2490"/>
                    </a:cubicBezTo>
                    <a:cubicBezTo>
                      <a:pt x="730" y="2490"/>
                      <a:pt x="439" y="2539"/>
                      <a:pt x="147" y="2587"/>
                    </a:cubicBezTo>
                    <a:cubicBezTo>
                      <a:pt x="1" y="2650"/>
                      <a:pt x="594" y="3616"/>
                      <a:pt x="1664" y="3616"/>
                    </a:cubicBezTo>
                    <a:cubicBezTo>
                      <a:pt x="1835" y="3616"/>
                      <a:pt x="2018" y="3592"/>
                      <a:pt x="2212" y="3535"/>
                    </a:cubicBezTo>
                    <a:lnTo>
                      <a:pt x="2212" y="3535"/>
                    </a:lnTo>
                    <a:lnTo>
                      <a:pt x="1095" y="4506"/>
                    </a:lnTo>
                    <a:cubicBezTo>
                      <a:pt x="1095" y="4506"/>
                      <a:pt x="2102" y="5144"/>
                      <a:pt x="3258" y="5144"/>
                    </a:cubicBezTo>
                    <a:cubicBezTo>
                      <a:pt x="3697" y="5144"/>
                      <a:pt x="4158" y="5052"/>
                      <a:pt x="4593" y="4798"/>
                    </a:cubicBezTo>
                    <a:cubicBezTo>
                      <a:pt x="7083" y="3365"/>
                      <a:pt x="4779" y="0"/>
                      <a:pt x="37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5" name="Google Shape;1585;p34"/>
              <p:cNvSpPr/>
              <p:nvPr/>
            </p:nvSpPr>
            <p:spPr>
              <a:xfrm>
                <a:off x="5467307" y="1398045"/>
                <a:ext cx="48164" cy="44746"/>
              </a:xfrm>
              <a:custGeom>
                <a:avLst/>
                <a:gdLst/>
                <a:ahLst/>
                <a:cxnLst/>
                <a:rect l="l" t="t" r="r" b="b"/>
                <a:pathLst>
                  <a:path w="705" h="655" extrusionOk="0">
                    <a:moveTo>
                      <a:pt x="443" y="1"/>
                    </a:moveTo>
                    <a:cubicBezTo>
                      <a:pt x="395" y="1"/>
                      <a:pt x="349" y="49"/>
                      <a:pt x="365" y="96"/>
                    </a:cubicBezTo>
                    <a:cubicBezTo>
                      <a:pt x="413" y="218"/>
                      <a:pt x="462" y="363"/>
                      <a:pt x="486" y="485"/>
                    </a:cubicBezTo>
                    <a:cubicBezTo>
                      <a:pt x="365" y="388"/>
                      <a:pt x="243" y="291"/>
                      <a:pt x="122" y="169"/>
                    </a:cubicBezTo>
                    <a:cubicBezTo>
                      <a:pt x="110" y="157"/>
                      <a:pt x="92" y="151"/>
                      <a:pt x="73" y="151"/>
                    </a:cubicBezTo>
                    <a:cubicBezTo>
                      <a:pt x="55" y="151"/>
                      <a:pt x="37" y="157"/>
                      <a:pt x="25" y="169"/>
                    </a:cubicBezTo>
                    <a:cubicBezTo>
                      <a:pt x="0" y="218"/>
                      <a:pt x="0" y="266"/>
                      <a:pt x="25" y="291"/>
                    </a:cubicBezTo>
                    <a:cubicBezTo>
                      <a:pt x="340" y="606"/>
                      <a:pt x="462" y="655"/>
                      <a:pt x="535" y="655"/>
                    </a:cubicBezTo>
                    <a:lnTo>
                      <a:pt x="559" y="655"/>
                    </a:lnTo>
                    <a:cubicBezTo>
                      <a:pt x="608" y="631"/>
                      <a:pt x="705" y="582"/>
                      <a:pt x="511" y="48"/>
                    </a:cubicBezTo>
                    <a:cubicBezTo>
                      <a:pt x="494" y="14"/>
                      <a:pt x="468" y="1"/>
                      <a:pt x="443" y="1"/>
                    </a:cubicBezTo>
                    <a:close/>
                  </a:path>
                </a:pathLst>
              </a:custGeom>
              <a:solidFill>
                <a:srgbClr val="261D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6" name="Google Shape;1586;p34"/>
              <p:cNvSpPr/>
              <p:nvPr/>
            </p:nvSpPr>
            <p:spPr>
              <a:xfrm>
                <a:off x="5309630" y="1479885"/>
                <a:ext cx="102954" cy="109167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1598" extrusionOk="0">
                    <a:moveTo>
                      <a:pt x="479" y="1"/>
                    </a:moveTo>
                    <a:cubicBezTo>
                      <a:pt x="444" y="1"/>
                      <a:pt x="427" y="9"/>
                      <a:pt x="414" y="16"/>
                    </a:cubicBezTo>
                    <a:cubicBezTo>
                      <a:pt x="389" y="40"/>
                      <a:pt x="389" y="64"/>
                      <a:pt x="389" y="113"/>
                    </a:cubicBezTo>
                    <a:cubicBezTo>
                      <a:pt x="389" y="210"/>
                      <a:pt x="535" y="380"/>
                      <a:pt x="657" y="477"/>
                    </a:cubicBezTo>
                    <a:cubicBezTo>
                      <a:pt x="1" y="526"/>
                      <a:pt x="1" y="599"/>
                      <a:pt x="1" y="672"/>
                    </a:cubicBezTo>
                    <a:cubicBezTo>
                      <a:pt x="1" y="744"/>
                      <a:pt x="74" y="793"/>
                      <a:pt x="98" y="817"/>
                    </a:cubicBezTo>
                    <a:cubicBezTo>
                      <a:pt x="219" y="890"/>
                      <a:pt x="316" y="963"/>
                      <a:pt x="438" y="1012"/>
                    </a:cubicBezTo>
                    <a:cubicBezTo>
                      <a:pt x="316" y="1036"/>
                      <a:pt x="195" y="1085"/>
                      <a:pt x="98" y="1157"/>
                    </a:cubicBezTo>
                    <a:cubicBezTo>
                      <a:pt x="49" y="1182"/>
                      <a:pt x="49" y="1255"/>
                      <a:pt x="74" y="1303"/>
                    </a:cubicBezTo>
                    <a:cubicBezTo>
                      <a:pt x="185" y="1481"/>
                      <a:pt x="397" y="1598"/>
                      <a:pt x="619" y="1598"/>
                    </a:cubicBezTo>
                    <a:cubicBezTo>
                      <a:pt x="639" y="1598"/>
                      <a:pt x="660" y="1597"/>
                      <a:pt x="681" y="1595"/>
                    </a:cubicBezTo>
                    <a:cubicBezTo>
                      <a:pt x="778" y="1595"/>
                      <a:pt x="875" y="1570"/>
                      <a:pt x="948" y="1546"/>
                    </a:cubicBezTo>
                    <a:cubicBezTo>
                      <a:pt x="997" y="1546"/>
                      <a:pt x="1021" y="1498"/>
                      <a:pt x="997" y="1473"/>
                    </a:cubicBezTo>
                    <a:cubicBezTo>
                      <a:pt x="997" y="1438"/>
                      <a:pt x="971" y="1415"/>
                      <a:pt x="938" y="1415"/>
                    </a:cubicBezTo>
                    <a:cubicBezTo>
                      <a:pt x="925" y="1415"/>
                      <a:pt x="912" y="1418"/>
                      <a:pt x="899" y="1425"/>
                    </a:cubicBezTo>
                    <a:cubicBezTo>
                      <a:pt x="829" y="1446"/>
                      <a:pt x="756" y="1457"/>
                      <a:pt x="683" y="1457"/>
                    </a:cubicBezTo>
                    <a:cubicBezTo>
                      <a:pt x="507" y="1457"/>
                      <a:pt x="333" y="1392"/>
                      <a:pt x="195" y="1255"/>
                    </a:cubicBezTo>
                    <a:cubicBezTo>
                      <a:pt x="365" y="1157"/>
                      <a:pt x="535" y="1109"/>
                      <a:pt x="705" y="1085"/>
                    </a:cubicBezTo>
                    <a:lnTo>
                      <a:pt x="729" y="1085"/>
                    </a:lnTo>
                    <a:cubicBezTo>
                      <a:pt x="754" y="1060"/>
                      <a:pt x="778" y="1036"/>
                      <a:pt x="778" y="1012"/>
                    </a:cubicBezTo>
                    <a:cubicBezTo>
                      <a:pt x="778" y="987"/>
                      <a:pt x="754" y="963"/>
                      <a:pt x="729" y="939"/>
                    </a:cubicBezTo>
                    <a:lnTo>
                      <a:pt x="705" y="939"/>
                    </a:lnTo>
                    <a:cubicBezTo>
                      <a:pt x="511" y="890"/>
                      <a:pt x="341" y="793"/>
                      <a:pt x="171" y="696"/>
                    </a:cubicBezTo>
                    <a:cubicBezTo>
                      <a:pt x="389" y="647"/>
                      <a:pt x="608" y="623"/>
                      <a:pt x="827" y="623"/>
                    </a:cubicBezTo>
                    <a:cubicBezTo>
                      <a:pt x="851" y="623"/>
                      <a:pt x="875" y="599"/>
                      <a:pt x="899" y="574"/>
                    </a:cubicBezTo>
                    <a:cubicBezTo>
                      <a:pt x="899" y="550"/>
                      <a:pt x="899" y="526"/>
                      <a:pt x="875" y="502"/>
                    </a:cubicBezTo>
                    <a:cubicBezTo>
                      <a:pt x="754" y="404"/>
                      <a:pt x="657" y="283"/>
                      <a:pt x="559" y="161"/>
                    </a:cubicBezTo>
                    <a:lnTo>
                      <a:pt x="559" y="161"/>
                    </a:lnTo>
                    <a:cubicBezTo>
                      <a:pt x="851" y="259"/>
                      <a:pt x="1118" y="380"/>
                      <a:pt x="1385" y="526"/>
                    </a:cubicBezTo>
                    <a:cubicBezTo>
                      <a:pt x="1434" y="526"/>
                      <a:pt x="1482" y="526"/>
                      <a:pt x="1482" y="477"/>
                    </a:cubicBezTo>
                    <a:cubicBezTo>
                      <a:pt x="1507" y="429"/>
                      <a:pt x="1482" y="404"/>
                      <a:pt x="1458" y="380"/>
                    </a:cubicBezTo>
                    <a:cubicBezTo>
                      <a:pt x="803" y="61"/>
                      <a:pt x="574" y="1"/>
                      <a:pt x="479" y="1"/>
                    </a:cubicBezTo>
                    <a:close/>
                  </a:path>
                </a:pathLst>
              </a:custGeom>
              <a:solidFill>
                <a:srgbClr val="261D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7" name="Google Shape;1587;p34"/>
              <p:cNvSpPr/>
              <p:nvPr/>
            </p:nvSpPr>
            <p:spPr>
              <a:xfrm>
                <a:off x="5442439" y="1508440"/>
                <a:ext cx="151050" cy="201598"/>
              </a:xfrm>
              <a:custGeom>
                <a:avLst/>
                <a:gdLst/>
                <a:ahLst/>
                <a:cxnLst/>
                <a:rect l="l" t="t" r="r" b="b"/>
                <a:pathLst>
                  <a:path w="2211" h="2951" extrusionOk="0">
                    <a:moveTo>
                      <a:pt x="2131" y="1"/>
                    </a:moveTo>
                    <a:cubicBezTo>
                      <a:pt x="2118" y="1"/>
                      <a:pt x="2103" y="4"/>
                      <a:pt x="2089" y="11"/>
                    </a:cubicBezTo>
                    <a:cubicBezTo>
                      <a:pt x="2089" y="11"/>
                      <a:pt x="0" y="982"/>
                      <a:pt x="49" y="2877"/>
                    </a:cubicBezTo>
                    <a:cubicBezTo>
                      <a:pt x="49" y="2901"/>
                      <a:pt x="73" y="2950"/>
                      <a:pt x="121" y="2950"/>
                    </a:cubicBezTo>
                    <a:cubicBezTo>
                      <a:pt x="170" y="2950"/>
                      <a:pt x="194" y="2901"/>
                      <a:pt x="194" y="2877"/>
                    </a:cubicBezTo>
                    <a:cubicBezTo>
                      <a:pt x="170" y="1080"/>
                      <a:pt x="2138" y="132"/>
                      <a:pt x="2162" y="132"/>
                    </a:cubicBezTo>
                    <a:cubicBezTo>
                      <a:pt x="2186" y="108"/>
                      <a:pt x="2211" y="84"/>
                      <a:pt x="2186" y="35"/>
                    </a:cubicBezTo>
                    <a:cubicBezTo>
                      <a:pt x="2186" y="18"/>
                      <a:pt x="2162" y="1"/>
                      <a:pt x="2131" y="1"/>
                    </a:cubicBezTo>
                    <a:close/>
                  </a:path>
                </a:pathLst>
              </a:custGeom>
              <a:solidFill>
                <a:srgbClr val="261D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88" name="Google Shape;1588;p34"/>
            <p:cNvSpPr/>
            <p:nvPr/>
          </p:nvSpPr>
          <p:spPr>
            <a:xfrm rot="-2700000">
              <a:off x="7005059" y="-115361"/>
              <a:ext cx="716375" cy="1284157"/>
            </a:xfrm>
            <a:custGeom>
              <a:avLst/>
              <a:gdLst/>
              <a:ahLst/>
              <a:cxnLst/>
              <a:rect l="l" t="t" r="r" b="b"/>
              <a:pathLst>
                <a:path w="6681" h="11977" extrusionOk="0">
                  <a:moveTo>
                    <a:pt x="4276" y="0"/>
                  </a:moveTo>
                  <a:cubicBezTo>
                    <a:pt x="4276" y="0"/>
                    <a:pt x="4082" y="49"/>
                    <a:pt x="3839" y="146"/>
                  </a:cubicBezTo>
                  <a:lnTo>
                    <a:pt x="3887" y="267"/>
                  </a:lnTo>
                  <a:lnTo>
                    <a:pt x="3863" y="292"/>
                  </a:lnTo>
                  <a:cubicBezTo>
                    <a:pt x="4009" y="243"/>
                    <a:pt x="4155" y="195"/>
                    <a:pt x="4300" y="146"/>
                  </a:cubicBezTo>
                  <a:lnTo>
                    <a:pt x="4276" y="0"/>
                  </a:lnTo>
                  <a:close/>
                  <a:moveTo>
                    <a:pt x="3426" y="316"/>
                  </a:moveTo>
                  <a:cubicBezTo>
                    <a:pt x="3280" y="365"/>
                    <a:pt x="3134" y="437"/>
                    <a:pt x="3013" y="510"/>
                  </a:cubicBezTo>
                  <a:lnTo>
                    <a:pt x="3080" y="645"/>
                  </a:lnTo>
                  <a:lnTo>
                    <a:pt x="3080" y="645"/>
                  </a:lnTo>
                  <a:cubicBezTo>
                    <a:pt x="3198" y="578"/>
                    <a:pt x="3336" y="530"/>
                    <a:pt x="3474" y="437"/>
                  </a:cubicBezTo>
                  <a:lnTo>
                    <a:pt x="3426" y="316"/>
                  </a:lnTo>
                  <a:close/>
                  <a:moveTo>
                    <a:pt x="3080" y="645"/>
                  </a:moveTo>
                  <a:cubicBezTo>
                    <a:pt x="3074" y="649"/>
                    <a:pt x="3068" y="652"/>
                    <a:pt x="3061" y="656"/>
                  </a:cubicBezTo>
                  <a:lnTo>
                    <a:pt x="3086" y="656"/>
                  </a:lnTo>
                  <a:lnTo>
                    <a:pt x="3080" y="645"/>
                  </a:lnTo>
                  <a:close/>
                  <a:moveTo>
                    <a:pt x="2624" y="753"/>
                  </a:moveTo>
                  <a:cubicBezTo>
                    <a:pt x="2503" y="850"/>
                    <a:pt x="2406" y="948"/>
                    <a:pt x="2284" y="1069"/>
                  </a:cubicBezTo>
                  <a:lnTo>
                    <a:pt x="2403" y="1164"/>
                  </a:lnTo>
                  <a:lnTo>
                    <a:pt x="2403" y="1164"/>
                  </a:lnTo>
                  <a:cubicBezTo>
                    <a:pt x="2496" y="1055"/>
                    <a:pt x="2609" y="965"/>
                    <a:pt x="2721" y="875"/>
                  </a:cubicBezTo>
                  <a:lnTo>
                    <a:pt x="2624" y="753"/>
                  </a:lnTo>
                  <a:close/>
                  <a:moveTo>
                    <a:pt x="2403" y="1164"/>
                  </a:moveTo>
                  <a:cubicBezTo>
                    <a:pt x="2396" y="1173"/>
                    <a:pt x="2388" y="1182"/>
                    <a:pt x="2381" y="1191"/>
                  </a:cubicBezTo>
                  <a:lnTo>
                    <a:pt x="2406" y="1166"/>
                  </a:lnTo>
                  <a:lnTo>
                    <a:pt x="2403" y="1164"/>
                  </a:lnTo>
                  <a:close/>
                  <a:moveTo>
                    <a:pt x="1993" y="1409"/>
                  </a:moveTo>
                  <a:cubicBezTo>
                    <a:pt x="1895" y="1531"/>
                    <a:pt x="1823" y="1676"/>
                    <a:pt x="1774" y="1822"/>
                  </a:cubicBezTo>
                  <a:lnTo>
                    <a:pt x="1895" y="1871"/>
                  </a:lnTo>
                  <a:lnTo>
                    <a:pt x="1895" y="1895"/>
                  </a:lnTo>
                  <a:cubicBezTo>
                    <a:pt x="1944" y="1749"/>
                    <a:pt x="2017" y="1628"/>
                    <a:pt x="2114" y="1506"/>
                  </a:cubicBezTo>
                  <a:lnTo>
                    <a:pt x="1993" y="1409"/>
                  </a:lnTo>
                  <a:close/>
                  <a:moveTo>
                    <a:pt x="1628" y="2259"/>
                  </a:moveTo>
                  <a:cubicBezTo>
                    <a:pt x="1604" y="2405"/>
                    <a:pt x="1580" y="2551"/>
                    <a:pt x="1580" y="2697"/>
                  </a:cubicBezTo>
                  <a:lnTo>
                    <a:pt x="1701" y="2697"/>
                  </a:lnTo>
                  <a:cubicBezTo>
                    <a:pt x="1704" y="2559"/>
                    <a:pt x="1728" y="2421"/>
                    <a:pt x="1774" y="2284"/>
                  </a:cubicBezTo>
                  <a:lnTo>
                    <a:pt x="1628" y="2259"/>
                  </a:lnTo>
                  <a:close/>
                  <a:moveTo>
                    <a:pt x="1701" y="2697"/>
                  </a:moveTo>
                  <a:cubicBezTo>
                    <a:pt x="1701" y="2705"/>
                    <a:pt x="1701" y="2713"/>
                    <a:pt x="1701" y="2721"/>
                  </a:cubicBezTo>
                  <a:lnTo>
                    <a:pt x="1725" y="2697"/>
                  </a:lnTo>
                  <a:close/>
                  <a:moveTo>
                    <a:pt x="1774" y="3158"/>
                  </a:moveTo>
                  <a:lnTo>
                    <a:pt x="1628" y="3183"/>
                  </a:lnTo>
                  <a:cubicBezTo>
                    <a:pt x="1628" y="3304"/>
                    <a:pt x="1677" y="3401"/>
                    <a:pt x="1701" y="3523"/>
                  </a:cubicBezTo>
                  <a:lnTo>
                    <a:pt x="1725" y="3620"/>
                  </a:lnTo>
                  <a:lnTo>
                    <a:pt x="1871" y="3571"/>
                  </a:lnTo>
                  <a:lnTo>
                    <a:pt x="1847" y="3474"/>
                  </a:lnTo>
                  <a:cubicBezTo>
                    <a:pt x="1798" y="3377"/>
                    <a:pt x="1774" y="3255"/>
                    <a:pt x="1774" y="3158"/>
                  </a:cubicBezTo>
                  <a:close/>
                  <a:moveTo>
                    <a:pt x="3329" y="3863"/>
                  </a:moveTo>
                  <a:cubicBezTo>
                    <a:pt x="3232" y="3887"/>
                    <a:pt x="3061" y="3887"/>
                    <a:pt x="2867" y="3887"/>
                  </a:cubicBezTo>
                  <a:lnTo>
                    <a:pt x="2867" y="4054"/>
                  </a:lnTo>
                  <a:lnTo>
                    <a:pt x="2867" y="4054"/>
                  </a:lnTo>
                  <a:cubicBezTo>
                    <a:pt x="3049" y="4033"/>
                    <a:pt x="3189" y="4032"/>
                    <a:pt x="3329" y="4008"/>
                  </a:cubicBezTo>
                  <a:lnTo>
                    <a:pt x="3329" y="3863"/>
                  </a:lnTo>
                  <a:close/>
                  <a:moveTo>
                    <a:pt x="2867" y="4054"/>
                  </a:moveTo>
                  <a:cubicBezTo>
                    <a:pt x="2859" y="4055"/>
                    <a:pt x="2851" y="4056"/>
                    <a:pt x="2843" y="4057"/>
                  </a:cubicBezTo>
                  <a:lnTo>
                    <a:pt x="2867" y="4057"/>
                  </a:lnTo>
                  <a:lnTo>
                    <a:pt x="2867" y="4054"/>
                  </a:lnTo>
                  <a:close/>
                  <a:moveTo>
                    <a:pt x="2406" y="3960"/>
                  </a:moveTo>
                  <a:cubicBezTo>
                    <a:pt x="2284" y="3984"/>
                    <a:pt x="2163" y="4008"/>
                    <a:pt x="2041" y="4033"/>
                  </a:cubicBezTo>
                  <a:lnTo>
                    <a:pt x="2017" y="3984"/>
                  </a:lnTo>
                  <a:lnTo>
                    <a:pt x="1871" y="4033"/>
                  </a:lnTo>
                  <a:cubicBezTo>
                    <a:pt x="1944" y="4178"/>
                    <a:pt x="2017" y="4324"/>
                    <a:pt x="2090" y="4446"/>
                  </a:cubicBezTo>
                  <a:lnTo>
                    <a:pt x="2211" y="4373"/>
                  </a:lnTo>
                  <a:cubicBezTo>
                    <a:pt x="2163" y="4300"/>
                    <a:pt x="2138" y="4227"/>
                    <a:pt x="2090" y="4178"/>
                  </a:cubicBezTo>
                  <a:cubicBezTo>
                    <a:pt x="2211" y="4130"/>
                    <a:pt x="2333" y="4130"/>
                    <a:pt x="2430" y="4106"/>
                  </a:cubicBezTo>
                  <a:lnTo>
                    <a:pt x="2406" y="3960"/>
                  </a:lnTo>
                  <a:close/>
                  <a:moveTo>
                    <a:pt x="1531" y="4178"/>
                  </a:moveTo>
                  <a:cubicBezTo>
                    <a:pt x="1385" y="4227"/>
                    <a:pt x="1240" y="4300"/>
                    <a:pt x="1118" y="4349"/>
                  </a:cubicBezTo>
                  <a:lnTo>
                    <a:pt x="1185" y="4483"/>
                  </a:lnTo>
                  <a:lnTo>
                    <a:pt x="1185" y="4483"/>
                  </a:lnTo>
                  <a:cubicBezTo>
                    <a:pt x="1303" y="4416"/>
                    <a:pt x="1441" y="4370"/>
                    <a:pt x="1580" y="4324"/>
                  </a:cubicBezTo>
                  <a:lnTo>
                    <a:pt x="1531" y="4178"/>
                  </a:lnTo>
                  <a:close/>
                  <a:moveTo>
                    <a:pt x="1185" y="4483"/>
                  </a:moveTo>
                  <a:lnTo>
                    <a:pt x="1185" y="4483"/>
                  </a:lnTo>
                  <a:cubicBezTo>
                    <a:pt x="1179" y="4487"/>
                    <a:pt x="1173" y="4491"/>
                    <a:pt x="1167" y="4494"/>
                  </a:cubicBezTo>
                  <a:lnTo>
                    <a:pt x="1191" y="4494"/>
                  </a:lnTo>
                  <a:lnTo>
                    <a:pt x="1185" y="4483"/>
                  </a:lnTo>
                  <a:close/>
                  <a:moveTo>
                    <a:pt x="3426" y="4203"/>
                  </a:moveTo>
                  <a:cubicBezTo>
                    <a:pt x="3377" y="4324"/>
                    <a:pt x="3304" y="4446"/>
                    <a:pt x="3207" y="4519"/>
                  </a:cubicBezTo>
                  <a:lnTo>
                    <a:pt x="3304" y="4640"/>
                  </a:lnTo>
                  <a:cubicBezTo>
                    <a:pt x="3426" y="4543"/>
                    <a:pt x="3499" y="4397"/>
                    <a:pt x="3572" y="4251"/>
                  </a:cubicBezTo>
                  <a:lnTo>
                    <a:pt x="3426" y="4203"/>
                  </a:lnTo>
                  <a:close/>
                  <a:moveTo>
                    <a:pt x="2478" y="4664"/>
                  </a:moveTo>
                  <a:lnTo>
                    <a:pt x="2406" y="4786"/>
                  </a:lnTo>
                  <a:cubicBezTo>
                    <a:pt x="2503" y="4859"/>
                    <a:pt x="2624" y="4883"/>
                    <a:pt x="2746" y="4883"/>
                  </a:cubicBezTo>
                  <a:lnTo>
                    <a:pt x="2891" y="4883"/>
                  </a:lnTo>
                  <a:lnTo>
                    <a:pt x="2867" y="4737"/>
                  </a:lnTo>
                  <a:cubicBezTo>
                    <a:pt x="2831" y="4743"/>
                    <a:pt x="2796" y="4746"/>
                    <a:pt x="2762" y="4746"/>
                  </a:cubicBezTo>
                  <a:cubicBezTo>
                    <a:pt x="2661" y="4746"/>
                    <a:pt x="2570" y="4719"/>
                    <a:pt x="2478" y="4664"/>
                  </a:cubicBezTo>
                  <a:close/>
                  <a:moveTo>
                    <a:pt x="705" y="4616"/>
                  </a:moveTo>
                  <a:cubicBezTo>
                    <a:pt x="584" y="4713"/>
                    <a:pt x="486" y="4810"/>
                    <a:pt x="389" y="4932"/>
                  </a:cubicBezTo>
                  <a:lnTo>
                    <a:pt x="486" y="5004"/>
                  </a:lnTo>
                  <a:lnTo>
                    <a:pt x="486" y="5029"/>
                  </a:lnTo>
                  <a:cubicBezTo>
                    <a:pt x="584" y="4907"/>
                    <a:pt x="681" y="4810"/>
                    <a:pt x="802" y="4737"/>
                  </a:cubicBezTo>
                  <a:lnTo>
                    <a:pt x="705" y="4616"/>
                  </a:lnTo>
                  <a:close/>
                  <a:moveTo>
                    <a:pt x="146" y="5320"/>
                  </a:moveTo>
                  <a:cubicBezTo>
                    <a:pt x="74" y="5466"/>
                    <a:pt x="49" y="5612"/>
                    <a:pt x="25" y="5757"/>
                  </a:cubicBezTo>
                  <a:lnTo>
                    <a:pt x="171" y="5782"/>
                  </a:lnTo>
                  <a:cubicBezTo>
                    <a:pt x="171" y="5636"/>
                    <a:pt x="219" y="5515"/>
                    <a:pt x="268" y="5369"/>
                  </a:cubicBezTo>
                  <a:lnTo>
                    <a:pt x="146" y="5320"/>
                  </a:lnTo>
                  <a:close/>
                  <a:moveTo>
                    <a:pt x="1" y="6219"/>
                  </a:moveTo>
                  <a:cubicBezTo>
                    <a:pt x="25" y="6389"/>
                    <a:pt x="49" y="6535"/>
                    <a:pt x="98" y="6681"/>
                  </a:cubicBezTo>
                  <a:lnTo>
                    <a:pt x="219" y="6656"/>
                  </a:lnTo>
                  <a:cubicBezTo>
                    <a:pt x="195" y="6511"/>
                    <a:pt x="171" y="6365"/>
                    <a:pt x="171" y="6219"/>
                  </a:cubicBezTo>
                  <a:close/>
                  <a:moveTo>
                    <a:pt x="341" y="7045"/>
                  </a:moveTo>
                  <a:lnTo>
                    <a:pt x="219" y="7118"/>
                  </a:lnTo>
                  <a:cubicBezTo>
                    <a:pt x="268" y="7239"/>
                    <a:pt x="316" y="7385"/>
                    <a:pt x="389" y="7531"/>
                  </a:cubicBezTo>
                  <a:lnTo>
                    <a:pt x="535" y="7458"/>
                  </a:lnTo>
                  <a:cubicBezTo>
                    <a:pt x="462" y="7312"/>
                    <a:pt x="414" y="7191"/>
                    <a:pt x="341" y="7045"/>
                  </a:cubicBezTo>
                  <a:close/>
                  <a:moveTo>
                    <a:pt x="729" y="7871"/>
                  </a:moveTo>
                  <a:lnTo>
                    <a:pt x="608" y="7944"/>
                  </a:lnTo>
                  <a:lnTo>
                    <a:pt x="632" y="7992"/>
                  </a:lnTo>
                  <a:cubicBezTo>
                    <a:pt x="705" y="8114"/>
                    <a:pt x="778" y="8211"/>
                    <a:pt x="827" y="8308"/>
                  </a:cubicBezTo>
                  <a:lnTo>
                    <a:pt x="948" y="8235"/>
                  </a:lnTo>
                  <a:cubicBezTo>
                    <a:pt x="899" y="8138"/>
                    <a:pt x="827" y="8041"/>
                    <a:pt x="778" y="7920"/>
                  </a:cubicBezTo>
                  <a:lnTo>
                    <a:pt x="729" y="7871"/>
                  </a:lnTo>
                  <a:close/>
                  <a:moveTo>
                    <a:pt x="1191" y="8600"/>
                  </a:moveTo>
                  <a:lnTo>
                    <a:pt x="1069" y="8673"/>
                  </a:lnTo>
                  <a:cubicBezTo>
                    <a:pt x="1191" y="8794"/>
                    <a:pt x="1288" y="8915"/>
                    <a:pt x="1385" y="9037"/>
                  </a:cubicBezTo>
                  <a:lnTo>
                    <a:pt x="1482" y="8915"/>
                  </a:lnTo>
                  <a:cubicBezTo>
                    <a:pt x="1385" y="8818"/>
                    <a:pt x="1288" y="8697"/>
                    <a:pt x="1191" y="8600"/>
                  </a:cubicBezTo>
                  <a:close/>
                  <a:moveTo>
                    <a:pt x="1798" y="9231"/>
                  </a:moveTo>
                  <a:lnTo>
                    <a:pt x="1701" y="9353"/>
                  </a:lnTo>
                  <a:cubicBezTo>
                    <a:pt x="1823" y="9450"/>
                    <a:pt x="1944" y="9547"/>
                    <a:pt x="2065" y="9644"/>
                  </a:cubicBezTo>
                  <a:lnTo>
                    <a:pt x="2138" y="9523"/>
                  </a:lnTo>
                  <a:cubicBezTo>
                    <a:pt x="2017" y="9426"/>
                    <a:pt x="1920" y="9328"/>
                    <a:pt x="1798" y="9231"/>
                  </a:cubicBezTo>
                  <a:close/>
                  <a:moveTo>
                    <a:pt x="5029" y="9328"/>
                  </a:moveTo>
                  <a:cubicBezTo>
                    <a:pt x="4981" y="9328"/>
                    <a:pt x="4932" y="9328"/>
                    <a:pt x="4908" y="9353"/>
                  </a:cubicBezTo>
                  <a:lnTo>
                    <a:pt x="4932" y="9499"/>
                  </a:lnTo>
                  <a:lnTo>
                    <a:pt x="5053" y="9499"/>
                  </a:lnTo>
                  <a:cubicBezTo>
                    <a:pt x="5029" y="9523"/>
                    <a:pt x="5005" y="9547"/>
                    <a:pt x="4981" y="9571"/>
                  </a:cubicBezTo>
                  <a:lnTo>
                    <a:pt x="5078" y="9693"/>
                  </a:lnTo>
                  <a:cubicBezTo>
                    <a:pt x="5151" y="9644"/>
                    <a:pt x="5199" y="9571"/>
                    <a:pt x="5223" y="9474"/>
                  </a:cubicBezTo>
                  <a:cubicBezTo>
                    <a:pt x="5223" y="9450"/>
                    <a:pt x="5199" y="9328"/>
                    <a:pt x="5029" y="9328"/>
                  </a:cubicBezTo>
                  <a:close/>
                  <a:moveTo>
                    <a:pt x="2527" y="9717"/>
                  </a:moveTo>
                  <a:lnTo>
                    <a:pt x="2478" y="9863"/>
                  </a:lnTo>
                  <a:cubicBezTo>
                    <a:pt x="2600" y="9936"/>
                    <a:pt x="2746" y="9984"/>
                    <a:pt x="2891" y="10033"/>
                  </a:cubicBezTo>
                  <a:lnTo>
                    <a:pt x="2940" y="9887"/>
                  </a:lnTo>
                  <a:cubicBezTo>
                    <a:pt x="2794" y="9839"/>
                    <a:pt x="2673" y="9790"/>
                    <a:pt x="2527" y="9717"/>
                  </a:cubicBezTo>
                  <a:close/>
                  <a:moveTo>
                    <a:pt x="4470" y="9596"/>
                  </a:moveTo>
                  <a:cubicBezTo>
                    <a:pt x="4373" y="9693"/>
                    <a:pt x="4300" y="9814"/>
                    <a:pt x="4276" y="9936"/>
                  </a:cubicBezTo>
                  <a:lnTo>
                    <a:pt x="4203" y="9936"/>
                  </a:lnTo>
                  <a:lnTo>
                    <a:pt x="4252" y="10082"/>
                  </a:lnTo>
                  <a:lnTo>
                    <a:pt x="4373" y="10057"/>
                  </a:lnTo>
                  <a:cubicBezTo>
                    <a:pt x="4495" y="10033"/>
                    <a:pt x="4592" y="9984"/>
                    <a:pt x="4689" y="9960"/>
                  </a:cubicBezTo>
                  <a:lnTo>
                    <a:pt x="4616" y="9814"/>
                  </a:lnTo>
                  <a:lnTo>
                    <a:pt x="4446" y="9887"/>
                  </a:lnTo>
                  <a:cubicBezTo>
                    <a:pt x="4495" y="9814"/>
                    <a:pt x="4519" y="9766"/>
                    <a:pt x="4568" y="9717"/>
                  </a:cubicBezTo>
                  <a:lnTo>
                    <a:pt x="4470" y="9596"/>
                  </a:lnTo>
                  <a:close/>
                  <a:moveTo>
                    <a:pt x="3353" y="9984"/>
                  </a:moveTo>
                  <a:lnTo>
                    <a:pt x="3329" y="10130"/>
                  </a:lnTo>
                  <a:cubicBezTo>
                    <a:pt x="3450" y="10130"/>
                    <a:pt x="3547" y="10154"/>
                    <a:pt x="3669" y="10154"/>
                  </a:cubicBezTo>
                  <a:lnTo>
                    <a:pt x="3790" y="10154"/>
                  </a:lnTo>
                  <a:lnTo>
                    <a:pt x="3790" y="9984"/>
                  </a:lnTo>
                  <a:cubicBezTo>
                    <a:pt x="3742" y="9992"/>
                    <a:pt x="3693" y="9995"/>
                    <a:pt x="3644" y="9995"/>
                  </a:cubicBezTo>
                  <a:cubicBezTo>
                    <a:pt x="3547" y="9995"/>
                    <a:pt x="3450" y="9984"/>
                    <a:pt x="3353" y="9984"/>
                  </a:cubicBezTo>
                  <a:close/>
                  <a:moveTo>
                    <a:pt x="4203" y="10494"/>
                  </a:moveTo>
                  <a:cubicBezTo>
                    <a:pt x="4227" y="10640"/>
                    <a:pt x="4252" y="10810"/>
                    <a:pt x="4325" y="10956"/>
                  </a:cubicBezTo>
                  <a:lnTo>
                    <a:pt x="4446" y="10907"/>
                  </a:lnTo>
                  <a:cubicBezTo>
                    <a:pt x="4398" y="10786"/>
                    <a:pt x="4373" y="10640"/>
                    <a:pt x="4349" y="10494"/>
                  </a:cubicBezTo>
                  <a:close/>
                  <a:moveTo>
                    <a:pt x="4665" y="11248"/>
                  </a:moveTo>
                  <a:lnTo>
                    <a:pt x="4543" y="11345"/>
                  </a:lnTo>
                  <a:cubicBezTo>
                    <a:pt x="4640" y="11466"/>
                    <a:pt x="4762" y="11563"/>
                    <a:pt x="4883" y="11661"/>
                  </a:cubicBezTo>
                  <a:lnTo>
                    <a:pt x="4981" y="11563"/>
                  </a:lnTo>
                  <a:cubicBezTo>
                    <a:pt x="4859" y="11466"/>
                    <a:pt x="4762" y="11369"/>
                    <a:pt x="4665" y="11248"/>
                  </a:cubicBezTo>
                  <a:close/>
                  <a:moveTo>
                    <a:pt x="5345" y="11733"/>
                  </a:moveTo>
                  <a:lnTo>
                    <a:pt x="5296" y="11855"/>
                  </a:lnTo>
                  <a:cubicBezTo>
                    <a:pt x="5442" y="11928"/>
                    <a:pt x="5588" y="11952"/>
                    <a:pt x="5758" y="11976"/>
                  </a:cubicBezTo>
                  <a:lnTo>
                    <a:pt x="5758" y="11831"/>
                  </a:lnTo>
                  <a:cubicBezTo>
                    <a:pt x="5636" y="11806"/>
                    <a:pt x="5491" y="11782"/>
                    <a:pt x="5345" y="11733"/>
                  </a:cubicBezTo>
                  <a:close/>
                  <a:moveTo>
                    <a:pt x="6632" y="11758"/>
                  </a:moveTo>
                  <a:cubicBezTo>
                    <a:pt x="6487" y="11782"/>
                    <a:pt x="6365" y="11806"/>
                    <a:pt x="6219" y="11831"/>
                  </a:cubicBezTo>
                  <a:lnTo>
                    <a:pt x="6219" y="11976"/>
                  </a:lnTo>
                  <a:cubicBezTo>
                    <a:pt x="6365" y="11952"/>
                    <a:pt x="6511" y="11928"/>
                    <a:pt x="6681" y="11879"/>
                  </a:cubicBezTo>
                  <a:lnTo>
                    <a:pt x="6632" y="11758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9" name="Google Shape;1589;p34"/>
          <p:cNvGrpSpPr/>
          <p:nvPr/>
        </p:nvGrpSpPr>
        <p:grpSpPr>
          <a:xfrm flipH="1">
            <a:off x="8230789" y="1786718"/>
            <a:ext cx="1277992" cy="1010253"/>
            <a:chOff x="855987" y="2204128"/>
            <a:chExt cx="1217483" cy="962421"/>
          </a:xfrm>
        </p:grpSpPr>
        <p:grpSp>
          <p:nvGrpSpPr>
            <p:cNvPr id="1590" name="Google Shape;1590;p34"/>
            <p:cNvGrpSpPr/>
            <p:nvPr/>
          </p:nvGrpSpPr>
          <p:grpSpPr>
            <a:xfrm>
              <a:off x="855987" y="2204128"/>
              <a:ext cx="1146639" cy="962421"/>
              <a:chOff x="958238" y="2157575"/>
              <a:chExt cx="1115191" cy="936025"/>
            </a:xfrm>
          </p:grpSpPr>
          <p:sp>
            <p:nvSpPr>
              <p:cNvPr id="1591" name="Google Shape;1591;p34"/>
              <p:cNvSpPr/>
              <p:nvPr/>
            </p:nvSpPr>
            <p:spPr>
              <a:xfrm>
                <a:off x="1253863" y="2157575"/>
                <a:ext cx="492600" cy="49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34"/>
              <p:cNvSpPr/>
              <p:nvPr/>
            </p:nvSpPr>
            <p:spPr>
              <a:xfrm>
                <a:off x="1441088" y="2325100"/>
                <a:ext cx="492600" cy="49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34"/>
              <p:cNvSpPr/>
              <p:nvPr/>
            </p:nvSpPr>
            <p:spPr>
              <a:xfrm>
                <a:off x="997663" y="2334950"/>
                <a:ext cx="492600" cy="49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34"/>
              <p:cNvSpPr/>
              <p:nvPr/>
            </p:nvSpPr>
            <p:spPr>
              <a:xfrm>
                <a:off x="958238" y="2551725"/>
                <a:ext cx="492600" cy="49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5" name="Google Shape;1595;p34"/>
              <p:cNvSpPr/>
              <p:nvPr/>
            </p:nvSpPr>
            <p:spPr>
              <a:xfrm>
                <a:off x="1165163" y="2601000"/>
                <a:ext cx="492600" cy="49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34"/>
              <p:cNvSpPr/>
              <p:nvPr/>
            </p:nvSpPr>
            <p:spPr>
              <a:xfrm>
                <a:off x="1450928" y="2561600"/>
                <a:ext cx="622500" cy="49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97" name="Google Shape;1597;p34"/>
            <p:cNvSpPr/>
            <p:nvPr/>
          </p:nvSpPr>
          <p:spPr>
            <a:xfrm>
              <a:off x="926851" y="2206843"/>
              <a:ext cx="1146619" cy="869887"/>
            </a:xfrm>
            <a:custGeom>
              <a:avLst/>
              <a:gdLst/>
              <a:ahLst/>
              <a:cxnLst/>
              <a:rect l="l" t="t" r="r" b="b"/>
              <a:pathLst>
                <a:path w="6074" h="4608" extrusionOk="0">
                  <a:moveTo>
                    <a:pt x="1749" y="936"/>
                  </a:moveTo>
                  <a:cubicBezTo>
                    <a:pt x="1968" y="985"/>
                    <a:pt x="2187" y="1131"/>
                    <a:pt x="2284" y="1325"/>
                  </a:cubicBezTo>
                  <a:cubicBezTo>
                    <a:pt x="2284" y="1398"/>
                    <a:pt x="2260" y="1446"/>
                    <a:pt x="2211" y="1471"/>
                  </a:cubicBezTo>
                  <a:cubicBezTo>
                    <a:pt x="2162" y="1519"/>
                    <a:pt x="2114" y="1519"/>
                    <a:pt x="2065" y="1544"/>
                  </a:cubicBezTo>
                  <a:cubicBezTo>
                    <a:pt x="1871" y="1544"/>
                    <a:pt x="1725" y="1276"/>
                    <a:pt x="1677" y="1155"/>
                  </a:cubicBezTo>
                  <a:lnTo>
                    <a:pt x="1677" y="1131"/>
                  </a:lnTo>
                  <a:cubicBezTo>
                    <a:pt x="1701" y="1058"/>
                    <a:pt x="1725" y="1009"/>
                    <a:pt x="1749" y="936"/>
                  </a:cubicBezTo>
                  <a:close/>
                  <a:moveTo>
                    <a:pt x="3936" y="1301"/>
                  </a:moveTo>
                  <a:lnTo>
                    <a:pt x="3936" y="1301"/>
                  </a:lnTo>
                  <a:cubicBezTo>
                    <a:pt x="3960" y="1446"/>
                    <a:pt x="3936" y="1616"/>
                    <a:pt x="3839" y="1762"/>
                  </a:cubicBezTo>
                  <a:cubicBezTo>
                    <a:pt x="3790" y="1714"/>
                    <a:pt x="3814" y="1495"/>
                    <a:pt x="3936" y="1301"/>
                  </a:cubicBezTo>
                  <a:close/>
                  <a:moveTo>
                    <a:pt x="750" y="2166"/>
                  </a:moveTo>
                  <a:cubicBezTo>
                    <a:pt x="776" y="2166"/>
                    <a:pt x="802" y="2169"/>
                    <a:pt x="826" y="2175"/>
                  </a:cubicBezTo>
                  <a:cubicBezTo>
                    <a:pt x="1142" y="2199"/>
                    <a:pt x="1264" y="2394"/>
                    <a:pt x="1264" y="2564"/>
                  </a:cubicBezTo>
                  <a:cubicBezTo>
                    <a:pt x="1264" y="2661"/>
                    <a:pt x="1166" y="2758"/>
                    <a:pt x="1045" y="2782"/>
                  </a:cubicBezTo>
                  <a:cubicBezTo>
                    <a:pt x="996" y="2758"/>
                    <a:pt x="924" y="2758"/>
                    <a:pt x="875" y="2734"/>
                  </a:cubicBezTo>
                  <a:cubicBezTo>
                    <a:pt x="705" y="2612"/>
                    <a:pt x="583" y="2442"/>
                    <a:pt x="535" y="2248"/>
                  </a:cubicBezTo>
                  <a:cubicBezTo>
                    <a:pt x="590" y="2193"/>
                    <a:pt x="672" y="2166"/>
                    <a:pt x="750" y="2166"/>
                  </a:cubicBezTo>
                  <a:close/>
                  <a:moveTo>
                    <a:pt x="5199" y="2588"/>
                  </a:moveTo>
                  <a:cubicBezTo>
                    <a:pt x="5078" y="2855"/>
                    <a:pt x="4883" y="3025"/>
                    <a:pt x="4762" y="3025"/>
                  </a:cubicBezTo>
                  <a:cubicBezTo>
                    <a:pt x="4713" y="3025"/>
                    <a:pt x="4665" y="3001"/>
                    <a:pt x="4640" y="2977"/>
                  </a:cubicBezTo>
                  <a:cubicBezTo>
                    <a:pt x="4567" y="2855"/>
                    <a:pt x="4592" y="2807"/>
                    <a:pt x="4592" y="2782"/>
                  </a:cubicBezTo>
                  <a:cubicBezTo>
                    <a:pt x="4640" y="2685"/>
                    <a:pt x="4883" y="2588"/>
                    <a:pt x="5150" y="2588"/>
                  </a:cubicBezTo>
                  <a:close/>
                  <a:moveTo>
                    <a:pt x="3596" y="3293"/>
                  </a:moveTo>
                  <a:cubicBezTo>
                    <a:pt x="3596" y="3293"/>
                    <a:pt x="3620" y="3317"/>
                    <a:pt x="3620" y="3317"/>
                  </a:cubicBezTo>
                  <a:cubicBezTo>
                    <a:pt x="3669" y="3390"/>
                    <a:pt x="3644" y="3608"/>
                    <a:pt x="3426" y="3851"/>
                  </a:cubicBezTo>
                  <a:cubicBezTo>
                    <a:pt x="3353" y="3754"/>
                    <a:pt x="3328" y="3633"/>
                    <a:pt x="3377" y="3511"/>
                  </a:cubicBezTo>
                  <a:cubicBezTo>
                    <a:pt x="3401" y="3414"/>
                    <a:pt x="3474" y="3341"/>
                    <a:pt x="3596" y="3317"/>
                  </a:cubicBezTo>
                  <a:lnTo>
                    <a:pt x="3596" y="3293"/>
                  </a:lnTo>
                  <a:close/>
                  <a:moveTo>
                    <a:pt x="1822" y="3366"/>
                  </a:moveTo>
                  <a:cubicBezTo>
                    <a:pt x="1847" y="3366"/>
                    <a:pt x="1944" y="3366"/>
                    <a:pt x="1968" y="3487"/>
                  </a:cubicBezTo>
                  <a:cubicBezTo>
                    <a:pt x="1944" y="3754"/>
                    <a:pt x="1798" y="3997"/>
                    <a:pt x="1555" y="4094"/>
                  </a:cubicBezTo>
                  <a:cubicBezTo>
                    <a:pt x="1482" y="3924"/>
                    <a:pt x="1507" y="3706"/>
                    <a:pt x="1604" y="3511"/>
                  </a:cubicBezTo>
                  <a:cubicBezTo>
                    <a:pt x="1652" y="3438"/>
                    <a:pt x="1725" y="3366"/>
                    <a:pt x="1822" y="3366"/>
                  </a:cubicBezTo>
                  <a:close/>
                  <a:moveTo>
                    <a:pt x="2745" y="159"/>
                  </a:moveTo>
                  <a:cubicBezTo>
                    <a:pt x="2867" y="159"/>
                    <a:pt x="3013" y="183"/>
                    <a:pt x="3158" y="256"/>
                  </a:cubicBezTo>
                  <a:cubicBezTo>
                    <a:pt x="3523" y="378"/>
                    <a:pt x="3814" y="693"/>
                    <a:pt x="3911" y="1058"/>
                  </a:cubicBezTo>
                  <a:cubicBezTo>
                    <a:pt x="3693" y="1325"/>
                    <a:pt x="3596" y="1714"/>
                    <a:pt x="3766" y="1859"/>
                  </a:cubicBezTo>
                  <a:cubicBezTo>
                    <a:pt x="3790" y="1908"/>
                    <a:pt x="3839" y="1932"/>
                    <a:pt x="3863" y="1932"/>
                  </a:cubicBezTo>
                  <a:cubicBezTo>
                    <a:pt x="3936" y="1932"/>
                    <a:pt x="3984" y="1884"/>
                    <a:pt x="4009" y="1835"/>
                  </a:cubicBezTo>
                  <a:cubicBezTo>
                    <a:pt x="4130" y="1616"/>
                    <a:pt x="4154" y="1349"/>
                    <a:pt x="4082" y="1106"/>
                  </a:cubicBezTo>
                  <a:cubicBezTo>
                    <a:pt x="4203" y="961"/>
                    <a:pt x="4397" y="863"/>
                    <a:pt x="4592" y="863"/>
                  </a:cubicBezTo>
                  <a:cubicBezTo>
                    <a:pt x="4762" y="863"/>
                    <a:pt x="4932" y="936"/>
                    <a:pt x="5053" y="1033"/>
                  </a:cubicBezTo>
                  <a:cubicBezTo>
                    <a:pt x="5466" y="1325"/>
                    <a:pt x="5466" y="1932"/>
                    <a:pt x="5272" y="2418"/>
                  </a:cubicBezTo>
                  <a:lnTo>
                    <a:pt x="5150" y="2418"/>
                  </a:lnTo>
                  <a:cubicBezTo>
                    <a:pt x="4907" y="2418"/>
                    <a:pt x="4567" y="2491"/>
                    <a:pt x="4470" y="2710"/>
                  </a:cubicBezTo>
                  <a:cubicBezTo>
                    <a:pt x="4397" y="2928"/>
                    <a:pt x="4543" y="3171"/>
                    <a:pt x="4762" y="3195"/>
                  </a:cubicBezTo>
                  <a:cubicBezTo>
                    <a:pt x="5029" y="3195"/>
                    <a:pt x="5248" y="2904"/>
                    <a:pt x="5369" y="2612"/>
                  </a:cubicBezTo>
                  <a:cubicBezTo>
                    <a:pt x="5612" y="2637"/>
                    <a:pt x="5806" y="2807"/>
                    <a:pt x="5879" y="3025"/>
                  </a:cubicBezTo>
                  <a:cubicBezTo>
                    <a:pt x="5903" y="3220"/>
                    <a:pt x="5831" y="3414"/>
                    <a:pt x="5685" y="3560"/>
                  </a:cubicBezTo>
                  <a:cubicBezTo>
                    <a:pt x="5320" y="3949"/>
                    <a:pt x="4810" y="4191"/>
                    <a:pt x="4252" y="4191"/>
                  </a:cubicBezTo>
                  <a:cubicBezTo>
                    <a:pt x="4082" y="4191"/>
                    <a:pt x="3887" y="4167"/>
                    <a:pt x="3741" y="4070"/>
                  </a:cubicBezTo>
                  <a:cubicBezTo>
                    <a:pt x="3669" y="4046"/>
                    <a:pt x="3620" y="4021"/>
                    <a:pt x="3571" y="3973"/>
                  </a:cubicBezTo>
                  <a:cubicBezTo>
                    <a:pt x="3814" y="3681"/>
                    <a:pt x="3887" y="3366"/>
                    <a:pt x="3766" y="3220"/>
                  </a:cubicBezTo>
                  <a:cubicBezTo>
                    <a:pt x="3717" y="3171"/>
                    <a:pt x="3669" y="3147"/>
                    <a:pt x="3596" y="3147"/>
                  </a:cubicBezTo>
                  <a:cubicBezTo>
                    <a:pt x="3426" y="3171"/>
                    <a:pt x="3280" y="3268"/>
                    <a:pt x="3231" y="3438"/>
                  </a:cubicBezTo>
                  <a:cubicBezTo>
                    <a:pt x="3158" y="3633"/>
                    <a:pt x="3207" y="3851"/>
                    <a:pt x="3328" y="3973"/>
                  </a:cubicBezTo>
                  <a:cubicBezTo>
                    <a:pt x="3037" y="4264"/>
                    <a:pt x="2648" y="4434"/>
                    <a:pt x="2260" y="4434"/>
                  </a:cubicBezTo>
                  <a:cubicBezTo>
                    <a:pt x="2215" y="4444"/>
                    <a:pt x="2169" y="4449"/>
                    <a:pt x="2124" y="4449"/>
                  </a:cubicBezTo>
                  <a:cubicBezTo>
                    <a:pt x="1946" y="4449"/>
                    <a:pt x="1768" y="4375"/>
                    <a:pt x="1652" y="4240"/>
                  </a:cubicBezTo>
                  <a:cubicBezTo>
                    <a:pt x="1944" y="4094"/>
                    <a:pt x="2138" y="3778"/>
                    <a:pt x="2138" y="3463"/>
                  </a:cubicBezTo>
                  <a:cubicBezTo>
                    <a:pt x="2116" y="3307"/>
                    <a:pt x="2013" y="3192"/>
                    <a:pt x="1865" y="3192"/>
                  </a:cubicBezTo>
                  <a:cubicBezTo>
                    <a:pt x="1851" y="3192"/>
                    <a:pt x="1837" y="3193"/>
                    <a:pt x="1822" y="3195"/>
                  </a:cubicBezTo>
                  <a:cubicBezTo>
                    <a:pt x="1677" y="3195"/>
                    <a:pt x="1531" y="3293"/>
                    <a:pt x="1458" y="3438"/>
                  </a:cubicBezTo>
                  <a:cubicBezTo>
                    <a:pt x="1337" y="3657"/>
                    <a:pt x="1312" y="3924"/>
                    <a:pt x="1409" y="4143"/>
                  </a:cubicBezTo>
                  <a:cubicBezTo>
                    <a:pt x="1361" y="4149"/>
                    <a:pt x="1314" y="4152"/>
                    <a:pt x="1268" y="4152"/>
                  </a:cubicBezTo>
                  <a:cubicBezTo>
                    <a:pt x="1130" y="4152"/>
                    <a:pt x="1002" y="4125"/>
                    <a:pt x="875" y="4070"/>
                  </a:cubicBezTo>
                  <a:cubicBezTo>
                    <a:pt x="535" y="3924"/>
                    <a:pt x="316" y="3633"/>
                    <a:pt x="268" y="3268"/>
                  </a:cubicBezTo>
                  <a:cubicBezTo>
                    <a:pt x="195" y="2977"/>
                    <a:pt x="243" y="2637"/>
                    <a:pt x="413" y="2370"/>
                  </a:cubicBezTo>
                  <a:cubicBezTo>
                    <a:pt x="486" y="2564"/>
                    <a:pt x="632" y="2734"/>
                    <a:pt x="802" y="2855"/>
                  </a:cubicBezTo>
                  <a:cubicBezTo>
                    <a:pt x="899" y="2880"/>
                    <a:pt x="972" y="2904"/>
                    <a:pt x="1069" y="2904"/>
                  </a:cubicBezTo>
                  <a:cubicBezTo>
                    <a:pt x="1264" y="2904"/>
                    <a:pt x="1434" y="2758"/>
                    <a:pt x="1434" y="2540"/>
                  </a:cubicBezTo>
                  <a:cubicBezTo>
                    <a:pt x="1434" y="2224"/>
                    <a:pt x="1166" y="1981"/>
                    <a:pt x="851" y="1981"/>
                  </a:cubicBezTo>
                  <a:cubicBezTo>
                    <a:pt x="828" y="1976"/>
                    <a:pt x="806" y="1974"/>
                    <a:pt x="784" y="1974"/>
                  </a:cubicBezTo>
                  <a:cubicBezTo>
                    <a:pt x="685" y="1974"/>
                    <a:pt x="590" y="2014"/>
                    <a:pt x="511" y="2054"/>
                  </a:cubicBezTo>
                  <a:cubicBezTo>
                    <a:pt x="438" y="1568"/>
                    <a:pt x="608" y="1058"/>
                    <a:pt x="1069" y="936"/>
                  </a:cubicBezTo>
                  <a:cubicBezTo>
                    <a:pt x="1194" y="901"/>
                    <a:pt x="1331" y="878"/>
                    <a:pt x="1463" y="878"/>
                  </a:cubicBezTo>
                  <a:cubicBezTo>
                    <a:pt x="1511" y="878"/>
                    <a:pt x="1558" y="881"/>
                    <a:pt x="1604" y="888"/>
                  </a:cubicBezTo>
                  <a:cubicBezTo>
                    <a:pt x="1555" y="1009"/>
                    <a:pt x="1507" y="1106"/>
                    <a:pt x="1507" y="1106"/>
                  </a:cubicBezTo>
                  <a:cubicBezTo>
                    <a:pt x="1507" y="1131"/>
                    <a:pt x="1507" y="1131"/>
                    <a:pt x="1507" y="1155"/>
                  </a:cubicBezTo>
                  <a:cubicBezTo>
                    <a:pt x="1531" y="1179"/>
                    <a:pt x="1725" y="1665"/>
                    <a:pt x="2065" y="1665"/>
                  </a:cubicBezTo>
                  <a:cubicBezTo>
                    <a:pt x="2162" y="1665"/>
                    <a:pt x="2235" y="1641"/>
                    <a:pt x="2308" y="1592"/>
                  </a:cubicBezTo>
                  <a:cubicBezTo>
                    <a:pt x="2405" y="1544"/>
                    <a:pt x="2478" y="1422"/>
                    <a:pt x="2454" y="1301"/>
                  </a:cubicBezTo>
                  <a:cubicBezTo>
                    <a:pt x="2357" y="1033"/>
                    <a:pt x="2114" y="839"/>
                    <a:pt x="1847" y="791"/>
                  </a:cubicBezTo>
                  <a:cubicBezTo>
                    <a:pt x="1992" y="426"/>
                    <a:pt x="2332" y="183"/>
                    <a:pt x="2745" y="159"/>
                  </a:cubicBezTo>
                  <a:close/>
                  <a:moveTo>
                    <a:pt x="2728" y="1"/>
                  </a:moveTo>
                  <a:cubicBezTo>
                    <a:pt x="2260" y="1"/>
                    <a:pt x="1815" y="296"/>
                    <a:pt x="1652" y="766"/>
                  </a:cubicBezTo>
                  <a:cubicBezTo>
                    <a:pt x="1569" y="748"/>
                    <a:pt x="1485" y="740"/>
                    <a:pt x="1403" y="740"/>
                  </a:cubicBezTo>
                  <a:cubicBezTo>
                    <a:pt x="1270" y="740"/>
                    <a:pt x="1141" y="760"/>
                    <a:pt x="1021" y="791"/>
                  </a:cubicBezTo>
                  <a:cubicBezTo>
                    <a:pt x="438" y="936"/>
                    <a:pt x="219" y="1616"/>
                    <a:pt x="341" y="2199"/>
                  </a:cubicBezTo>
                  <a:cubicBezTo>
                    <a:pt x="98" y="2515"/>
                    <a:pt x="0" y="2928"/>
                    <a:pt x="73" y="3317"/>
                  </a:cubicBezTo>
                  <a:cubicBezTo>
                    <a:pt x="146" y="3730"/>
                    <a:pt x="413" y="4070"/>
                    <a:pt x="802" y="4240"/>
                  </a:cubicBezTo>
                  <a:cubicBezTo>
                    <a:pt x="960" y="4293"/>
                    <a:pt x="1130" y="4332"/>
                    <a:pt x="1294" y="4332"/>
                  </a:cubicBezTo>
                  <a:cubicBezTo>
                    <a:pt x="1358" y="4332"/>
                    <a:pt x="1421" y="4326"/>
                    <a:pt x="1482" y="4313"/>
                  </a:cubicBezTo>
                  <a:cubicBezTo>
                    <a:pt x="1638" y="4491"/>
                    <a:pt x="1875" y="4607"/>
                    <a:pt x="2119" y="4607"/>
                  </a:cubicBezTo>
                  <a:cubicBezTo>
                    <a:pt x="2141" y="4607"/>
                    <a:pt x="2164" y="4606"/>
                    <a:pt x="2187" y="4604"/>
                  </a:cubicBezTo>
                  <a:lnTo>
                    <a:pt x="2260" y="4604"/>
                  </a:lnTo>
                  <a:cubicBezTo>
                    <a:pt x="2721" y="4580"/>
                    <a:pt x="3134" y="4410"/>
                    <a:pt x="3450" y="4094"/>
                  </a:cubicBezTo>
                  <a:cubicBezTo>
                    <a:pt x="3523" y="4143"/>
                    <a:pt x="3596" y="4191"/>
                    <a:pt x="3669" y="4240"/>
                  </a:cubicBezTo>
                  <a:cubicBezTo>
                    <a:pt x="3839" y="4313"/>
                    <a:pt x="4057" y="4361"/>
                    <a:pt x="4276" y="4361"/>
                  </a:cubicBezTo>
                  <a:cubicBezTo>
                    <a:pt x="4859" y="4361"/>
                    <a:pt x="5418" y="4094"/>
                    <a:pt x="5831" y="3681"/>
                  </a:cubicBezTo>
                  <a:cubicBezTo>
                    <a:pt x="6001" y="3487"/>
                    <a:pt x="6073" y="3244"/>
                    <a:pt x="6049" y="3001"/>
                  </a:cubicBezTo>
                  <a:cubicBezTo>
                    <a:pt x="5976" y="2710"/>
                    <a:pt x="5733" y="2491"/>
                    <a:pt x="5442" y="2467"/>
                  </a:cubicBezTo>
                  <a:cubicBezTo>
                    <a:pt x="5636" y="1908"/>
                    <a:pt x="5612" y="1252"/>
                    <a:pt x="5126" y="912"/>
                  </a:cubicBezTo>
                  <a:cubicBezTo>
                    <a:pt x="4972" y="781"/>
                    <a:pt x="4776" y="715"/>
                    <a:pt x="4580" y="715"/>
                  </a:cubicBezTo>
                  <a:cubicBezTo>
                    <a:pt x="4376" y="715"/>
                    <a:pt x="4170" y="787"/>
                    <a:pt x="4009" y="936"/>
                  </a:cubicBezTo>
                  <a:cubicBezTo>
                    <a:pt x="3887" y="548"/>
                    <a:pt x="3571" y="256"/>
                    <a:pt x="3207" y="110"/>
                  </a:cubicBezTo>
                  <a:cubicBezTo>
                    <a:pt x="3052" y="36"/>
                    <a:pt x="2889" y="1"/>
                    <a:pt x="27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98" name="Google Shape;1598;p34"/>
          <p:cNvGrpSpPr/>
          <p:nvPr/>
        </p:nvGrpSpPr>
        <p:grpSpPr>
          <a:xfrm rot="10800000" flipH="1">
            <a:off x="3699498" y="-186820"/>
            <a:ext cx="1590405" cy="693261"/>
            <a:chOff x="3965010" y="571479"/>
            <a:chExt cx="1651683" cy="719972"/>
          </a:xfrm>
        </p:grpSpPr>
        <p:grpSp>
          <p:nvGrpSpPr>
            <p:cNvPr id="1599" name="Google Shape;1599;p34"/>
            <p:cNvGrpSpPr/>
            <p:nvPr/>
          </p:nvGrpSpPr>
          <p:grpSpPr>
            <a:xfrm>
              <a:off x="3965010" y="571479"/>
              <a:ext cx="1446820" cy="719972"/>
              <a:chOff x="3953250" y="571500"/>
              <a:chExt cx="1383325" cy="766825"/>
            </a:xfrm>
          </p:grpSpPr>
          <p:grpSp>
            <p:nvGrpSpPr>
              <p:cNvPr id="1600" name="Google Shape;1600;p34"/>
              <p:cNvGrpSpPr/>
              <p:nvPr/>
            </p:nvGrpSpPr>
            <p:grpSpPr>
              <a:xfrm>
                <a:off x="3953250" y="571500"/>
                <a:ext cx="1383166" cy="669650"/>
                <a:chOff x="897088" y="2374675"/>
                <a:chExt cx="1383166" cy="669650"/>
              </a:xfrm>
            </p:grpSpPr>
            <p:sp>
              <p:nvSpPr>
                <p:cNvPr id="1601" name="Google Shape;1601;p34"/>
                <p:cNvSpPr/>
                <p:nvPr/>
              </p:nvSpPr>
              <p:spPr>
                <a:xfrm>
                  <a:off x="1135613" y="2416700"/>
                  <a:ext cx="622500" cy="6225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2" name="Google Shape;1602;p34"/>
                <p:cNvSpPr/>
                <p:nvPr/>
              </p:nvSpPr>
              <p:spPr>
                <a:xfrm>
                  <a:off x="1479050" y="2374675"/>
                  <a:ext cx="492600" cy="4926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3" name="Google Shape;1603;p34"/>
                <p:cNvSpPr/>
                <p:nvPr/>
              </p:nvSpPr>
              <p:spPr>
                <a:xfrm>
                  <a:off x="897088" y="2689700"/>
                  <a:ext cx="492600" cy="3546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4" name="Google Shape;1604;p34"/>
                <p:cNvSpPr/>
                <p:nvPr/>
              </p:nvSpPr>
              <p:spPr>
                <a:xfrm>
                  <a:off x="1657753" y="2551725"/>
                  <a:ext cx="622500" cy="4926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605" name="Google Shape;1605;p34"/>
              <p:cNvSpPr/>
              <p:nvPr/>
            </p:nvSpPr>
            <p:spPr>
              <a:xfrm>
                <a:off x="3972775" y="907225"/>
                <a:ext cx="1363800" cy="431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06" name="Google Shape;1606;p34"/>
            <p:cNvSpPr/>
            <p:nvPr/>
          </p:nvSpPr>
          <p:spPr>
            <a:xfrm>
              <a:off x="4006544" y="571481"/>
              <a:ext cx="1610148" cy="660750"/>
            </a:xfrm>
            <a:custGeom>
              <a:avLst/>
              <a:gdLst/>
              <a:ahLst/>
              <a:cxnLst/>
              <a:rect l="l" t="t" r="r" b="b"/>
              <a:pathLst>
                <a:path w="3864" h="1872" extrusionOk="0">
                  <a:moveTo>
                    <a:pt x="1847" y="365"/>
                  </a:moveTo>
                  <a:cubicBezTo>
                    <a:pt x="1920" y="487"/>
                    <a:pt x="1920" y="633"/>
                    <a:pt x="1871" y="754"/>
                  </a:cubicBezTo>
                  <a:lnTo>
                    <a:pt x="1847" y="754"/>
                  </a:lnTo>
                  <a:cubicBezTo>
                    <a:pt x="1847" y="754"/>
                    <a:pt x="1823" y="754"/>
                    <a:pt x="1798" y="705"/>
                  </a:cubicBezTo>
                  <a:cubicBezTo>
                    <a:pt x="1774" y="608"/>
                    <a:pt x="1774" y="487"/>
                    <a:pt x="1847" y="390"/>
                  </a:cubicBezTo>
                  <a:lnTo>
                    <a:pt x="1847" y="365"/>
                  </a:lnTo>
                  <a:close/>
                  <a:moveTo>
                    <a:pt x="2891" y="584"/>
                  </a:moveTo>
                  <a:lnTo>
                    <a:pt x="2891" y="608"/>
                  </a:lnTo>
                  <a:cubicBezTo>
                    <a:pt x="2940" y="754"/>
                    <a:pt x="2940" y="900"/>
                    <a:pt x="2867" y="948"/>
                  </a:cubicBezTo>
                  <a:cubicBezTo>
                    <a:pt x="2831" y="960"/>
                    <a:pt x="2806" y="967"/>
                    <a:pt x="2791" y="967"/>
                  </a:cubicBezTo>
                  <a:cubicBezTo>
                    <a:pt x="2776" y="967"/>
                    <a:pt x="2770" y="960"/>
                    <a:pt x="2770" y="948"/>
                  </a:cubicBezTo>
                  <a:cubicBezTo>
                    <a:pt x="2770" y="803"/>
                    <a:pt x="2794" y="681"/>
                    <a:pt x="2891" y="584"/>
                  </a:cubicBezTo>
                  <a:close/>
                  <a:moveTo>
                    <a:pt x="754" y="1021"/>
                  </a:moveTo>
                  <a:cubicBezTo>
                    <a:pt x="851" y="1021"/>
                    <a:pt x="924" y="1070"/>
                    <a:pt x="972" y="1143"/>
                  </a:cubicBezTo>
                  <a:cubicBezTo>
                    <a:pt x="997" y="1216"/>
                    <a:pt x="972" y="1288"/>
                    <a:pt x="899" y="1337"/>
                  </a:cubicBezTo>
                  <a:cubicBezTo>
                    <a:pt x="887" y="1349"/>
                    <a:pt x="875" y="1355"/>
                    <a:pt x="863" y="1355"/>
                  </a:cubicBezTo>
                  <a:cubicBezTo>
                    <a:pt x="851" y="1355"/>
                    <a:pt x="839" y="1349"/>
                    <a:pt x="827" y="1337"/>
                  </a:cubicBezTo>
                  <a:cubicBezTo>
                    <a:pt x="754" y="1240"/>
                    <a:pt x="754" y="1143"/>
                    <a:pt x="754" y="1045"/>
                  </a:cubicBezTo>
                  <a:lnTo>
                    <a:pt x="754" y="1021"/>
                  </a:lnTo>
                  <a:close/>
                  <a:moveTo>
                    <a:pt x="2357" y="74"/>
                  </a:moveTo>
                  <a:cubicBezTo>
                    <a:pt x="2600" y="122"/>
                    <a:pt x="2794" y="268"/>
                    <a:pt x="2867" y="487"/>
                  </a:cubicBezTo>
                  <a:cubicBezTo>
                    <a:pt x="2746" y="608"/>
                    <a:pt x="2673" y="778"/>
                    <a:pt x="2697" y="973"/>
                  </a:cubicBezTo>
                  <a:cubicBezTo>
                    <a:pt x="2725" y="1015"/>
                    <a:pt x="2745" y="1041"/>
                    <a:pt x="2786" y="1041"/>
                  </a:cubicBezTo>
                  <a:cubicBezTo>
                    <a:pt x="2815" y="1041"/>
                    <a:pt x="2855" y="1027"/>
                    <a:pt x="2916" y="997"/>
                  </a:cubicBezTo>
                  <a:cubicBezTo>
                    <a:pt x="3061" y="924"/>
                    <a:pt x="3037" y="681"/>
                    <a:pt x="2964" y="487"/>
                  </a:cubicBezTo>
                  <a:cubicBezTo>
                    <a:pt x="2989" y="462"/>
                    <a:pt x="3013" y="462"/>
                    <a:pt x="3061" y="462"/>
                  </a:cubicBezTo>
                  <a:cubicBezTo>
                    <a:pt x="3329" y="535"/>
                    <a:pt x="3572" y="730"/>
                    <a:pt x="3693" y="997"/>
                  </a:cubicBezTo>
                  <a:cubicBezTo>
                    <a:pt x="3766" y="1143"/>
                    <a:pt x="3766" y="1337"/>
                    <a:pt x="3644" y="1483"/>
                  </a:cubicBezTo>
                  <a:cubicBezTo>
                    <a:pt x="3474" y="1677"/>
                    <a:pt x="2819" y="1799"/>
                    <a:pt x="1774" y="1799"/>
                  </a:cubicBezTo>
                  <a:cubicBezTo>
                    <a:pt x="1118" y="1799"/>
                    <a:pt x="535" y="1750"/>
                    <a:pt x="535" y="1750"/>
                  </a:cubicBezTo>
                  <a:cubicBezTo>
                    <a:pt x="316" y="1726"/>
                    <a:pt x="195" y="1653"/>
                    <a:pt x="146" y="1507"/>
                  </a:cubicBezTo>
                  <a:cubicBezTo>
                    <a:pt x="98" y="1386"/>
                    <a:pt x="219" y="1216"/>
                    <a:pt x="438" y="1118"/>
                  </a:cubicBezTo>
                  <a:cubicBezTo>
                    <a:pt x="511" y="1070"/>
                    <a:pt x="584" y="1045"/>
                    <a:pt x="681" y="1045"/>
                  </a:cubicBezTo>
                  <a:cubicBezTo>
                    <a:pt x="657" y="1167"/>
                    <a:pt x="705" y="1288"/>
                    <a:pt x="778" y="1410"/>
                  </a:cubicBezTo>
                  <a:cubicBezTo>
                    <a:pt x="808" y="1440"/>
                    <a:pt x="857" y="1461"/>
                    <a:pt x="901" y="1461"/>
                  </a:cubicBezTo>
                  <a:cubicBezTo>
                    <a:pt x="928" y="1461"/>
                    <a:pt x="954" y="1453"/>
                    <a:pt x="972" y="1434"/>
                  </a:cubicBezTo>
                  <a:cubicBezTo>
                    <a:pt x="1070" y="1361"/>
                    <a:pt x="1118" y="1240"/>
                    <a:pt x="1094" y="1118"/>
                  </a:cubicBezTo>
                  <a:cubicBezTo>
                    <a:pt x="1045" y="1021"/>
                    <a:pt x="924" y="924"/>
                    <a:pt x="802" y="924"/>
                  </a:cubicBezTo>
                  <a:cubicBezTo>
                    <a:pt x="851" y="681"/>
                    <a:pt x="1021" y="462"/>
                    <a:pt x="1264" y="365"/>
                  </a:cubicBezTo>
                  <a:cubicBezTo>
                    <a:pt x="1395" y="278"/>
                    <a:pt x="1517" y="234"/>
                    <a:pt x="1621" y="234"/>
                  </a:cubicBezTo>
                  <a:cubicBezTo>
                    <a:pt x="1689" y="234"/>
                    <a:pt x="1750" y="254"/>
                    <a:pt x="1798" y="292"/>
                  </a:cubicBezTo>
                  <a:cubicBezTo>
                    <a:pt x="1701" y="414"/>
                    <a:pt x="1677" y="584"/>
                    <a:pt x="1750" y="730"/>
                  </a:cubicBezTo>
                  <a:cubicBezTo>
                    <a:pt x="1750" y="778"/>
                    <a:pt x="1798" y="827"/>
                    <a:pt x="1871" y="827"/>
                  </a:cubicBezTo>
                  <a:cubicBezTo>
                    <a:pt x="1895" y="827"/>
                    <a:pt x="1920" y="803"/>
                    <a:pt x="1944" y="778"/>
                  </a:cubicBezTo>
                  <a:cubicBezTo>
                    <a:pt x="2041" y="633"/>
                    <a:pt x="2017" y="438"/>
                    <a:pt x="1920" y="292"/>
                  </a:cubicBezTo>
                  <a:cubicBezTo>
                    <a:pt x="1993" y="220"/>
                    <a:pt x="2090" y="147"/>
                    <a:pt x="2187" y="122"/>
                  </a:cubicBezTo>
                  <a:cubicBezTo>
                    <a:pt x="2236" y="98"/>
                    <a:pt x="2308" y="98"/>
                    <a:pt x="2357" y="74"/>
                  </a:cubicBezTo>
                  <a:close/>
                  <a:moveTo>
                    <a:pt x="2333" y="1"/>
                  </a:moveTo>
                  <a:cubicBezTo>
                    <a:pt x="2260" y="1"/>
                    <a:pt x="2211" y="25"/>
                    <a:pt x="2138" y="50"/>
                  </a:cubicBezTo>
                  <a:cubicBezTo>
                    <a:pt x="2017" y="74"/>
                    <a:pt x="1920" y="147"/>
                    <a:pt x="1823" y="244"/>
                  </a:cubicBezTo>
                  <a:cubicBezTo>
                    <a:pt x="1756" y="188"/>
                    <a:pt x="1674" y="158"/>
                    <a:pt x="1579" y="158"/>
                  </a:cubicBezTo>
                  <a:cubicBezTo>
                    <a:pt x="1466" y="158"/>
                    <a:pt x="1336" y="200"/>
                    <a:pt x="1191" y="292"/>
                  </a:cubicBezTo>
                  <a:cubicBezTo>
                    <a:pt x="924" y="414"/>
                    <a:pt x="754" y="657"/>
                    <a:pt x="681" y="948"/>
                  </a:cubicBezTo>
                  <a:cubicBezTo>
                    <a:pt x="584" y="948"/>
                    <a:pt x="487" y="973"/>
                    <a:pt x="414" y="1021"/>
                  </a:cubicBezTo>
                  <a:cubicBezTo>
                    <a:pt x="146" y="1167"/>
                    <a:pt x="1" y="1361"/>
                    <a:pt x="49" y="1531"/>
                  </a:cubicBezTo>
                  <a:cubicBezTo>
                    <a:pt x="74" y="1701"/>
                    <a:pt x="268" y="1823"/>
                    <a:pt x="511" y="1847"/>
                  </a:cubicBezTo>
                  <a:cubicBezTo>
                    <a:pt x="511" y="1847"/>
                    <a:pt x="1118" y="1871"/>
                    <a:pt x="1774" y="1871"/>
                  </a:cubicBezTo>
                  <a:cubicBezTo>
                    <a:pt x="2867" y="1871"/>
                    <a:pt x="3523" y="1774"/>
                    <a:pt x="3717" y="1556"/>
                  </a:cubicBezTo>
                  <a:cubicBezTo>
                    <a:pt x="3839" y="1386"/>
                    <a:pt x="3863" y="1167"/>
                    <a:pt x="3766" y="973"/>
                  </a:cubicBezTo>
                  <a:cubicBezTo>
                    <a:pt x="3620" y="681"/>
                    <a:pt x="3353" y="438"/>
                    <a:pt x="3037" y="365"/>
                  </a:cubicBezTo>
                  <a:cubicBezTo>
                    <a:pt x="2989" y="365"/>
                    <a:pt x="2940" y="390"/>
                    <a:pt x="2916" y="414"/>
                  </a:cubicBezTo>
                  <a:cubicBezTo>
                    <a:pt x="2819" y="171"/>
                    <a:pt x="2600" y="25"/>
                    <a:pt x="23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713825" y="1161025"/>
            <a:ext cx="7630200" cy="34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○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■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○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■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○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■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830025" y="227975"/>
            <a:ext cx="7028400" cy="5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bur"/>
              <a:buNone/>
              <a:defRPr sz="3500">
                <a:solidFill>
                  <a:schemeClr val="dk1"/>
                </a:solidFill>
                <a:latin typeface="Vibur"/>
                <a:ea typeface="Vibur"/>
                <a:cs typeface="Vibur"/>
                <a:sym typeface="Vibu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bur"/>
              <a:buNone/>
              <a:defRPr sz="3500">
                <a:solidFill>
                  <a:schemeClr val="dk1"/>
                </a:solidFill>
                <a:latin typeface="Vibur"/>
                <a:ea typeface="Vibur"/>
                <a:cs typeface="Vibur"/>
                <a:sym typeface="Vibu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bur"/>
              <a:buNone/>
              <a:defRPr sz="3500">
                <a:solidFill>
                  <a:schemeClr val="dk1"/>
                </a:solidFill>
                <a:latin typeface="Vibur"/>
                <a:ea typeface="Vibur"/>
                <a:cs typeface="Vibur"/>
                <a:sym typeface="Vibu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bur"/>
              <a:buNone/>
              <a:defRPr sz="3500">
                <a:solidFill>
                  <a:schemeClr val="dk1"/>
                </a:solidFill>
                <a:latin typeface="Vibur"/>
                <a:ea typeface="Vibur"/>
                <a:cs typeface="Vibur"/>
                <a:sym typeface="Vibu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bur"/>
              <a:buNone/>
              <a:defRPr sz="3500">
                <a:solidFill>
                  <a:schemeClr val="dk1"/>
                </a:solidFill>
                <a:latin typeface="Vibur"/>
                <a:ea typeface="Vibur"/>
                <a:cs typeface="Vibur"/>
                <a:sym typeface="Vibu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bur"/>
              <a:buNone/>
              <a:defRPr sz="3500">
                <a:solidFill>
                  <a:schemeClr val="dk1"/>
                </a:solidFill>
                <a:latin typeface="Vibur"/>
                <a:ea typeface="Vibur"/>
                <a:cs typeface="Vibur"/>
                <a:sym typeface="Vibu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bur"/>
              <a:buNone/>
              <a:defRPr sz="3500">
                <a:solidFill>
                  <a:schemeClr val="dk1"/>
                </a:solidFill>
                <a:latin typeface="Vibur"/>
                <a:ea typeface="Vibur"/>
                <a:cs typeface="Vibur"/>
                <a:sym typeface="Vibu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bur"/>
              <a:buNone/>
              <a:defRPr sz="3500">
                <a:solidFill>
                  <a:schemeClr val="dk1"/>
                </a:solidFill>
                <a:latin typeface="Vibur"/>
                <a:ea typeface="Vibur"/>
                <a:cs typeface="Vibur"/>
                <a:sym typeface="Vibu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bur"/>
              <a:buNone/>
              <a:defRPr sz="3500">
                <a:solidFill>
                  <a:schemeClr val="dk1"/>
                </a:solidFill>
                <a:latin typeface="Vibur"/>
                <a:ea typeface="Vibur"/>
                <a:cs typeface="Vibur"/>
                <a:sym typeface="Vibu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8" r:id="rId4"/>
    <p:sldLayoutId id="2147483667" r:id="rId5"/>
    <p:sldLayoutId id="2147483668" r:id="rId6"/>
    <p:sldLayoutId id="2147483669" r:id="rId7"/>
    <p:sldLayoutId id="2147483678" r:id="rId8"/>
    <p:sldLayoutId id="2147483679" r:id="rId9"/>
    <p:sldLayoutId id="214748368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615;p37">
            <a:extLst>
              <a:ext uri="{FF2B5EF4-FFF2-40B4-BE49-F238E27FC236}">
                <a16:creationId xmlns:a16="http://schemas.microsoft.com/office/drawing/2014/main" id="{953ACEA6-30E6-4EF4-8420-19A4CBA8D277}"/>
              </a:ext>
            </a:extLst>
          </p:cNvPr>
          <p:cNvSpPr txBox="1">
            <a:spLocks/>
          </p:cNvSpPr>
          <p:nvPr/>
        </p:nvSpPr>
        <p:spPr>
          <a:xfrm>
            <a:off x="1955981" y="3331931"/>
            <a:ext cx="3347389" cy="2070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2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AutoNum type="arabicPeriod"/>
              <a:defRPr sz="1100" b="0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lab Regular"/>
              <a:buAutoNum type="alphaLcPeriod"/>
              <a:defRPr sz="1400" b="0" i="0" u="none" strike="noStrike" cap="none">
                <a:solidFill>
                  <a:schemeClr val="dk1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lab Regular"/>
              <a:buAutoNum type="romanLcPeriod"/>
              <a:defRPr sz="1400" b="0" i="0" u="none" strike="noStrike" cap="none">
                <a:solidFill>
                  <a:schemeClr val="dk1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lab Regular"/>
              <a:buAutoNum type="arabicPeriod"/>
              <a:defRPr sz="1400" b="0" i="0" u="none" strike="noStrike" cap="none">
                <a:solidFill>
                  <a:schemeClr val="dk1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lab Regular"/>
              <a:buAutoNum type="alphaLcPeriod"/>
              <a:defRPr sz="1400" b="0" i="0" u="none" strike="noStrike" cap="none">
                <a:solidFill>
                  <a:schemeClr val="dk1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lab Regular"/>
              <a:buAutoNum type="romanLcPeriod"/>
              <a:defRPr sz="1400" b="0" i="0" u="none" strike="noStrike" cap="none">
                <a:solidFill>
                  <a:schemeClr val="dk1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lab Regular"/>
              <a:buAutoNum type="arabicPeriod"/>
              <a:defRPr sz="1400" b="0" i="0" u="none" strike="noStrike" cap="none">
                <a:solidFill>
                  <a:schemeClr val="dk1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lab Regular"/>
              <a:buAutoNum type="alphaLcPeriod"/>
              <a:defRPr sz="1400" b="0" i="0" u="none" strike="noStrike" cap="none">
                <a:solidFill>
                  <a:schemeClr val="dk1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lab Regular"/>
              <a:buAutoNum type="romanLcPeriod"/>
              <a:defRPr sz="1400" b="0" i="0" u="none" strike="noStrike" cap="none">
                <a:solidFill>
                  <a:schemeClr val="dk1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9pPr>
          </a:lstStyle>
          <a:p>
            <a:pPr marL="0" indent="0" algn="ctr">
              <a:lnSpc>
                <a:spcPct val="150000"/>
              </a:lnSpc>
              <a:buFont typeface="Work Sans"/>
              <a:buNone/>
            </a:pPr>
            <a:r>
              <a:rPr lang="en-US" b="1" i="1" dirty="0" err="1"/>
              <a:t>Giáo</a:t>
            </a:r>
            <a:r>
              <a:rPr lang="en-US" b="1" i="1" dirty="0"/>
              <a:t> </a:t>
            </a:r>
            <a:r>
              <a:rPr lang="en-US" b="1" i="1" dirty="0" err="1"/>
              <a:t>viên</a:t>
            </a:r>
            <a:r>
              <a:rPr lang="en-US" b="1" i="1" dirty="0"/>
              <a:t> </a:t>
            </a:r>
            <a:r>
              <a:rPr lang="en-US" b="1" i="1" dirty="0" err="1"/>
              <a:t>hướng</a:t>
            </a:r>
            <a:r>
              <a:rPr lang="en-US" b="1" i="1" dirty="0"/>
              <a:t> </a:t>
            </a:r>
            <a:r>
              <a:rPr lang="en-US" b="1" i="1" dirty="0" err="1"/>
              <a:t>dẫn</a:t>
            </a:r>
            <a:endParaRPr lang="en-US" b="1" i="1" dirty="0"/>
          </a:p>
          <a:p>
            <a:pPr marL="0" indent="0" algn="ctr">
              <a:lnSpc>
                <a:spcPct val="150000"/>
              </a:lnSpc>
              <a:buFont typeface="Work Sans"/>
              <a:buNone/>
            </a:pPr>
            <a:r>
              <a:rPr lang="vi-VN" dirty="0" err="1"/>
              <a:t>Nguyễn</a:t>
            </a:r>
            <a:r>
              <a:rPr lang="vi-VN" dirty="0"/>
              <a:t> </a:t>
            </a:r>
            <a:r>
              <a:rPr lang="vi-VN" dirty="0" err="1"/>
              <a:t>Việt</a:t>
            </a:r>
            <a:r>
              <a:rPr lang="vi-VN" dirty="0"/>
              <a:t> Linh</a:t>
            </a:r>
            <a:endParaRPr lang="en-US" dirty="0"/>
          </a:p>
          <a:p>
            <a:pPr marL="0" indent="0" algn="ctr">
              <a:lnSpc>
                <a:spcPct val="150000"/>
              </a:lnSpc>
              <a:buFont typeface="Work Sans"/>
              <a:buNone/>
            </a:pPr>
            <a:r>
              <a:rPr lang="vi-VN" dirty="0"/>
              <a:t>Trương </a:t>
            </a:r>
            <a:r>
              <a:rPr lang="vi-VN" dirty="0" err="1"/>
              <a:t>Vĩnh</a:t>
            </a:r>
            <a:r>
              <a:rPr lang="vi-VN" dirty="0"/>
              <a:t> Linh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Comfortaa" panose="020B0604020202020204" charset="0"/>
            </a:endParaRPr>
          </a:p>
          <a:p>
            <a:pPr marL="0" indent="0">
              <a:lnSpc>
                <a:spcPct val="150000"/>
              </a:lnSpc>
              <a:buFont typeface="Work Sans"/>
              <a:buNone/>
            </a:pPr>
            <a:endParaRPr lang="vi-VN" dirty="0"/>
          </a:p>
        </p:txBody>
      </p:sp>
      <p:sp>
        <p:nvSpPr>
          <p:cNvPr id="8" name="Google Shape;1616;p37">
            <a:extLst>
              <a:ext uri="{FF2B5EF4-FFF2-40B4-BE49-F238E27FC236}">
                <a16:creationId xmlns:a16="http://schemas.microsoft.com/office/drawing/2014/main" id="{B6C2D4BA-07D7-4D8E-9C24-A3AF3BCCFD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5678" y="1808671"/>
            <a:ext cx="7152640" cy="6914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err="1">
                <a:latin typeface="Comfortaa" panose="020B0604020202020204" charset="0"/>
              </a:rPr>
              <a:t>Trực</a:t>
            </a:r>
            <a:r>
              <a:rPr lang="en-US" sz="3200" b="1" dirty="0">
                <a:latin typeface="Comfortaa" panose="020B0604020202020204" charset="0"/>
              </a:rPr>
              <a:t> </a:t>
            </a:r>
            <a:r>
              <a:rPr lang="en-US" sz="3200" b="1" dirty="0" err="1">
                <a:latin typeface="Comfortaa" panose="020B0604020202020204" charset="0"/>
              </a:rPr>
              <a:t>quan</a:t>
            </a:r>
            <a:r>
              <a:rPr lang="en-US" sz="3200" b="1" dirty="0">
                <a:latin typeface="Comfortaa" panose="020B0604020202020204" charset="0"/>
              </a:rPr>
              <a:t> </a:t>
            </a:r>
            <a:r>
              <a:rPr lang="en-US" sz="3200" b="1" dirty="0" err="1">
                <a:latin typeface="Comfortaa" panose="020B0604020202020204" charset="0"/>
              </a:rPr>
              <a:t>hóa</a:t>
            </a:r>
            <a:r>
              <a:rPr lang="en-US" sz="3200" b="1" dirty="0">
                <a:latin typeface="Comfortaa" panose="020B0604020202020204" charset="0"/>
              </a:rPr>
              <a:t> </a:t>
            </a:r>
            <a:r>
              <a:rPr lang="en-US" sz="3200" b="1" dirty="0" err="1">
                <a:latin typeface="Comfortaa" panose="020B0604020202020204" charset="0"/>
              </a:rPr>
              <a:t>dữ</a:t>
            </a:r>
            <a:r>
              <a:rPr lang="en-US" sz="3200" b="1" dirty="0">
                <a:latin typeface="Comfortaa" panose="020B0604020202020204" charset="0"/>
              </a:rPr>
              <a:t> </a:t>
            </a:r>
            <a:r>
              <a:rPr lang="en-US" sz="3200" b="1" dirty="0" err="1">
                <a:latin typeface="Comfortaa" panose="020B0604020202020204" charset="0"/>
              </a:rPr>
              <a:t>liệu</a:t>
            </a:r>
            <a:r>
              <a:rPr lang="en-US" sz="3200" b="1" dirty="0">
                <a:latin typeface="Comfortaa" panose="020B0604020202020204" charset="0"/>
              </a:rPr>
              <a:t> </a:t>
            </a:r>
            <a:r>
              <a:rPr lang="en-US" sz="3200" b="1" dirty="0" err="1">
                <a:latin typeface="Comfortaa" panose="020B0604020202020204" charset="0"/>
              </a:rPr>
              <a:t>với</a:t>
            </a:r>
            <a:r>
              <a:rPr lang="en-US" sz="3200" b="1" dirty="0">
                <a:latin typeface="Comfortaa" panose="020B0604020202020204" charset="0"/>
              </a:rPr>
              <a:t> D3.js</a:t>
            </a:r>
            <a:endParaRPr sz="3200" b="1" dirty="0">
              <a:latin typeface="Comfortaa" panose="020B0604020202020204" charset="0"/>
            </a:endParaRPr>
          </a:p>
        </p:txBody>
      </p:sp>
      <p:pic>
        <p:nvPicPr>
          <p:cNvPr id="10" name="Picture 9" descr="Logo&#10;&#10;Description automatically generated with low confidence">
            <a:extLst>
              <a:ext uri="{FF2B5EF4-FFF2-40B4-BE49-F238E27FC236}">
                <a16:creationId xmlns:a16="http://schemas.microsoft.com/office/drawing/2014/main" id="{64961A69-6B25-46C6-9C4E-D6E460A44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084" y="112468"/>
            <a:ext cx="2355829" cy="1027788"/>
          </a:xfrm>
          <a:prstGeom prst="rect">
            <a:avLst/>
          </a:prstGeom>
        </p:spPr>
      </p:pic>
      <p:sp>
        <p:nvSpPr>
          <p:cNvPr id="13" name="Google Shape;1615;p37">
            <a:extLst>
              <a:ext uri="{FF2B5EF4-FFF2-40B4-BE49-F238E27FC236}">
                <a16:creationId xmlns:a16="http://schemas.microsoft.com/office/drawing/2014/main" id="{B00E832D-E078-445F-9625-7B3AE5AF5E2B}"/>
              </a:ext>
            </a:extLst>
          </p:cNvPr>
          <p:cNvSpPr txBox="1">
            <a:spLocks/>
          </p:cNvSpPr>
          <p:nvPr/>
        </p:nvSpPr>
        <p:spPr>
          <a:xfrm>
            <a:off x="5380742" y="3332987"/>
            <a:ext cx="3106826" cy="2070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2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AutoNum type="arabicPeriod"/>
              <a:defRPr sz="1100" b="0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lab Regular"/>
              <a:buAutoNum type="alphaLcPeriod"/>
              <a:defRPr sz="1400" b="0" i="0" u="none" strike="noStrike" cap="none">
                <a:solidFill>
                  <a:schemeClr val="dk1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lab Regular"/>
              <a:buAutoNum type="romanLcPeriod"/>
              <a:defRPr sz="1400" b="0" i="0" u="none" strike="noStrike" cap="none">
                <a:solidFill>
                  <a:schemeClr val="dk1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lab Regular"/>
              <a:buAutoNum type="arabicPeriod"/>
              <a:defRPr sz="1400" b="0" i="0" u="none" strike="noStrike" cap="none">
                <a:solidFill>
                  <a:schemeClr val="dk1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lab Regular"/>
              <a:buAutoNum type="alphaLcPeriod"/>
              <a:defRPr sz="1400" b="0" i="0" u="none" strike="noStrike" cap="none">
                <a:solidFill>
                  <a:schemeClr val="dk1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lab Regular"/>
              <a:buAutoNum type="romanLcPeriod"/>
              <a:defRPr sz="1400" b="0" i="0" u="none" strike="noStrike" cap="none">
                <a:solidFill>
                  <a:schemeClr val="dk1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lab Regular"/>
              <a:buAutoNum type="arabicPeriod"/>
              <a:defRPr sz="1400" b="0" i="0" u="none" strike="noStrike" cap="none">
                <a:solidFill>
                  <a:schemeClr val="dk1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lab Regular"/>
              <a:buAutoNum type="alphaLcPeriod"/>
              <a:defRPr sz="1400" b="0" i="0" u="none" strike="noStrike" cap="none">
                <a:solidFill>
                  <a:schemeClr val="dk1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lab Regular"/>
              <a:buAutoNum type="romanLcPeriod"/>
              <a:defRPr sz="1400" b="0" i="0" u="none" strike="noStrike" cap="none">
                <a:solidFill>
                  <a:schemeClr val="dk1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b="1" i="1" dirty="0" err="1">
                <a:latin typeface="Comfortaa" panose="020B0604020202020204" charset="0"/>
              </a:rPr>
              <a:t>Sinh</a:t>
            </a:r>
            <a:r>
              <a:rPr lang="en-US" b="1" i="1" dirty="0">
                <a:latin typeface="Comfortaa" panose="020B0604020202020204" charset="0"/>
              </a:rPr>
              <a:t> </a:t>
            </a:r>
            <a:r>
              <a:rPr lang="en-US" b="1" i="1" dirty="0" err="1">
                <a:latin typeface="Comfortaa" panose="020B0604020202020204" charset="0"/>
              </a:rPr>
              <a:t>viên</a:t>
            </a:r>
            <a:r>
              <a:rPr lang="en-US" b="1" i="1" dirty="0">
                <a:latin typeface="Comfortaa" panose="020B0604020202020204" charset="0"/>
              </a:rPr>
              <a:t> </a:t>
            </a:r>
            <a:r>
              <a:rPr lang="en-US" b="1" i="1" dirty="0" err="1">
                <a:latin typeface="Comfortaa" panose="020B0604020202020204" charset="0"/>
              </a:rPr>
              <a:t>thực</a:t>
            </a:r>
            <a:r>
              <a:rPr lang="en-US" b="1" i="1" dirty="0">
                <a:latin typeface="Comfortaa" panose="020B0604020202020204" charset="0"/>
              </a:rPr>
              <a:t> </a:t>
            </a:r>
            <a:r>
              <a:rPr lang="en-US" b="1" i="1" dirty="0" err="1">
                <a:latin typeface="Comfortaa" panose="020B0604020202020204" charset="0"/>
              </a:rPr>
              <a:t>hiện</a:t>
            </a:r>
            <a:r>
              <a:rPr lang="en-US" b="1" i="1" dirty="0">
                <a:latin typeface="Comfortaa" panose="020B0604020202020204" charset="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latin typeface="Comfortaa" panose="020B0604020202020204" charset="0"/>
              </a:rPr>
              <a:t>Đinh Tuấn Anh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err="1">
                <a:latin typeface="Comfortaa" panose="020B0604020202020204" charset="0"/>
              </a:rPr>
              <a:t>Văn</a:t>
            </a:r>
            <a:r>
              <a:rPr lang="en-US" dirty="0">
                <a:latin typeface="Comfortaa" panose="020B0604020202020204" charset="0"/>
              </a:rPr>
              <a:t> </a:t>
            </a:r>
            <a:r>
              <a:rPr lang="en-US" dirty="0" err="1">
                <a:latin typeface="Comfortaa" panose="020B0604020202020204" charset="0"/>
              </a:rPr>
              <a:t>Sỹ</a:t>
            </a:r>
            <a:endParaRPr lang="en-US" dirty="0">
              <a:latin typeface="Comfortaa" panose="020B060402020202020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Comfortaa" panose="020B0604020202020204" charset="0"/>
            </a:endParaRPr>
          </a:p>
          <a:p>
            <a:pPr marL="0" indent="0">
              <a:lnSpc>
                <a:spcPct val="150000"/>
              </a:lnSpc>
              <a:buFont typeface="Work Sans"/>
              <a:buNone/>
            </a:pPr>
            <a:endParaRPr lang="vi-V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Google Shape;1776;p43"/>
          <p:cNvSpPr txBox="1">
            <a:spLocks noGrp="1"/>
          </p:cNvSpPr>
          <p:nvPr>
            <p:ph type="title"/>
          </p:nvPr>
        </p:nvSpPr>
        <p:spPr>
          <a:xfrm>
            <a:off x="809081" y="1015428"/>
            <a:ext cx="4627234" cy="5943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err="1">
                <a:latin typeface="Comfortaa" panose="020B0604020202020204" charset="0"/>
              </a:rPr>
              <a:t>Nhiệm</a:t>
            </a:r>
            <a:r>
              <a:rPr lang="en-US" sz="3600" b="1" dirty="0">
                <a:latin typeface="Comfortaa" panose="020B0604020202020204" charset="0"/>
              </a:rPr>
              <a:t> </a:t>
            </a:r>
            <a:r>
              <a:rPr lang="en-US" sz="3600" b="1" dirty="0" err="1">
                <a:latin typeface="Comfortaa" panose="020B0604020202020204" charset="0"/>
              </a:rPr>
              <a:t>vụ</a:t>
            </a:r>
            <a:r>
              <a:rPr lang="en-US" sz="3600" b="1" dirty="0">
                <a:latin typeface="Comfortaa" panose="020B0604020202020204" charset="0"/>
              </a:rPr>
              <a:t> </a:t>
            </a:r>
            <a:r>
              <a:rPr lang="en-US" sz="3600" b="1" dirty="0" err="1">
                <a:latin typeface="Comfortaa" panose="020B0604020202020204" charset="0"/>
              </a:rPr>
              <a:t>đề</a:t>
            </a:r>
            <a:r>
              <a:rPr lang="en-US" sz="3600" b="1" dirty="0">
                <a:latin typeface="Comfortaa" panose="020B0604020202020204" charset="0"/>
              </a:rPr>
              <a:t> ra</a:t>
            </a:r>
            <a:endParaRPr sz="3600" b="1" dirty="0">
              <a:latin typeface="Comfortaa" panose="020B0604020202020204" charset="0"/>
            </a:endParaRPr>
          </a:p>
        </p:txBody>
      </p:sp>
      <p:grpSp>
        <p:nvGrpSpPr>
          <p:cNvPr id="1779" name="Google Shape;1779;p43"/>
          <p:cNvGrpSpPr/>
          <p:nvPr/>
        </p:nvGrpSpPr>
        <p:grpSpPr>
          <a:xfrm>
            <a:off x="7043813" y="2157572"/>
            <a:ext cx="2019247" cy="2985928"/>
            <a:chOff x="875223" y="1775436"/>
            <a:chExt cx="619116" cy="990555"/>
          </a:xfrm>
        </p:grpSpPr>
        <p:sp>
          <p:nvSpPr>
            <p:cNvPr id="1780" name="Google Shape;1780;p43"/>
            <p:cNvSpPr/>
            <p:nvPr/>
          </p:nvSpPr>
          <p:spPr>
            <a:xfrm>
              <a:off x="987952" y="2242026"/>
              <a:ext cx="463895" cy="391471"/>
            </a:xfrm>
            <a:custGeom>
              <a:avLst/>
              <a:gdLst/>
              <a:ahLst/>
              <a:cxnLst/>
              <a:rect l="l" t="t" r="r" b="b"/>
              <a:pathLst>
                <a:path w="8045" h="6789" extrusionOk="0">
                  <a:moveTo>
                    <a:pt x="4322" y="1"/>
                  </a:moveTo>
                  <a:cubicBezTo>
                    <a:pt x="3124" y="1"/>
                    <a:pt x="2516" y="330"/>
                    <a:pt x="2516" y="330"/>
                  </a:cubicBezTo>
                  <a:cubicBezTo>
                    <a:pt x="2516" y="330"/>
                    <a:pt x="890" y="634"/>
                    <a:pt x="348" y="3062"/>
                  </a:cubicBezTo>
                  <a:cubicBezTo>
                    <a:pt x="1" y="4450"/>
                    <a:pt x="543" y="5902"/>
                    <a:pt x="1692" y="6748"/>
                  </a:cubicBezTo>
                  <a:cubicBezTo>
                    <a:pt x="1692" y="6748"/>
                    <a:pt x="2869" y="6789"/>
                    <a:pt x="4061" y="6789"/>
                  </a:cubicBezTo>
                  <a:cubicBezTo>
                    <a:pt x="5167" y="6789"/>
                    <a:pt x="6285" y="6753"/>
                    <a:pt x="6483" y="6618"/>
                  </a:cubicBezTo>
                  <a:cubicBezTo>
                    <a:pt x="8044" y="5620"/>
                    <a:pt x="7632" y="439"/>
                    <a:pt x="5595" y="114"/>
                  </a:cubicBezTo>
                  <a:cubicBezTo>
                    <a:pt x="5115" y="32"/>
                    <a:pt x="4691" y="1"/>
                    <a:pt x="43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43"/>
            <p:cNvSpPr/>
            <p:nvPr/>
          </p:nvSpPr>
          <p:spPr>
            <a:xfrm>
              <a:off x="1236761" y="1807957"/>
              <a:ext cx="257578" cy="203145"/>
            </a:xfrm>
            <a:custGeom>
              <a:avLst/>
              <a:gdLst/>
              <a:ahLst/>
              <a:cxnLst/>
              <a:rect l="l" t="t" r="r" b="b"/>
              <a:pathLst>
                <a:path w="4467" h="3523" extrusionOk="0">
                  <a:moveTo>
                    <a:pt x="2718" y="1"/>
                  </a:moveTo>
                  <a:cubicBezTo>
                    <a:pt x="2700" y="1"/>
                    <a:pt x="2683" y="4"/>
                    <a:pt x="2667" y="10"/>
                  </a:cubicBezTo>
                  <a:cubicBezTo>
                    <a:pt x="2580" y="32"/>
                    <a:pt x="2472" y="118"/>
                    <a:pt x="2515" y="465"/>
                  </a:cubicBezTo>
                  <a:cubicBezTo>
                    <a:pt x="2624" y="1354"/>
                    <a:pt x="1930" y="1918"/>
                    <a:pt x="1670" y="2091"/>
                  </a:cubicBezTo>
                  <a:cubicBezTo>
                    <a:pt x="1843" y="1679"/>
                    <a:pt x="1778" y="1181"/>
                    <a:pt x="1496" y="834"/>
                  </a:cubicBezTo>
                  <a:cubicBezTo>
                    <a:pt x="1449" y="770"/>
                    <a:pt x="1378" y="730"/>
                    <a:pt x="1301" y="730"/>
                  </a:cubicBezTo>
                  <a:cubicBezTo>
                    <a:pt x="1273" y="730"/>
                    <a:pt x="1244" y="736"/>
                    <a:pt x="1214" y="747"/>
                  </a:cubicBezTo>
                  <a:cubicBezTo>
                    <a:pt x="1106" y="812"/>
                    <a:pt x="1041" y="1029"/>
                    <a:pt x="1063" y="1354"/>
                  </a:cubicBezTo>
                  <a:cubicBezTo>
                    <a:pt x="1106" y="2048"/>
                    <a:pt x="759" y="2698"/>
                    <a:pt x="130" y="3045"/>
                  </a:cubicBezTo>
                  <a:cubicBezTo>
                    <a:pt x="130" y="3067"/>
                    <a:pt x="109" y="3089"/>
                    <a:pt x="130" y="3110"/>
                  </a:cubicBezTo>
                  <a:cubicBezTo>
                    <a:pt x="130" y="3132"/>
                    <a:pt x="152" y="3132"/>
                    <a:pt x="174" y="3132"/>
                  </a:cubicBezTo>
                  <a:cubicBezTo>
                    <a:pt x="824" y="2764"/>
                    <a:pt x="1193" y="2070"/>
                    <a:pt x="1149" y="1333"/>
                  </a:cubicBezTo>
                  <a:cubicBezTo>
                    <a:pt x="1128" y="921"/>
                    <a:pt x="1214" y="856"/>
                    <a:pt x="1258" y="834"/>
                  </a:cubicBezTo>
                  <a:cubicBezTo>
                    <a:pt x="1271" y="821"/>
                    <a:pt x="1285" y="816"/>
                    <a:pt x="1301" y="816"/>
                  </a:cubicBezTo>
                  <a:cubicBezTo>
                    <a:pt x="1339" y="816"/>
                    <a:pt x="1385" y="847"/>
                    <a:pt x="1431" y="877"/>
                  </a:cubicBezTo>
                  <a:cubicBezTo>
                    <a:pt x="1713" y="1268"/>
                    <a:pt x="1756" y="1766"/>
                    <a:pt x="1540" y="2178"/>
                  </a:cubicBezTo>
                  <a:cubicBezTo>
                    <a:pt x="1518" y="2178"/>
                    <a:pt x="1518" y="2200"/>
                    <a:pt x="1540" y="2222"/>
                  </a:cubicBezTo>
                  <a:lnTo>
                    <a:pt x="1583" y="2222"/>
                  </a:lnTo>
                  <a:cubicBezTo>
                    <a:pt x="1583" y="2222"/>
                    <a:pt x="2732" y="1614"/>
                    <a:pt x="2602" y="444"/>
                  </a:cubicBezTo>
                  <a:cubicBezTo>
                    <a:pt x="2559" y="249"/>
                    <a:pt x="2624" y="118"/>
                    <a:pt x="2667" y="75"/>
                  </a:cubicBezTo>
                  <a:cubicBezTo>
                    <a:pt x="2675" y="73"/>
                    <a:pt x="2684" y="71"/>
                    <a:pt x="2694" y="71"/>
                  </a:cubicBezTo>
                  <a:cubicBezTo>
                    <a:pt x="2769" y="71"/>
                    <a:pt x="2900" y="142"/>
                    <a:pt x="3014" y="314"/>
                  </a:cubicBezTo>
                  <a:cubicBezTo>
                    <a:pt x="3274" y="769"/>
                    <a:pt x="3231" y="1354"/>
                    <a:pt x="2927" y="1788"/>
                  </a:cubicBezTo>
                  <a:cubicBezTo>
                    <a:pt x="2754" y="2005"/>
                    <a:pt x="2624" y="2156"/>
                    <a:pt x="2602" y="2178"/>
                  </a:cubicBezTo>
                  <a:cubicBezTo>
                    <a:pt x="2584" y="2214"/>
                    <a:pt x="2624" y="2249"/>
                    <a:pt x="2652" y="2249"/>
                  </a:cubicBezTo>
                  <a:cubicBezTo>
                    <a:pt x="2658" y="2249"/>
                    <a:pt x="2663" y="2247"/>
                    <a:pt x="2667" y="2243"/>
                  </a:cubicBezTo>
                  <a:cubicBezTo>
                    <a:pt x="2797" y="2113"/>
                    <a:pt x="2906" y="1983"/>
                    <a:pt x="2992" y="1831"/>
                  </a:cubicBezTo>
                  <a:cubicBezTo>
                    <a:pt x="3289" y="1492"/>
                    <a:pt x="3773" y="1007"/>
                    <a:pt x="4058" y="1007"/>
                  </a:cubicBezTo>
                  <a:cubicBezTo>
                    <a:pt x="4064" y="1007"/>
                    <a:pt x="4070" y="1007"/>
                    <a:pt x="4076" y="1007"/>
                  </a:cubicBezTo>
                  <a:cubicBezTo>
                    <a:pt x="4163" y="1007"/>
                    <a:pt x="4228" y="1072"/>
                    <a:pt x="4250" y="1137"/>
                  </a:cubicBezTo>
                  <a:cubicBezTo>
                    <a:pt x="4336" y="1419"/>
                    <a:pt x="4293" y="1723"/>
                    <a:pt x="4098" y="1961"/>
                  </a:cubicBezTo>
                  <a:cubicBezTo>
                    <a:pt x="3631" y="2713"/>
                    <a:pt x="2440" y="3446"/>
                    <a:pt x="454" y="3446"/>
                  </a:cubicBezTo>
                  <a:cubicBezTo>
                    <a:pt x="321" y="3446"/>
                    <a:pt x="184" y="3442"/>
                    <a:pt x="44" y="3436"/>
                  </a:cubicBezTo>
                  <a:cubicBezTo>
                    <a:pt x="22" y="3436"/>
                    <a:pt x="0" y="3457"/>
                    <a:pt x="0" y="3479"/>
                  </a:cubicBezTo>
                  <a:cubicBezTo>
                    <a:pt x="0" y="3501"/>
                    <a:pt x="22" y="3522"/>
                    <a:pt x="44" y="3522"/>
                  </a:cubicBezTo>
                  <a:lnTo>
                    <a:pt x="477" y="3522"/>
                  </a:lnTo>
                  <a:cubicBezTo>
                    <a:pt x="2472" y="3522"/>
                    <a:pt x="3686" y="2764"/>
                    <a:pt x="4185" y="2026"/>
                  </a:cubicBezTo>
                  <a:cubicBezTo>
                    <a:pt x="4402" y="1679"/>
                    <a:pt x="4467" y="1333"/>
                    <a:pt x="4358" y="1094"/>
                  </a:cubicBezTo>
                  <a:cubicBezTo>
                    <a:pt x="4315" y="1007"/>
                    <a:pt x="4206" y="942"/>
                    <a:pt x="4120" y="942"/>
                  </a:cubicBezTo>
                  <a:cubicBezTo>
                    <a:pt x="4111" y="942"/>
                    <a:pt x="4102" y="941"/>
                    <a:pt x="4093" y="941"/>
                  </a:cubicBezTo>
                  <a:cubicBezTo>
                    <a:pt x="3814" y="941"/>
                    <a:pt x="3460" y="1256"/>
                    <a:pt x="3166" y="1549"/>
                  </a:cubicBezTo>
                  <a:cubicBezTo>
                    <a:pt x="3339" y="1137"/>
                    <a:pt x="3317" y="682"/>
                    <a:pt x="3079" y="292"/>
                  </a:cubicBezTo>
                  <a:cubicBezTo>
                    <a:pt x="2968" y="107"/>
                    <a:pt x="2825" y="1"/>
                    <a:pt x="27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43"/>
            <p:cNvSpPr/>
            <p:nvPr/>
          </p:nvSpPr>
          <p:spPr>
            <a:xfrm>
              <a:off x="920488" y="1775436"/>
              <a:ext cx="253830" cy="209430"/>
            </a:xfrm>
            <a:custGeom>
              <a:avLst/>
              <a:gdLst/>
              <a:ahLst/>
              <a:cxnLst/>
              <a:rect l="l" t="t" r="r" b="b"/>
              <a:pathLst>
                <a:path w="4402" h="3632" extrusionOk="0">
                  <a:moveTo>
                    <a:pt x="1805" y="1"/>
                  </a:moveTo>
                  <a:cubicBezTo>
                    <a:pt x="1684" y="1"/>
                    <a:pt x="1542" y="104"/>
                    <a:pt x="1431" y="271"/>
                  </a:cubicBezTo>
                  <a:cubicBezTo>
                    <a:pt x="1193" y="661"/>
                    <a:pt x="1149" y="1116"/>
                    <a:pt x="1301" y="1550"/>
                  </a:cubicBezTo>
                  <a:cubicBezTo>
                    <a:pt x="1019" y="1203"/>
                    <a:pt x="651" y="899"/>
                    <a:pt x="390" y="899"/>
                  </a:cubicBezTo>
                  <a:cubicBezTo>
                    <a:pt x="282" y="899"/>
                    <a:pt x="174" y="964"/>
                    <a:pt x="130" y="1051"/>
                  </a:cubicBezTo>
                  <a:cubicBezTo>
                    <a:pt x="0" y="1268"/>
                    <a:pt x="65" y="1615"/>
                    <a:pt x="260" y="1983"/>
                  </a:cubicBezTo>
                  <a:cubicBezTo>
                    <a:pt x="737" y="2786"/>
                    <a:pt x="1995" y="3631"/>
                    <a:pt x="4163" y="3631"/>
                  </a:cubicBezTo>
                  <a:lnTo>
                    <a:pt x="4358" y="3588"/>
                  </a:lnTo>
                  <a:cubicBezTo>
                    <a:pt x="4380" y="3588"/>
                    <a:pt x="4401" y="3566"/>
                    <a:pt x="4401" y="3544"/>
                  </a:cubicBezTo>
                  <a:cubicBezTo>
                    <a:pt x="4401" y="3523"/>
                    <a:pt x="4380" y="3501"/>
                    <a:pt x="4358" y="3501"/>
                  </a:cubicBezTo>
                  <a:cubicBezTo>
                    <a:pt x="4302" y="3502"/>
                    <a:pt x="4247" y="3503"/>
                    <a:pt x="4192" y="3503"/>
                  </a:cubicBezTo>
                  <a:cubicBezTo>
                    <a:pt x="2081" y="3503"/>
                    <a:pt x="834" y="2700"/>
                    <a:pt x="369" y="1897"/>
                  </a:cubicBezTo>
                  <a:cubicBezTo>
                    <a:pt x="195" y="1658"/>
                    <a:pt x="130" y="1355"/>
                    <a:pt x="239" y="1073"/>
                  </a:cubicBezTo>
                  <a:cubicBezTo>
                    <a:pt x="282" y="1008"/>
                    <a:pt x="347" y="964"/>
                    <a:pt x="412" y="943"/>
                  </a:cubicBezTo>
                  <a:cubicBezTo>
                    <a:pt x="716" y="943"/>
                    <a:pt x="1171" y="1441"/>
                    <a:pt x="1474" y="1810"/>
                  </a:cubicBezTo>
                  <a:cubicBezTo>
                    <a:pt x="1561" y="1962"/>
                    <a:pt x="1670" y="2092"/>
                    <a:pt x="1778" y="2222"/>
                  </a:cubicBezTo>
                  <a:cubicBezTo>
                    <a:pt x="1789" y="2233"/>
                    <a:pt x="1800" y="2238"/>
                    <a:pt x="1810" y="2238"/>
                  </a:cubicBezTo>
                  <a:cubicBezTo>
                    <a:pt x="1821" y="2238"/>
                    <a:pt x="1832" y="2233"/>
                    <a:pt x="1843" y="2222"/>
                  </a:cubicBezTo>
                  <a:cubicBezTo>
                    <a:pt x="1865" y="2200"/>
                    <a:pt x="1865" y="2178"/>
                    <a:pt x="1843" y="2157"/>
                  </a:cubicBezTo>
                  <a:cubicBezTo>
                    <a:pt x="1821" y="2135"/>
                    <a:pt x="1713" y="1962"/>
                    <a:pt x="1539" y="1767"/>
                  </a:cubicBezTo>
                  <a:cubicBezTo>
                    <a:pt x="1236" y="1311"/>
                    <a:pt x="1236" y="748"/>
                    <a:pt x="1518" y="292"/>
                  </a:cubicBezTo>
                  <a:cubicBezTo>
                    <a:pt x="1613" y="121"/>
                    <a:pt x="1742" y="50"/>
                    <a:pt x="1816" y="50"/>
                  </a:cubicBezTo>
                  <a:cubicBezTo>
                    <a:pt x="1826" y="50"/>
                    <a:pt x="1835" y="51"/>
                    <a:pt x="1843" y="54"/>
                  </a:cubicBezTo>
                  <a:cubicBezTo>
                    <a:pt x="1908" y="97"/>
                    <a:pt x="1951" y="227"/>
                    <a:pt x="1908" y="422"/>
                  </a:cubicBezTo>
                  <a:cubicBezTo>
                    <a:pt x="1735" y="1593"/>
                    <a:pt x="2862" y="2243"/>
                    <a:pt x="2862" y="2243"/>
                  </a:cubicBezTo>
                  <a:lnTo>
                    <a:pt x="2905" y="2243"/>
                  </a:lnTo>
                  <a:cubicBezTo>
                    <a:pt x="2927" y="2222"/>
                    <a:pt x="2927" y="2200"/>
                    <a:pt x="2905" y="2200"/>
                  </a:cubicBezTo>
                  <a:cubicBezTo>
                    <a:pt x="2667" y="1571"/>
                    <a:pt x="2862" y="1073"/>
                    <a:pt x="3057" y="899"/>
                  </a:cubicBezTo>
                  <a:cubicBezTo>
                    <a:pt x="3105" y="868"/>
                    <a:pt x="3164" y="847"/>
                    <a:pt x="3201" y="847"/>
                  </a:cubicBezTo>
                  <a:cubicBezTo>
                    <a:pt x="3214" y="847"/>
                    <a:pt x="3225" y="850"/>
                    <a:pt x="3231" y="856"/>
                  </a:cubicBezTo>
                  <a:cubicBezTo>
                    <a:pt x="3274" y="878"/>
                    <a:pt x="3382" y="964"/>
                    <a:pt x="3317" y="1376"/>
                  </a:cubicBezTo>
                  <a:cubicBezTo>
                    <a:pt x="3252" y="2113"/>
                    <a:pt x="3621" y="2807"/>
                    <a:pt x="4228" y="3197"/>
                  </a:cubicBezTo>
                  <a:lnTo>
                    <a:pt x="4293" y="3197"/>
                  </a:lnTo>
                  <a:cubicBezTo>
                    <a:pt x="4315" y="3176"/>
                    <a:pt x="4293" y="3132"/>
                    <a:pt x="4271" y="3132"/>
                  </a:cubicBezTo>
                  <a:cubicBezTo>
                    <a:pt x="3686" y="2764"/>
                    <a:pt x="3339" y="2092"/>
                    <a:pt x="3404" y="1398"/>
                  </a:cubicBezTo>
                  <a:cubicBezTo>
                    <a:pt x="3447" y="1073"/>
                    <a:pt x="3404" y="856"/>
                    <a:pt x="3274" y="791"/>
                  </a:cubicBezTo>
                  <a:cubicBezTo>
                    <a:pt x="3250" y="779"/>
                    <a:pt x="3224" y="773"/>
                    <a:pt x="3198" y="773"/>
                  </a:cubicBezTo>
                  <a:cubicBezTo>
                    <a:pt x="3130" y="773"/>
                    <a:pt x="3061" y="809"/>
                    <a:pt x="3014" y="856"/>
                  </a:cubicBezTo>
                  <a:cubicBezTo>
                    <a:pt x="2710" y="1203"/>
                    <a:pt x="2624" y="1701"/>
                    <a:pt x="2797" y="2113"/>
                  </a:cubicBezTo>
                  <a:cubicBezTo>
                    <a:pt x="2515" y="1940"/>
                    <a:pt x="1843" y="1355"/>
                    <a:pt x="1973" y="466"/>
                  </a:cubicBezTo>
                  <a:cubicBezTo>
                    <a:pt x="2038" y="119"/>
                    <a:pt x="1930" y="32"/>
                    <a:pt x="1865" y="10"/>
                  </a:cubicBezTo>
                  <a:cubicBezTo>
                    <a:pt x="1846" y="4"/>
                    <a:pt x="1825" y="1"/>
                    <a:pt x="18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43"/>
            <p:cNvSpPr/>
            <p:nvPr/>
          </p:nvSpPr>
          <p:spPr>
            <a:xfrm>
              <a:off x="875223" y="1949456"/>
              <a:ext cx="446596" cy="391009"/>
            </a:xfrm>
            <a:custGeom>
              <a:avLst/>
              <a:gdLst/>
              <a:ahLst/>
              <a:cxnLst/>
              <a:rect l="l" t="t" r="r" b="b"/>
              <a:pathLst>
                <a:path w="7745" h="6781" extrusionOk="0">
                  <a:moveTo>
                    <a:pt x="5694" y="0"/>
                  </a:moveTo>
                  <a:cubicBezTo>
                    <a:pt x="4128" y="0"/>
                    <a:pt x="1" y="1722"/>
                    <a:pt x="156" y="2326"/>
                  </a:cubicBezTo>
                  <a:cubicBezTo>
                    <a:pt x="330" y="3020"/>
                    <a:pt x="720" y="4689"/>
                    <a:pt x="1154" y="4732"/>
                  </a:cubicBezTo>
                  <a:cubicBezTo>
                    <a:pt x="1162" y="4733"/>
                    <a:pt x="1172" y="4734"/>
                    <a:pt x="1182" y="4734"/>
                  </a:cubicBezTo>
                  <a:cubicBezTo>
                    <a:pt x="1700" y="4734"/>
                    <a:pt x="4492" y="3692"/>
                    <a:pt x="4493" y="3692"/>
                  </a:cubicBezTo>
                  <a:lnTo>
                    <a:pt x="4493" y="3692"/>
                  </a:lnTo>
                  <a:cubicBezTo>
                    <a:pt x="4493" y="3692"/>
                    <a:pt x="4232" y="6228"/>
                    <a:pt x="4449" y="6358"/>
                  </a:cubicBezTo>
                  <a:cubicBezTo>
                    <a:pt x="4580" y="6430"/>
                    <a:pt x="5452" y="6781"/>
                    <a:pt x="6271" y="6781"/>
                  </a:cubicBezTo>
                  <a:cubicBezTo>
                    <a:pt x="6948" y="6781"/>
                    <a:pt x="7588" y="6541"/>
                    <a:pt x="7745" y="5708"/>
                  </a:cubicBezTo>
                  <a:cubicBezTo>
                    <a:pt x="7745" y="5708"/>
                    <a:pt x="7116" y="570"/>
                    <a:pt x="6119" y="71"/>
                  </a:cubicBezTo>
                  <a:cubicBezTo>
                    <a:pt x="6017" y="22"/>
                    <a:pt x="5872" y="0"/>
                    <a:pt x="5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43"/>
            <p:cNvSpPr/>
            <p:nvPr/>
          </p:nvSpPr>
          <p:spPr>
            <a:xfrm>
              <a:off x="1236242" y="1994777"/>
              <a:ext cx="165664" cy="65389"/>
            </a:xfrm>
            <a:custGeom>
              <a:avLst/>
              <a:gdLst/>
              <a:ahLst/>
              <a:cxnLst/>
              <a:rect l="l" t="t" r="r" b="b"/>
              <a:pathLst>
                <a:path w="2873" h="1134" extrusionOk="0">
                  <a:moveTo>
                    <a:pt x="303" y="0"/>
                  </a:moveTo>
                  <a:cubicBezTo>
                    <a:pt x="0" y="0"/>
                    <a:pt x="578" y="978"/>
                    <a:pt x="1028" y="1106"/>
                  </a:cubicBezTo>
                  <a:cubicBezTo>
                    <a:pt x="1084" y="1125"/>
                    <a:pt x="1154" y="1133"/>
                    <a:pt x="1233" y="1133"/>
                  </a:cubicBezTo>
                  <a:cubicBezTo>
                    <a:pt x="1806" y="1133"/>
                    <a:pt x="2872" y="690"/>
                    <a:pt x="2568" y="347"/>
                  </a:cubicBezTo>
                  <a:cubicBezTo>
                    <a:pt x="2257" y="18"/>
                    <a:pt x="697" y="0"/>
                    <a:pt x="372" y="0"/>
                  </a:cubicBezTo>
                  <a:cubicBezTo>
                    <a:pt x="334" y="0"/>
                    <a:pt x="313" y="0"/>
                    <a:pt x="313" y="0"/>
                  </a:cubicBezTo>
                  <a:cubicBezTo>
                    <a:pt x="309" y="0"/>
                    <a:pt x="306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43"/>
            <p:cNvSpPr/>
            <p:nvPr/>
          </p:nvSpPr>
          <p:spPr>
            <a:xfrm>
              <a:off x="1058010" y="2011038"/>
              <a:ext cx="31311" cy="40075"/>
            </a:xfrm>
            <a:custGeom>
              <a:avLst/>
              <a:gdLst/>
              <a:ahLst/>
              <a:cxnLst/>
              <a:rect l="l" t="t" r="r" b="b"/>
              <a:pathLst>
                <a:path w="543" h="695" extrusionOk="0">
                  <a:moveTo>
                    <a:pt x="108" y="0"/>
                  </a:moveTo>
                  <a:cubicBezTo>
                    <a:pt x="87" y="0"/>
                    <a:pt x="65" y="22"/>
                    <a:pt x="65" y="44"/>
                  </a:cubicBezTo>
                  <a:cubicBezTo>
                    <a:pt x="43" y="174"/>
                    <a:pt x="0" y="586"/>
                    <a:pt x="87" y="672"/>
                  </a:cubicBezTo>
                  <a:cubicBezTo>
                    <a:pt x="87" y="694"/>
                    <a:pt x="108" y="694"/>
                    <a:pt x="130" y="694"/>
                  </a:cubicBezTo>
                  <a:cubicBezTo>
                    <a:pt x="260" y="694"/>
                    <a:pt x="434" y="326"/>
                    <a:pt x="520" y="109"/>
                  </a:cubicBezTo>
                  <a:cubicBezTo>
                    <a:pt x="542" y="87"/>
                    <a:pt x="520" y="44"/>
                    <a:pt x="499" y="44"/>
                  </a:cubicBezTo>
                  <a:cubicBezTo>
                    <a:pt x="477" y="44"/>
                    <a:pt x="455" y="44"/>
                    <a:pt x="434" y="65"/>
                  </a:cubicBezTo>
                  <a:cubicBezTo>
                    <a:pt x="369" y="261"/>
                    <a:pt x="282" y="456"/>
                    <a:pt x="130" y="607"/>
                  </a:cubicBezTo>
                  <a:cubicBezTo>
                    <a:pt x="108" y="434"/>
                    <a:pt x="108" y="239"/>
                    <a:pt x="130" y="65"/>
                  </a:cubicBezTo>
                  <a:cubicBezTo>
                    <a:pt x="152" y="22"/>
                    <a:pt x="130" y="22"/>
                    <a:pt x="1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43"/>
            <p:cNvSpPr/>
            <p:nvPr/>
          </p:nvSpPr>
          <p:spPr>
            <a:xfrm>
              <a:off x="1115499" y="2024761"/>
              <a:ext cx="30042" cy="38807"/>
            </a:xfrm>
            <a:custGeom>
              <a:avLst/>
              <a:gdLst/>
              <a:ahLst/>
              <a:cxnLst/>
              <a:rect l="l" t="t" r="r" b="b"/>
              <a:pathLst>
                <a:path w="521" h="673" extrusionOk="0">
                  <a:moveTo>
                    <a:pt x="109" y="1"/>
                  </a:moveTo>
                  <a:cubicBezTo>
                    <a:pt x="87" y="1"/>
                    <a:pt x="65" y="1"/>
                    <a:pt x="65" y="23"/>
                  </a:cubicBezTo>
                  <a:cubicBezTo>
                    <a:pt x="44" y="153"/>
                    <a:pt x="0" y="565"/>
                    <a:pt x="65" y="651"/>
                  </a:cubicBezTo>
                  <a:cubicBezTo>
                    <a:pt x="87" y="673"/>
                    <a:pt x="109" y="673"/>
                    <a:pt x="130" y="673"/>
                  </a:cubicBezTo>
                  <a:cubicBezTo>
                    <a:pt x="239" y="673"/>
                    <a:pt x="434" y="326"/>
                    <a:pt x="521" y="109"/>
                  </a:cubicBezTo>
                  <a:cubicBezTo>
                    <a:pt x="521" y="88"/>
                    <a:pt x="521" y="66"/>
                    <a:pt x="499" y="44"/>
                  </a:cubicBezTo>
                  <a:cubicBezTo>
                    <a:pt x="477" y="44"/>
                    <a:pt x="456" y="44"/>
                    <a:pt x="434" y="66"/>
                  </a:cubicBezTo>
                  <a:cubicBezTo>
                    <a:pt x="369" y="261"/>
                    <a:pt x="260" y="434"/>
                    <a:pt x="130" y="608"/>
                  </a:cubicBezTo>
                  <a:cubicBezTo>
                    <a:pt x="109" y="413"/>
                    <a:pt x="109" y="218"/>
                    <a:pt x="130" y="44"/>
                  </a:cubicBezTo>
                  <a:cubicBezTo>
                    <a:pt x="152" y="23"/>
                    <a:pt x="130" y="1"/>
                    <a:pt x="1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43"/>
            <p:cNvSpPr/>
            <p:nvPr/>
          </p:nvSpPr>
          <p:spPr>
            <a:xfrm>
              <a:off x="1265534" y="2013863"/>
              <a:ext cx="94451" cy="34713"/>
            </a:xfrm>
            <a:custGeom>
              <a:avLst/>
              <a:gdLst/>
              <a:ahLst/>
              <a:cxnLst/>
              <a:rect l="l" t="t" r="r" b="b"/>
              <a:pathLst>
                <a:path w="1638" h="602" extrusionOk="0">
                  <a:moveTo>
                    <a:pt x="35" y="0"/>
                  </a:moveTo>
                  <a:cubicBezTo>
                    <a:pt x="27" y="0"/>
                    <a:pt x="22" y="6"/>
                    <a:pt x="22" y="16"/>
                  </a:cubicBezTo>
                  <a:cubicBezTo>
                    <a:pt x="0" y="16"/>
                    <a:pt x="0" y="60"/>
                    <a:pt x="22" y="60"/>
                  </a:cubicBezTo>
                  <a:cubicBezTo>
                    <a:pt x="22" y="81"/>
                    <a:pt x="499" y="602"/>
                    <a:pt x="1019" y="602"/>
                  </a:cubicBezTo>
                  <a:cubicBezTo>
                    <a:pt x="1236" y="602"/>
                    <a:pt x="1453" y="515"/>
                    <a:pt x="1604" y="342"/>
                  </a:cubicBezTo>
                  <a:cubicBezTo>
                    <a:pt x="1638" y="308"/>
                    <a:pt x="1607" y="262"/>
                    <a:pt x="1571" y="262"/>
                  </a:cubicBezTo>
                  <a:cubicBezTo>
                    <a:pt x="1561" y="262"/>
                    <a:pt x="1549" y="266"/>
                    <a:pt x="1539" y="277"/>
                  </a:cubicBezTo>
                  <a:cubicBezTo>
                    <a:pt x="1409" y="428"/>
                    <a:pt x="1214" y="515"/>
                    <a:pt x="997" y="515"/>
                  </a:cubicBezTo>
                  <a:cubicBezTo>
                    <a:pt x="520" y="515"/>
                    <a:pt x="65" y="16"/>
                    <a:pt x="65" y="16"/>
                  </a:cubicBezTo>
                  <a:cubicBezTo>
                    <a:pt x="54" y="6"/>
                    <a:pt x="43" y="0"/>
                    <a:pt x="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43"/>
            <p:cNvSpPr/>
            <p:nvPr/>
          </p:nvSpPr>
          <p:spPr>
            <a:xfrm>
              <a:off x="1334267" y="2506458"/>
              <a:ext cx="156265" cy="89723"/>
            </a:xfrm>
            <a:custGeom>
              <a:avLst/>
              <a:gdLst/>
              <a:ahLst/>
              <a:cxnLst/>
              <a:rect l="l" t="t" r="r" b="b"/>
              <a:pathLst>
                <a:path w="2710" h="1556" extrusionOk="0">
                  <a:moveTo>
                    <a:pt x="2493" y="0"/>
                  </a:moveTo>
                  <a:cubicBezTo>
                    <a:pt x="2211" y="0"/>
                    <a:pt x="911" y="904"/>
                    <a:pt x="911" y="904"/>
                  </a:cubicBezTo>
                  <a:cubicBezTo>
                    <a:pt x="911" y="904"/>
                    <a:pt x="0" y="1490"/>
                    <a:pt x="1366" y="1555"/>
                  </a:cubicBezTo>
                  <a:cubicBezTo>
                    <a:pt x="1387" y="1555"/>
                    <a:pt x="1407" y="1556"/>
                    <a:pt x="1426" y="1556"/>
                  </a:cubicBezTo>
                  <a:cubicBezTo>
                    <a:pt x="2709" y="1556"/>
                    <a:pt x="2665" y="186"/>
                    <a:pt x="2537" y="16"/>
                  </a:cubicBezTo>
                  <a:cubicBezTo>
                    <a:pt x="2528" y="5"/>
                    <a:pt x="2513" y="0"/>
                    <a:pt x="24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43"/>
            <p:cNvSpPr/>
            <p:nvPr/>
          </p:nvSpPr>
          <p:spPr>
            <a:xfrm>
              <a:off x="1257981" y="2569654"/>
              <a:ext cx="113826" cy="195245"/>
            </a:xfrm>
            <a:custGeom>
              <a:avLst/>
              <a:gdLst/>
              <a:ahLst/>
              <a:cxnLst/>
              <a:rect l="l" t="t" r="r" b="b"/>
              <a:pathLst>
                <a:path w="1974" h="3386" extrusionOk="0">
                  <a:moveTo>
                    <a:pt x="1644" y="0"/>
                  </a:moveTo>
                  <a:cubicBezTo>
                    <a:pt x="1416" y="0"/>
                    <a:pt x="66" y="372"/>
                    <a:pt x="66" y="372"/>
                  </a:cubicBezTo>
                  <a:cubicBezTo>
                    <a:pt x="66" y="372"/>
                    <a:pt x="1" y="3386"/>
                    <a:pt x="88" y="3386"/>
                  </a:cubicBezTo>
                  <a:cubicBezTo>
                    <a:pt x="174" y="3386"/>
                    <a:pt x="1800" y="3321"/>
                    <a:pt x="1887" y="3126"/>
                  </a:cubicBezTo>
                  <a:cubicBezTo>
                    <a:pt x="1974" y="2930"/>
                    <a:pt x="1779" y="69"/>
                    <a:pt x="1670" y="4"/>
                  </a:cubicBezTo>
                  <a:cubicBezTo>
                    <a:pt x="1665" y="1"/>
                    <a:pt x="1656" y="0"/>
                    <a:pt x="16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43"/>
            <p:cNvSpPr/>
            <p:nvPr/>
          </p:nvSpPr>
          <p:spPr>
            <a:xfrm>
              <a:off x="1055473" y="2573921"/>
              <a:ext cx="132566" cy="184808"/>
            </a:xfrm>
            <a:custGeom>
              <a:avLst/>
              <a:gdLst/>
              <a:ahLst/>
              <a:cxnLst/>
              <a:rect l="l" t="t" r="r" b="b"/>
              <a:pathLst>
                <a:path w="2299" h="3205" extrusionOk="0">
                  <a:moveTo>
                    <a:pt x="2037" y="0"/>
                  </a:moveTo>
                  <a:cubicBezTo>
                    <a:pt x="1608" y="0"/>
                    <a:pt x="564" y="103"/>
                    <a:pt x="564" y="103"/>
                  </a:cubicBezTo>
                  <a:cubicBezTo>
                    <a:pt x="564" y="103"/>
                    <a:pt x="1" y="3052"/>
                    <a:pt x="87" y="3073"/>
                  </a:cubicBezTo>
                  <a:cubicBezTo>
                    <a:pt x="134" y="3089"/>
                    <a:pt x="986" y="3205"/>
                    <a:pt x="1503" y="3205"/>
                  </a:cubicBezTo>
                  <a:cubicBezTo>
                    <a:pt x="1705" y="3205"/>
                    <a:pt x="1856" y="3187"/>
                    <a:pt x="1887" y="3138"/>
                  </a:cubicBezTo>
                  <a:cubicBezTo>
                    <a:pt x="2017" y="2965"/>
                    <a:pt x="2299" y="103"/>
                    <a:pt x="2212" y="16"/>
                  </a:cubicBezTo>
                  <a:cubicBezTo>
                    <a:pt x="2193" y="5"/>
                    <a:pt x="2129" y="0"/>
                    <a:pt x="20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43"/>
            <p:cNvSpPr/>
            <p:nvPr/>
          </p:nvSpPr>
          <p:spPr>
            <a:xfrm>
              <a:off x="1006749" y="2311507"/>
              <a:ext cx="311147" cy="323890"/>
            </a:xfrm>
            <a:custGeom>
              <a:avLst/>
              <a:gdLst/>
              <a:ahLst/>
              <a:cxnLst/>
              <a:rect l="l" t="t" r="r" b="b"/>
              <a:pathLst>
                <a:path w="5396" h="5617" extrusionOk="0">
                  <a:moveTo>
                    <a:pt x="3694" y="0"/>
                  </a:moveTo>
                  <a:cubicBezTo>
                    <a:pt x="3539" y="0"/>
                    <a:pt x="3370" y="46"/>
                    <a:pt x="3187" y="144"/>
                  </a:cubicBezTo>
                  <a:cubicBezTo>
                    <a:pt x="0" y="1857"/>
                    <a:pt x="3014" y="5608"/>
                    <a:pt x="3014" y="5608"/>
                  </a:cubicBezTo>
                  <a:cubicBezTo>
                    <a:pt x="3130" y="5614"/>
                    <a:pt x="3248" y="5616"/>
                    <a:pt x="3367" y="5616"/>
                  </a:cubicBezTo>
                  <a:cubicBezTo>
                    <a:pt x="3691" y="5616"/>
                    <a:pt x="4025" y="5596"/>
                    <a:pt x="4358" y="5565"/>
                  </a:cubicBezTo>
                  <a:cubicBezTo>
                    <a:pt x="5396" y="3959"/>
                    <a:pt x="5142" y="0"/>
                    <a:pt x="36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43"/>
            <p:cNvSpPr/>
            <p:nvPr/>
          </p:nvSpPr>
          <p:spPr>
            <a:xfrm>
              <a:off x="1112962" y="2304819"/>
              <a:ext cx="350127" cy="150211"/>
            </a:xfrm>
            <a:custGeom>
              <a:avLst/>
              <a:gdLst/>
              <a:ahLst/>
              <a:cxnLst/>
              <a:rect l="l" t="t" r="r" b="b"/>
              <a:pathLst>
                <a:path w="6072" h="2605" extrusionOk="0">
                  <a:moveTo>
                    <a:pt x="3860" y="0"/>
                  </a:moveTo>
                  <a:cubicBezTo>
                    <a:pt x="3860" y="0"/>
                    <a:pt x="2714" y="1018"/>
                    <a:pt x="1215" y="1018"/>
                  </a:cubicBezTo>
                  <a:cubicBezTo>
                    <a:pt x="977" y="1018"/>
                    <a:pt x="730" y="992"/>
                    <a:pt x="478" y="933"/>
                  </a:cubicBezTo>
                  <a:lnTo>
                    <a:pt x="1" y="2233"/>
                  </a:lnTo>
                  <a:cubicBezTo>
                    <a:pt x="1" y="2233"/>
                    <a:pt x="841" y="2604"/>
                    <a:pt x="1938" y="2604"/>
                  </a:cubicBezTo>
                  <a:cubicBezTo>
                    <a:pt x="2620" y="2604"/>
                    <a:pt x="3402" y="2461"/>
                    <a:pt x="4142" y="1995"/>
                  </a:cubicBezTo>
                  <a:cubicBezTo>
                    <a:pt x="6072" y="802"/>
                    <a:pt x="3860" y="0"/>
                    <a:pt x="38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43"/>
            <p:cNvSpPr/>
            <p:nvPr/>
          </p:nvSpPr>
          <p:spPr>
            <a:xfrm>
              <a:off x="1160475" y="2292710"/>
              <a:ext cx="180772" cy="74731"/>
            </a:xfrm>
            <a:custGeom>
              <a:avLst/>
              <a:gdLst/>
              <a:ahLst/>
              <a:cxnLst/>
              <a:rect l="l" t="t" r="r" b="b"/>
              <a:pathLst>
                <a:path w="3135" h="1296" extrusionOk="0">
                  <a:moveTo>
                    <a:pt x="3059" y="1"/>
                  </a:moveTo>
                  <a:cubicBezTo>
                    <a:pt x="3050" y="1"/>
                    <a:pt x="3041" y="5"/>
                    <a:pt x="3036" y="15"/>
                  </a:cubicBezTo>
                  <a:cubicBezTo>
                    <a:pt x="2412" y="772"/>
                    <a:pt x="1474" y="1215"/>
                    <a:pt x="497" y="1215"/>
                  </a:cubicBezTo>
                  <a:cubicBezTo>
                    <a:pt x="354" y="1215"/>
                    <a:pt x="210" y="1205"/>
                    <a:pt x="66" y="1186"/>
                  </a:cubicBezTo>
                  <a:cubicBezTo>
                    <a:pt x="44" y="1186"/>
                    <a:pt x="23" y="1208"/>
                    <a:pt x="1" y="1229"/>
                  </a:cubicBezTo>
                  <a:cubicBezTo>
                    <a:pt x="1" y="1251"/>
                    <a:pt x="23" y="1273"/>
                    <a:pt x="44" y="1273"/>
                  </a:cubicBezTo>
                  <a:cubicBezTo>
                    <a:pt x="174" y="1294"/>
                    <a:pt x="326" y="1294"/>
                    <a:pt x="456" y="1294"/>
                  </a:cubicBezTo>
                  <a:cubicBezTo>
                    <a:pt x="479" y="1295"/>
                    <a:pt x="503" y="1295"/>
                    <a:pt x="526" y="1295"/>
                  </a:cubicBezTo>
                  <a:cubicBezTo>
                    <a:pt x="1519" y="1295"/>
                    <a:pt x="2466" y="843"/>
                    <a:pt x="3101" y="80"/>
                  </a:cubicBezTo>
                  <a:cubicBezTo>
                    <a:pt x="3134" y="47"/>
                    <a:pt x="3091" y="1"/>
                    <a:pt x="3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43"/>
            <p:cNvSpPr/>
            <p:nvPr/>
          </p:nvSpPr>
          <p:spPr>
            <a:xfrm>
              <a:off x="1136718" y="2382718"/>
              <a:ext cx="252043" cy="72136"/>
            </a:xfrm>
            <a:custGeom>
              <a:avLst/>
              <a:gdLst/>
              <a:ahLst/>
              <a:cxnLst/>
              <a:rect l="l" t="t" r="r" b="b"/>
              <a:pathLst>
                <a:path w="4371" h="1251" extrusionOk="0">
                  <a:moveTo>
                    <a:pt x="4295" y="1"/>
                  </a:moveTo>
                  <a:cubicBezTo>
                    <a:pt x="4286" y="1"/>
                    <a:pt x="4277" y="5"/>
                    <a:pt x="4272" y="15"/>
                  </a:cubicBezTo>
                  <a:cubicBezTo>
                    <a:pt x="3549" y="767"/>
                    <a:pt x="2557" y="1171"/>
                    <a:pt x="1551" y="1171"/>
                  </a:cubicBezTo>
                  <a:cubicBezTo>
                    <a:pt x="1049" y="1171"/>
                    <a:pt x="543" y="1070"/>
                    <a:pt x="66" y="861"/>
                  </a:cubicBezTo>
                  <a:cubicBezTo>
                    <a:pt x="60" y="854"/>
                    <a:pt x="53" y="852"/>
                    <a:pt x="47" y="852"/>
                  </a:cubicBezTo>
                  <a:cubicBezTo>
                    <a:pt x="32" y="852"/>
                    <a:pt x="16" y="867"/>
                    <a:pt x="1" y="882"/>
                  </a:cubicBezTo>
                  <a:cubicBezTo>
                    <a:pt x="1" y="904"/>
                    <a:pt x="1" y="926"/>
                    <a:pt x="23" y="926"/>
                  </a:cubicBezTo>
                  <a:cubicBezTo>
                    <a:pt x="478" y="1121"/>
                    <a:pt x="933" y="1229"/>
                    <a:pt x="1432" y="1251"/>
                  </a:cubicBezTo>
                  <a:lnTo>
                    <a:pt x="1584" y="1251"/>
                  </a:lnTo>
                  <a:cubicBezTo>
                    <a:pt x="2624" y="1251"/>
                    <a:pt x="3600" y="817"/>
                    <a:pt x="4337" y="80"/>
                  </a:cubicBezTo>
                  <a:cubicBezTo>
                    <a:pt x="4370" y="47"/>
                    <a:pt x="4327" y="1"/>
                    <a:pt x="42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43"/>
            <p:cNvSpPr/>
            <p:nvPr/>
          </p:nvSpPr>
          <p:spPr>
            <a:xfrm>
              <a:off x="1055473" y="2711096"/>
              <a:ext cx="120053" cy="51435"/>
            </a:xfrm>
            <a:custGeom>
              <a:avLst/>
              <a:gdLst/>
              <a:ahLst/>
              <a:cxnLst/>
              <a:rect l="l" t="t" r="r" b="b"/>
              <a:pathLst>
                <a:path w="2082" h="892" extrusionOk="0">
                  <a:moveTo>
                    <a:pt x="174" y="0"/>
                  </a:moveTo>
                  <a:lnTo>
                    <a:pt x="1" y="846"/>
                  </a:lnTo>
                  <a:cubicBezTo>
                    <a:pt x="1" y="846"/>
                    <a:pt x="998" y="892"/>
                    <a:pt x="1576" y="892"/>
                  </a:cubicBezTo>
                  <a:cubicBezTo>
                    <a:pt x="1792" y="892"/>
                    <a:pt x="1950" y="885"/>
                    <a:pt x="1974" y="868"/>
                  </a:cubicBezTo>
                  <a:cubicBezTo>
                    <a:pt x="2082" y="824"/>
                    <a:pt x="1974" y="0"/>
                    <a:pt x="19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43"/>
            <p:cNvSpPr/>
            <p:nvPr/>
          </p:nvSpPr>
          <p:spPr>
            <a:xfrm>
              <a:off x="1254233" y="2716805"/>
              <a:ext cx="115094" cy="49186"/>
            </a:xfrm>
            <a:custGeom>
              <a:avLst/>
              <a:gdLst/>
              <a:ahLst/>
              <a:cxnLst/>
              <a:rect l="l" t="t" r="r" b="b"/>
              <a:pathLst>
                <a:path w="1996" h="853" extrusionOk="0">
                  <a:moveTo>
                    <a:pt x="1518" y="1"/>
                  </a:moveTo>
                  <a:cubicBezTo>
                    <a:pt x="980" y="1"/>
                    <a:pt x="109" y="75"/>
                    <a:pt x="109" y="75"/>
                  </a:cubicBezTo>
                  <a:cubicBezTo>
                    <a:pt x="109" y="75"/>
                    <a:pt x="1" y="769"/>
                    <a:pt x="153" y="834"/>
                  </a:cubicBezTo>
                  <a:cubicBezTo>
                    <a:pt x="210" y="848"/>
                    <a:pt x="432" y="853"/>
                    <a:pt x="702" y="853"/>
                  </a:cubicBezTo>
                  <a:cubicBezTo>
                    <a:pt x="1241" y="853"/>
                    <a:pt x="1974" y="834"/>
                    <a:pt x="1974" y="834"/>
                  </a:cubicBezTo>
                  <a:cubicBezTo>
                    <a:pt x="1995" y="574"/>
                    <a:pt x="1974" y="292"/>
                    <a:pt x="1930" y="53"/>
                  </a:cubicBezTo>
                  <a:cubicBezTo>
                    <a:pt x="1917" y="14"/>
                    <a:pt x="1748" y="1"/>
                    <a:pt x="15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43"/>
            <p:cNvSpPr/>
            <p:nvPr/>
          </p:nvSpPr>
          <p:spPr>
            <a:xfrm>
              <a:off x="900479" y="2096721"/>
              <a:ext cx="240049" cy="125704"/>
            </a:xfrm>
            <a:custGeom>
              <a:avLst/>
              <a:gdLst/>
              <a:ahLst/>
              <a:cxnLst/>
              <a:rect l="l" t="t" r="r" b="b"/>
              <a:pathLst>
                <a:path w="4163" h="2180" extrusionOk="0">
                  <a:moveTo>
                    <a:pt x="3196" y="0"/>
                  </a:moveTo>
                  <a:cubicBezTo>
                    <a:pt x="2277" y="0"/>
                    <a:pt x="521" y="487"/>
                    <a:pt x="521" y="487"/>
                  </a:cubicBezTo>
                  <a:cubicBezTo>
                    <a:pt x="521" y="487"/>
                    <a:pt x="152" y="682"/>
                    <a:pt x="87" y="834"/>
                  </a:cubicBezTo>
                  <a:cubicBezTo>
                    <a:pt x="0" y="986"/>
                    <a:pt x="369" y="2135"/>
                    <a:pt x="781" y="2178"/>
                  </a:cubicBezTo>
                  <a:cubicBezTo>
                    <a:pt x="789" y="2179"/>
                    <a:pt x="799" y="2180"/>
                    <a:pt x="809" y="2180"/>
                  </a:cubicBezTo>
                  <a:cubicBezTo>
                    <a:pt x="1326" y="2180"/>
                    <a:pt x="4076" y="1138"/>
                    <a:pt x="4076" y="1138"/>
                  </a:cubicBezTo>
                  <a:cubicBezTo>
                    <a:pt x="4076" y="1138"/>
                    <a:pt x="4163" y="401"/>
                    <a:pt x="3643" y="75"/>
                  </a:cubicBezTo>
                  <a:cubicBezTo>
                    <a:pt x="3548" y="22"/>
                    <a:pt x="3390" y="0"/>
                    <a:pt x="31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43"/>
            <p:cNvSpPr/>
            <p:nvPr/>
          </p:nvSpPr>
          <p:spPr>
            <a:xfrm>
              <a:off x="951740" y="2141754"/>
              <a:ext cx="51320" cy="58124"/>
            </a:xfrm>
            <a:custGeom>
              <a:avLst/>
              <a:gdLst/>
              <a:ahLst/>
              <a:cxnLst/>
              <a:rect l="l" t="t" r="r" b="b"/>
              <a:pathLst>
                <a:path w="890" h="1008" extrusionOk="0">
                  <a:moveTo>
                    <a:pt x="827" y="1"/>
                  </a:moveTo>
                  <a:cubicBezTo>
                    <a:pt x="813" y="1"/>
                    <a:pt x="802" y="16"/>
                    <a:pt x="802" y="31"/>
                  </a:cubicBezTo>
                  <a:cubicBezTo>
                    <a:pt x="716" y="812"/>
                    <a:pt x="586" y="920"/>
                    <a:pt x="521" y="920"/>
                  </a:cubicBezTo>
                  <a:cubicBezTo>
                    <a:pt x="390" y="920"/>
                    <a:pt x="195" y="530"/>
                    <a:pt x="87" y="270"/>
                  </a:cubicBezTo>
                  <a:cubicBezTo>
                    <a:pt x="87" y="255"/>
                    <a:pt x="76" y="239"/>
                    <a:pt x="62" y="239"/>
                  </a:cubicBezTo>
                  <a:cubicBezTo>
                    <a:pt x="56" y="239"/>
                    <a:pt x="50" y="242"/>
                    <a:pt x="44" y="248"/>
                  </a:cubicBezTo>
                  <a:cubicBezTo>
                    <a:pt x="22" y="248"/>
                    <a:pt x="0" y="270"/>
                    <a:pt x="22" y="292"/>
                  </a:cubicBezTo>
                  <a:cubicBezTo>
                    <a:pt x="65" y="422"/>
                    <a:pt x="282" y="1007"/>
                    <a:pt x="521" y="1007"/>
                  </a:cubicBezTo>
                  <a:lnTo>
                    <a:pt x="542" y="1007"/>
                  </a:lnTo>
                  <a:cubicBezTo>
                    <a:pt x="716" y="985"/>
                    <a:pt x="824" y="682"/>
                    <a:pt x="889" y="53"/>
                  </a:cubicBezTo>
                  <a:cubicBezTo>
                    <a:pt x="889" y="31"/>
                    <a:pt x="867" y="10"/>
                    <a:pt x="846" y="10"/>
                  </a:cubicBezTo>
                  <a:cubicBezTo>
                    <a:pt x="839" y="3"/>
                    <a:pt x="833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43"/>
            <p:cNvSpPr/>
            <p:nvPr/>
          </p:nvSpPr>
          <p:spPr>
            <a:xfrm>
              <a:off x="902959" y="2138525"/>
              <a:ext cx="266343" cy="90069"/>
            </a:xfrm>
            <a:custGeom>
              <a:avLst/>
              <a:gdLst/>
              <a:ahLst/>
              <a:cxnLst/>
              <a:rect l="l" t="t" r="r" b="b"/>
              <a:pathLst>
                <a:path w="4619" h="1562" extrusionOk="0">
                  <a:moveTo>
                    <a:pt x="44" y="1"/>
                  </a:moveTo>
                  <a:cubicBezTo>
                    <a:pt x="22" y="22"/>
                    <a:pt x="1" y="22"/>
                    <a:pt x="1" y="66"/>
                  </a:cubicBezTo>
                  <a:cubicBezTo>
                    <a:pt x="1" y="109"/>
                    <a:pt x="66" y="1280"/>
                    <a:pt x="781" y="1540"/>
                  </a:cubicBezTo>
                  <a:cubicBezTo>
                    <a:pt x="868" y="1562"/>
                    <a:pt x="955" y="1562"/>
                    <a:pt x="1041" y="1562"/>
                  </a:cubicBezTo>
                  <a:cubicBezTo>
                    <a:pt x="1605" y="1562"/>
                    <a:pt x="2602" y="1193"/>
                    <a:pt x="2928" y="1063"/>
                  </a:cubicBezTo>
                  <a:cubicBezTo>
                    <a:pt x="3708" y="760"/>
                    <a:pt x="4532" y="326"/>
                    <a:pt x="4619" y="131"/>
                  </a:cubicBezTo>
                  <a:cubicBezTo>
                    <a:pt x="4619" y="109"/>
                    <a:pt x="4619" y="87"/>
                    <a:pt x="4597" y="66"/>
                  </a:cubicBezTo>
                  <a:cubicBezTo>
                    <a:pt x="4575" y="66"/>
                    <a:pt x="4554" y="66"/>
                    <a:pt x="4532" y="87"/>
                  </a:cubicBezTo>
                  <a:cubicBezTo>
                    <a:pt x="4432" y="387"/>
                    <a:pt x="1939" y="1478"/>
                    <a:pt x="1005" y="1478"/>
                  </a:cubicBezTo>
                  <a:cubicBezTo>
                    <a:pt x="926" y="1478"/>
                    <a:pt x="857" y="1470"/>
                    <a:pt x="803" y="1453"/>
                  </a:cubicBezTo>
                  <a:cubicBezTo>
                    <a:pt x="131" y="1215"/>
                    <a:pt x="87" y="44"/>
                    <a:pt x="87" y="44"/>
                  </a:cubicBezTo>
                  <a:cubicBezTo>
                    <a:pt x="87" y="22"/>
                    <a:pt x="66" y="1"/>
                    <a:pt x="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43"/>
            <p:cNvSpPr/>
            <p:nvPr/>
          </p:nvSpPr>
          <p:spPr>
            <a:xfrm>
              <a:off x="877991" y="2038542"/>
              <a:ext cx="125012" cy="127549"/>
            </a:xfrm>
            <a:custGeom>
              <a:avLst/>
              <a:gdLst/>
              <a:ahLst/>
              <a:cxnLst/>
              <a:rect l="l" t="t" r="r" b="b"/>
              <a:pathLst>
                <a:path w="2168" h="2212" extrusionOk="0">
                  <a:moveTo>
                    <a:pt x="954" y="0"/>
                  </a:moveTo>
                  <a:cubicBezTo>
                    <a:pt x="954" y="0"/>
                    <a:pt x="65" y="347"/>
                    <a:pt x="43" y="716"/>
                  </a:cubicBezTo>
                  <a:cubicBezTo>
                    <a:pt x="0" y="1084"/>
                    <a:pt x="520" y="2212"/>
                    <a:pt x="520" y="2212"/>
                  </a:cubicBezTo>
                  <a:cubicBezTo>
                    <a:pt x="2168" y="1952"/>
                    <a:pt x="954" y="0"/>
                    <a:pt x="9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43"/>
            <p:cNvSpPr/>
            <p:nvPr/>
          </p:nvSpPr>
          <p:spPr>
            <a:xfrm>
              <a:off x="1275510" y="2147520"/>
              <a:ext cx="12570" cy="22315"/>
            </a:xfrm>
            <a:custGeom>
              <a:avLst/>
              <a:gdLst/>
              <a:ahLst/>
              <a:cxnLst/>
              <a:rect l="l" t="t" r="r" b="b"/>
              <a:pathLst>
                <a:path w="218" h="387" extrusionOk="0">
                  <a:moveTo>
                    <a:pt x="50" y="0"/>
                  </a:moveTo>
                  <a:cubicBezTo>
                    <a:pt x="22" y="0"/>
                    <a:pt x="0" y="31"/>
                    <a:pt x="0" y="62"/>
                  </a:cubicBezTo>
                  <a:cubicBezTo>
                    <a:pt x="44" y="127"/>
                    <a:pt x="109" y="278"/>
                    <a:pt x="65" y="343"/>
                  </a:cubicBezTo>
                  <a:cubicBezTo>
                    <a:pt x="65" y="343"/>
                    <a:pt x="65" y="387"/>
                    <a:pt x="65" y="387"/>
                  </a:cubicBezTo>
                  <a:lnTo>
                    <a:pt x="152" y="387"/>
                  </a:lnTo>
                  <a:cubicBezTo>
                    <a:pt x="217" y="257"/>
                    <a:pt x="87" y="40"/>
                    <a:pt x="87" y="18"/>
                  </a:cubicBezTo>
                  <a:cubicBezTo>
                    <a:pt x="74" y="5"/>
                    <a:pt x="62" y="0"/>
                    <a:pt x="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43"/>
            <p:cNvSpPr/>
            <p:nvPr/>
          </p:nvSpPr>
          <p:spPr>
            <a:xfrm>
              <a:off x="1280526" y="2122265"/>
              <a:ext cx="13781" cy="22604"/>
            </a:xfrm>
            <a:custGeom>
              <a:avLst/>
              <a:gdLst/>
              <a:ahLst/>
              <a:cxnLst/>
              <a:rect l="l" t="t" r="r" b="b"/>
              <a:pathLst>
                <a:path w="239" h="392" extrusionOk="0">
                  <a:moveTo>
                    <a:pt x="44" y="1"/>
                  </a:moveTo>
                  <a:cubicBezTo>
                    <a:pt x="22" y="23"/>
                    <a:pt x="0" y="44"/>
                    <a:pt x="22" y="66"/>
                  </a:cubicBezTo>
                  <a:cubicBezTo>
                    <a:pt x="65" y="131"/>
                    <a:pt x="130" y="283"/>
                    <a:pt x="87" y="348"/>
                  </a:cubicBezTo>
                  <a:cubicBezTo>
                    <a:pt x="65" y="348"/>
                    <a:pt x="65" y="369"/>
                    <a:pt x="87" y="391"/>
                  </a:cubicBezTo>
                  <a:lnTo>
                    <a:pt x="152" y="391"/>
                  </a:lnTo>
                  <a:cubicBezTo>
                    <a:pt x="239" y="261"/>
                    <a:pt x="87" y="44"/>
                    <a:pt x="87" y="23"/>
                  </a:cubicBezTo>
                  <a:cubicBezTo>
                    <a:pt x="87" y="1"/>
                    <a:pt x="65" y="1"/>
                    <a:pt x="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43"/>
            <p:cNvSpPr/>
            <p:nvPr/>
          </p:nvSpPr>
          <p:spPr>
            <a:xfrm>
              <a:off x="1291770" y="2177273"/>
              <a:ext cx="12570" cy="22604"/>
            </a:xfrm>
            <a:custGeom>
              <a:avLst/>
              <a:gdLst/>
              <a:ahLst/>
              <a:cxnLst/>
              <a:rect l="l" t="t" r="r" b="b"/>
              <a:pathLst>
                <a:path w="218" h="392" extrusionOk="0">
                  <a:moveTo>
                    <a:pt x="0" y="1"/>
                  </a:moveTo>
                  <a:cubicBezTo>
                    <a:pt x="0" y="23"/>
                    <a:pt x="0" y="44"/>
                    <a:pt x="0" y="66"/>
                  </a:cubicBezTo>
                  <a:cubicBezTo>
                    <a:pt x="44" y="131"/>
                    <a:pt x="109" y="283"/>
                    <a:pt x="65" y="326"/>
                  </a:cubicBezTo>
                  <a:cubicBezTo>
                    <a:pt x="65" y="348"/>
                    <a:pt x="65" y="369"/>
                    <a:pt x="65" y="391"/>
                  </a:cubicBezTo>
                  <a:lnTo>
                    <a:pt x="130" y="391"/>
                  </a:lnTo>
                  <a:cubicBezTo>
                    <a:pt x="217" y="261"/>
                    <a:pt x="65" y="44"/>
                    <a:pt x="65" y="23"/>
                  </a:cubicBezTo>
                  <a:cubicBezTo>
                    <a:pt x="65" y="1"/>
                    <a:pt x="22" y="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43"/>
            <p:cNvSpPr/>
            <p:nvPr/>
          </p:nvSpPr>
          <p:spPr>
            <a:xfrm>
              <a:off x="1269282" y="2192611"/>
              <a:ext cx="12513" cy="22777"/>
            </a:xfrm>
            <a:custGeom>
              <a:avLst/>
              <a:gdLst/>
              <a:ahLst/>
              <a:cxnLst/>
              <a:rect l="l" t="t" r="r" b="b"/>
              <a:pathLst>
                <a:path w="217" h="395" extrusionOk="0">
                  <a:moveTo>
                    <a:pt x="54" y="0"/>
                  </a:moveTo>
                  <a:cubicBezTo>
                    <a:pt x="43" y="0"/>
                    <a:pt x="33" y="6"/>
                    <a:pt x="22" y="17"/>
                  </a:cubicBezTo>
                  <a:cubicBezTo>
                    <a:pt x="0" y="17"/>
                    <a:pt x="0" y="38"/>
                    <a:pt x="0" y="60"/>
                  </a:cubicBezTo>
                  <a:cubicBezTo>
                    <a:pt x="43" y="125"/>
                    <a:pt x="108" y="277"/>
                    <a:pt x="65" y="342"/>
                  </a:cubicBezTo>
                  <a:cubicBezTo>
                    <a:pt x="65" y="342"/>
                    <a:pt x="65" y="385"/>
                    <a:pt x="65" y="385"/>
                  </a:cubicBezTo>
                  <a:lnTo>
                    <a:pt x="87" y="385"/>
                  </a:lnTo>
                  <a:cubicBezTo>
                    <a:pt x="94" y="392"/>
                    <a:pt x="101" y="395"/>
                    <a:pt x="108" y="395"/>
                  </a:cubicBezTo>
                  <a:cubicBezTo>
                    <a:pt x="120" y="395"/>
                    <a:pt x="130" y="385"/>
                    <a:pt x="130" y="385"/>
                  </a:cubicBezTo>
                  <a:cubicBezTo>
                    <a:pt x="217" y="255"/>
                    <a:pt x="87" y="38"/>
                    <a:pt x="87" y="17"/>
                  </a:cubicBezTo>
                  <a:cubicBezTo>
                    <a:pt x="76" y="6"/>
                    <a:pt x="65" y="0"/>
                    <a:pt x="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43"/>
            <p:cNvSpPr/>
            <p:nvPr/>
          </p:nvSpPr>
          <p:spPr>
            <a:xfrm>
              <a:off x="1290502" y="2209275"/>
              <a:ext cx="12570" cy="23065"/>
            </a:xfrm>
            <a:custGeom>
              <a:avLst/>
              <a:gdLst/>
              <a:ahLst/>
              <a:cxnLst/>
              <a:rect l="l" t="t" r="r" b="b"/>
              <a:pathLst>
                <a:path w="218" h="400" extrusionOk="0">
                  <a:moveTo>
                    <a:pt x="41" y="1"/>
                  </a:moveTo>
                  <a:cubicBezTo>
                    <a:pt x="35" y="1"/>
                    <a:pt x="29" y="3"/>
                    <a:pt x="22" y="10"/>
                  </a:cubicBezTo>
                  <a:cubicBezTo>
                    <a:pt x="1" y="31"/>
                    <a:pt x="1" y="53"/>
                    <a:pt x="22" y="75"/>
                  </a:cubicBezTo>
                  <a:cubicBezTo>
                    <a:pt x="44" y="140"/>
                    <a:pt x="109" y="291"/>
                    <a:pt x="87" y="335"/>
                  </a:cubicBezTo>
                  <a:cubicBezTo>
                    <a:pt x="66" y="356"/>
                    <a:pt x="66" y="378"/>
                    <a:pt x="87" y="400"/>
                  </a:cubicBezTo>
                  <a:lnTo>
                    <a:pt x="109" y="400"/>
                  </a:lnTo>
                  <a:cubicBezTo>
                    <a:pt x="109" y="400"/>
                    <a:pt x="131" y="400"/>
                    <a:pt x="152" y="378"/>
                  </a:cubicBezTo>
                  <a:cubicBezTo>
                    <a:pt x="217" y="270"/>
                    <a:pt x="109" y="53"/>
                    <a:pt x="87" y="31"/>
                  </a:cubicBezTo>
                  <a:cubicBezTo>
                    <a:pt x="72" y="16"/>
                    <a:pt x="57" y="1"/>
                    <a:pt x="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43"/>
            <p:cNvSpPr/>
            <p:nvPr/>
          </p:nvSpPr>
          <p:spPr>
            <a:xfrm>
              <a:off x="1260518" y="2158015"/>
              <a:ext cx="13781" cy="23065"/>
            </a:xfrm>
            <a:custGeom>
              <a:avLst/>
              <a:gdLst/>
              <a:ahLst/>
              <a:cxnLst/>
              <a:rect l="l" t="t" r="r" b="b"/>
              <a:pathLst>
                <a:path w="239" h="400" extrusionOk="0">
                  <a:moveTo>
                    <a:pt x="62" y="1"/>
                  </a:moveTo>
                  <a:cubicBezTo>
                    <a:pt x="56" y="1"/>
                    <a:pt x="50" y="3"/>
                    <a:pt x="44" y="10"/>
                  </a:cubicBezTo>
                  <a:cubicBezTo>
                    <a:pt x="22" y="10"/>
                    <a:pt x="0" y="53"/>
                    <a:pt x="22" y="75"/>
                  </a:cubicBezTo>
                  <a:cubicBezTo>
                    <a:pt x="65" y="140"/>
                    <a:pt x="130" y="270"/>
                    <a:pt x="87" y="335"/>
                  </a:cubicBezTo>
                  <a:cubicBezTo>
                    <a:pt x="65" y="357"/>
                    <a:pt x="65" y="378"/>
                    <a:pt x="87" y="400"/>
                  </a:cubicBezTo>
                  <a:lnTo>
                    <a:pt x="109" y="400"/>
                  </a:lnTo>
                  <a:cubicBezTo>
                    <a:pt x="130" y="400"/>
                    <a:pt x="130" y="400"/>
                    <a:pt x="152" y="378"/>
                  </a:cubicBezTo>
                  <a:cubicBezTo>
                    <a:pt x="239" y="270"/>
                    <a:pt x="109" y="53"/>
                    <a:pt x="87" y="31"/>
                  </a:cubicBezTo>
                  <a:cubicBezTo>
                    <a:pt x="87" y="16"/>
                    <a:pt x="76" y="1"/>
                    <a:pt x="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43"/>
            <p:cNvSpPr/>
            <p:nvPr/>
          </p:nvSpPr>
          <p:spPr>
            <a:xfrm>
              <a:off x="1260518" y="2118863"/>
              <a:ext cx="13781" cy="23469"/>
            </a:xfrm>
            <a:custGeom>
              <a:avLst/>
              <a:gdLst/>
              <a:ahLst/>
              <a:cxnLst/>
              <a:rect l="l" t="t" r="r" b="b"/>
              <a:pathLst>
                <a:path w="239" h="407" extrusionOk="0">
                  <a:moveTo>
                    <a:pt x="65" y="0"/>
                  </a:moveTo>
                  <a:cubicBezTo>
                    <a:pt x="54" y="0"/>
                    <a:pt x="44" y="6"/>
                    <a:pt x="44" y="17"/>
                  </a:cubicBezTo>
                  <a:cubicBezTo>
                    <a:pt x="22" y="38"/>
                    <a:pt x="0" y="60"/>
                    <a:pt x="22" y="82"/>
                  </a:cubicBezTo>
                  <a:cubicBezTo>
                    <a:pt x="65" y="147"/>
                    <a:pt x="130" y="298"/>
                    <a:pt x="87" y="342"/>
                  </a:cubicBezTo>
                  <a:cubicBezTo>
                    <a:pt x="65" y="363"/>
                    <a:pt x="65" y="385"/>
                    <a:pt x="87" y="407"/>
                  </a:cubicBezTo>
                  <a:lnTo>
                    <a:pt x="109" y="407"/>
                  </a:lnTo>
                  <a:cubicBezTo>
                    <a:pt x="130" y="407"/>
                    <a:pt x="152" y="385"/>
                    <a:pt x="152" y="385"/>
                  </a:cubicBezTo>
                  <a:cubicBezTo>
                    <a:pt x="239" y="255"/>
                    <a:pt x="109" y="38"/>
                    <a:pt x="87" y="17"/>
                  </a:cubicBezTo>
                  <a:cubicBezTo>
                    <a:pt x="87" y="6"/>
                    <a:pt x="76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43"/>
            <p:cNvSpPr/>
            <p:nvPr/>
          </p:nvSpPr>
          <p:spPr>
            <a:xfrm>
              <a:off x="1319275" y="2388254"/>
              <a:ext cx="22315" cy="12859"/>
            </a:xfrm>
            <a:custGeom>
              <a:avLst/>
              <a:gdLst/>
              <a:ahLst/>
              <a:cxnLst/>
              <a:rect l="l" t="t" r="r" b="b"/>
              <a:pathLst>
                <a:path w="387" h="223" extrusionOk="0">
                  <a:moveTo>
                    <a:pt x="327" y="0"/>
                  </a:moveTo>
                  <a:cubicBezTo>
                    <a:pt x="320" y="0"/>
                    <a:pt x="312" y="2"/>
                    <a:pt x="304" y="6"/>
                  </a:cubicBezTo>
                  <a:cubicBezTo>
                    <a:pt x="265" y="64"/>
                    <a:pt x="157" y="139"/>
                    <a:pt x="88" y="139"/>
                  </a:cubicBezTo>
                  <a:cubicBezTo>
                    <a:pt x="80" y="139"/>
                    <a:pt x="72" y="138"/>
                    <a:pt x="65" y="136"/>
                  </a:cubicBezTo>
                  <a:cubicBezTo>
                    <a:pt x="44" y="136"/>
                    <a:pt x="22" y="136"/>
                    <a:pt x="22" y="158"/>
                  </a:cubicBezTo>
                  <a:cubicBezTo>
                    <a:pt x="0" y="179"/>
                    <a:pt x="22" y="201"/>
                    <a:pt x="44" y="223"/>
                  </a:cubicBezTo>
                  <a:lnTo>
                    <a:pt x="87" y="223"/>
                  </a:lnTo>
                  <a:cubicBezTo>
                    <a:pt x="195" y="201"/>
                    <a:pt x="282" y="136"/>
                    <a:pt x="369" y="71"/>
                  </a:cubicBezTo>
                  <a:cubicBezTo>
                    <a:pt x="387" y="35"/>
                    <a:pt x="361" y="0"/>
                    <a:pt x="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43"/>
            <p:cNvSpPr/>
            <p:nvPr/>
          </p:nvSpPr>
          <p:spPr>
            <a:xfrm>
              <a:off x="1344242" y="2386466"/>
              <a:ext cx="23238" cy="13378"/>
            </a:xfrm>
            <a:custGeom>
              <a:avLst/>
              <a:gdLst/>
              <a:ahLst/>
              <a:cxnLst/>
              <a:rect l="l" t="t" r="r" b="b"/>
              <a:pathLst>
                <a:path w="403" h="232" extrusionOk="0">
                  <a:moveTo>
                    <a:pt x="337" y="1"/>
                  </a:moveTo>
                  <a:cubicBezTo>
                    <a:pt x="326" y="1"/>
                    <a:pt x="314" y="5"/>
                    <a:pt x="304" y="15"/>
                  </a:cubicBezTo>
                  <a:cubicBezTo>
                    <a:pt x="265" y="55"/>
                    <a:pt x="154" y="148"/>
                    <a:pt x="85" y="148"/>
                  </a:cubicBezTo>
                  <a:cubicBezTo>
                    <a:pt x="78" y="148"/>
                    <a:pt x="72" y="147"/>
                    <a:pt x="66" y="145"/>
                  </a:cubicBezTo>
                  <a:cubicBezTo>
                    <a:pt x="44" y="145"/>
                    <a:pt x="23" y="145"/>
                    <a:pt x="23" y="167"/>
                  </a:cubicBezTo>
                  <a:cubicBezTo>
                    <a:pt x="1" y="189"/>
                    <a:pt x="23" y="210"/>
                    <a:pt x="44" y="232"/>
                  </a:cubicBezTo>
                  <a:lnTo>
                    <a:pt x="88" y="232"/>
                  </a:lnTo>
                  <a:cubicBezTo>
                    <a:pt x="218" y="232"/>
                    <a:pt x="348" y="80"/>
                    <a:pt x="369" y="80"/>
                  </a:cubicBezTo>
                  <a:cubicBezTo>
                    <a:pt x="403" y="47"/>
                    <a:pt x="372" y="1"/>
                    <a:pt x="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43"/>
            <p:cNvSpPr/>
            <p:nvPr/>
          </p:nvSpPr>
          <p:spPr>
            <a:xfrm>
              <a:off x="1295518" y="2411376"/>
              <a:ext cx="21277" cy="13493"/>
            </a:xfrm>
            <a:custGeom>
              <a:avLst/>
              <a:gdLst/>
              <a:ahLst/>
              <a:cxnLst/>
              <a:rect l="l" t="t" r="r" b="b"/>
              <a:pathLst>
                <a:path w="369" h="234" extrusionOk="0">
                  <a:moveTo>
                    <a:pt x="328" y="1"/>
                  </a:moveTo>
                  <a:cubicBezTo>
                    <a:pt x="315" y="1"/>
                    <a:pt x="304" y="6"/>
                    <a:pt x="304" y="17"/>
                  </a:cubicBezTo>
                  <a:cubicBezTo>
                    <a:pt x="264" y="56"/>
                    <a:pt x="153" y="150"/>
                    <a:pt x="84" y="150"/>
                  </a:cubicBezTo>
                  <a:cubicBezTo>
                    <a:pt x="78" y="150"/>
                    <a:pt x="71" y="149"/>
                    <a:pt x="65" y="147"/>
                  </a:cubicBezTo>
                  <a:cubicBezTo>
                    <a:pt x="59" y="141"/>
                    <a:pt x="53" y="138"/>
                    <a:pt x="46" y="138"/>
                  </a:cubicBezTo>
                  <a:cubicBezTo>
                    <a:pt x="31" y="138"/>
                    <a:pt x="16" y="153"/>
                    <a:pt x="0" y="169"/>
                  </a:cubicBezTo>
                  <a:cubicBezTo>
                    <a:pt x="0" y="190"/>
                    <a:pt x="0" y="212"/>
                    <a:pt x="22" y="234"/>
                  </a:cubicBezTo>
                  <a:lnTo>
                    <a:pt x="87" y="234"/>
                  </a:lnTo>
                  <a:cubicBezTo>
                    <a:pt x="174" y="212"/>
                    <a:pt x="282" y="147"/>
                    <a:pt x="369" y="82"/>
                  </a:cubicBezTo>
                  <a:cubicBezTo>
                    <a:pt x="369" y="60"/>
                    <a:pt x="369" y="38"/>
                    <a:pt x="369" y="17"/>
                  </a:cubicBezTo>
                  <a:cubicBezTo>
                    <a:pt x="358" y="6"/>
                    <a:pt x="342" y="1"/>
                    <a:pt x="3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43"/>
            <p:cNvSpPr/>
            <p:nvPr/>
          </p:nvSpPr>
          <p:spPr>
            <a:xfrm>
              <a:off x="1274241" y="2392751"/>
              <a:ext cx="22258" cy="13378"/>
            </a:xfrm>
            <a:custGeom>
              <a:avLst/>
              <a:gdLst/>
              <a:ahLst/>
              <a:cxnLst/>
              <a:rect l="l" t="t" r="r" b="b"/>
              <a:pathLst>
                <a:path w="386" h="232" extrusionOk="0">
                  <a:moveTo>
                    <a:pt x="334" y="0"/>
                  </a:moveTo>
                  <a:cubicBezTo>
                    <a:pt x="324" y="0"/>
                    <a:pt x="314" y="4"/>
                    <a:pt x="304" y="15"/>
                  </a:cubicBezTo>
                  <a:cubicBezTo>
                    <a:pt x="266" y="73"/>
                    <a:pt x="158" y="148"/>
                    <a:pt x="89" y="148"/>
                  </a:cubicBezTo>
                  <a:cubicBezTo>
                    <a:pt x="80" y="148"/>
                    <a:pt x="73" y="147"/>
                    <a:pt x="66" y="145"/>
                  </a:cubicBezTo>
                  <a:cubicBezTo>
                    <a:pt x="44" y="145"/>
                    <a:pt x="22" y="166"/>
                    <a:pt x="1" y="188"/>
                  </a:cubicBezTo>
                  <a:cubicBezTo>
                    <a:pt x="1" y="210"/>
                    <a:pt x="22" y="231"/>
                    <a:pt x="44" y="231"/>
                  </a:cubicBezTo>
                  <a:lnTo>
                    <a:pt x="87" y="231"/>
                  </a:lnTo>
                  <a:cubicBezTo>
                    <a:pt x="196" y="210"/>
                    <a:pt x="283" y="166"/>
                    <a:pt x="369" y="80"/>
                  </a:cubicBezTo>
                  <a:cubicBezTo>
                    <a:pt x="386" y="46"/>
                    <a:pt x="364" y="0"/>
                    <a:pt x="3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43"/>
            <p:cNvSpPr/>
            <p:nvPr/>
          </p:nvSpPr>
          <p:spPr>
            <a:xfrm>
              <a:off x="1264266" y="2418872"/>
              <a:ext cx="21277" cy="13493"/>
            </a:xfrm>
            <a:custGeom>
              <a:avLst/>
              <a:gdLst/>
              <a:ahLst/>
              <a:cxnLst/>
              <a:rect l="l" t="t" r="r" b="b"/>
              <a:pathLst>
                <a:path w="369" h="234" extrusionOk="0">
                  <a:moveTo>
                    <a:pt x="336" y="1"/>
                  </a:moveTo>
                  <a:cubicBezTo>
                    <a:pt x="326" y="1"/>
                    <a:pt x="315" y="6"/>
                    <a:pt x="304" y="17"/>
                  </a:cubicBezTo>
                  <a:cubicBezTo>
                    <a:pt x="265" y="75"/>
                    <a:pt x="157" y="150"/>
                    <a:pt x="88" y="150"/>
                  </a:cubicBezTo>
                  <a:cubicBezTo>
                    <a:pt x="80" y="150"/>
                    <a:pt x="72" y="149"/>
                    <a:pt x="65" y="147"/>
                  </a:cubicBezTo>
                  <a:cubicBezTo>
                    <a:pt x="44" y="147"/>
                    <a:pt x="22" y="147"/>
                    <a:pt x="0" y="169"/>
                  </a:cubicBezTo>
                  <a:cubicBezTo>
                    <a:pt x="0" y="190"/>
                    <a:pt x="0" y="234"/>
                    <a:pt x="44" y="234"/>
                  </a:cubicBezTo>
                  <a:lnTo>
                    <a:pt x="87" y="234"/>
                  </a:lnTo>
                  <a:cubicBezTo>
                    <a:pt x="195" y="212"/>
                    <a:pt x="282" y="147"/>
                    <a:pt x="369" y="82"/>
                  </a:cubicBezTo>
                  <a:cubicBezTo>
                    <a:pt x="369" y="60"/>
                    <a:pt x="369" y="39"/>
                    <a:pt x="369" y="17"/>
                  </a:cubicBezTo>
                  <a:cubicBezTo>
                    <a:pt x="358" y="6"/>
                    <a:pt x="347" y="1"/>
                    <a:pt x="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43"/>
            <p:cNvSpPr/>
            <p:nvPr/>
          </p:nvSpPr>
          <p:spPr>
            <a:xfrm>
              <a:off x="1305494" y="2378221"/>
              <a:ext cx="22373" cy="12916"/>
            </a:xfrm>
            <a:custGeom>
              <a:avLst/>
              <a:gdLst/>
              <a:ahLst/>
              <a:cxnLst/>
              <a:rect l="l" t="t" r="r" b="b"/>
              <a:pathLst>
                <a:path w="388" h="224" extrusionOk="0">
                  <a:moveTo>
                    <a:pt x="328" y="1"/>
                  </a:moveTo>
                  <a:cubicBezTo>
                    <a:pt x="320" y="1"/>
                    <a:pt x="312" y="2"/>
                    <a:pt x="304" y="6"/>
                  </a:cubicBezTo>
                  <a:cubicBezTo>
                    <a:pt x="265" y="46"/>
                    <a:pt x="153" y="139"/>
                    <a:pt x="85" y="139"/>
                  </a:cubicBezTo>
                  <a:cubicBezTo>
                    <a:pt x="78" y="139"/>
                    <a:pt x="72" y="138"/>
                    <a:pt x="66" y="136"/>
                  </a:cubicBezTo>
                  <a:cubicBezTo>
                    <a:pt x="59" y="130"/>
                    <a:pt x="53" y="128"/>
                    <a:pt x="47" y="128"/>
                  </a:cubicBezTo>
                  <a:cubicBezTo>
                    <a:pt x="31" y="128"/>
                    <a:pt x="16" y="143"/>
                    <a:pt x="1" y="158"/>
                  </a:cubicBezTo>
                  <a:cubicBezTo>
                    <a:pt x="1" y="180"/>
                    <a:pt x="1" y="202"/>
                    <a:pt x="44" y="223"/>
                  </a:cubicBezTo>
                  <a:lnTo>
                    <a:pt x="88" y="223"/>
                  </a:lnTo>
                  <a:cubicBezTo>
                    <a:pt x="196" y="202"/>
                    <a:pt x="283" y="136"/>
                    <a:pt x="369" y="71"/>
                  </a:cubicBezTo>
                  <a:cubicBezTo>
                    <a:pt x="387" y="36"/>
                    <a:pt x="361" y="1"/>
                    <a:pt x="3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43"/>
            <p:cNvSpPr/>
            <p:nvPr/>
          </p:nvSpPr>
          <p:spPr>
            <a:xfrm>
              <a:off x="1341763" y="2366458"/>
              <a:ext cx="23180" cy="13435"/>
            </a:xfrm>
            <a:custGeom>
              <a:avLst/>
              <a:gdLst/>
              <a:ahLst/>
              <a:cxnLst/>
              <a:rect l="l" t="t" r="r" b="b"/>
              <a:pathLst>
                <a:path w="402" h="233" extrusionOk="0">
                  <a:moveTo>
                    <a:pt x="337" y="1"/>
                  </a:moveTo>
                  <a:cubicBezTo>
                    <a:pt x="326" y="1"/>
                    <a:pt x="314" y="5"/>
                    <a:pt x="304" y="15"/>
                  </a:cubicBezTo>
                  <a:cubicBezTo>
                    <a:pt x="265" y="55"/>
                    <a:pt x="153" y="148"/>
                    <a:pt x="84" y="148"/>
                  </a:cubicBezTo>
                  <a:cubicBezTo>
                    <a:pt x="78" y="148"/>
                    <a:pt x="71" y="147"/>
                    <a:pt x="66" y="145"/>
                  </a:cubicBezTo>
                  <a:cubicBezTo>
                    <a:pt x="44" y="145"/>
                    <a:pt x="22" y="145"/>
                    <a:pt x="22" y="167"/>
                  </a:cubicBezTo>
                  <a:cubicBezTo>
                    <a:pt x="1" y="189"/>
                    <a:pt x="22" y="210"/>
                    <a:pt x="44" y="232"/>
                  </a:cubicBezTo>
                  <a:lnTo>
                    <a:pt x="87" y="232"/>
                  </a:lnTo>
                  <a:cubicBezTo>
                    <a:pt x="196" y="210"/>
                    <a:pt x="304" y="145"/>
                    <a:pt x="369" y="59"/>
                  </a:cubicBezTo>
                  <a:cubicBezTo>
                    <a:pt x="402" y="42"/>
                    <a:pt x="372" y="1"/>
                    <a:pt x="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43"/>
            <p:cNvSpPr/>
            <p:nvPr/>
          </p:nvSpPr>
          <p:spPr>
            <a:xfrm>
              <a:off x="1161744" y="2568444"/>
              <a:ext cx="16318" cy="21450"/>
            </a:xfrm>
            <a:custGeom>
              <a:avLst/>
              <a:gdLst/>
              <a:ahLst/>
              <a:cxnLst/>
              <a:rect l="l" t="t" r="r" b="b"/>
              <a:pathLst>
                <a:path w="283" h="372" extrusionOk="0">
                  <a:moveTo>
                    <a:pt x="96" y="1"/>
                  </a:moveTo>
                  <a:cubicBezTo>
                    <a:pt x="85" y="1"/>
                    <a:pt x="74" y="8"/>
                    <a:pt x="66" y="25"/>
                  </a:cubicBezTo>
                  <a:cubicBezTo>
                    <a:pt x="1" y="155"/>
                    <a:pt x="174" y="350"/>
                    <a:pt x="196" y="350"/>
                  </a:cubicBezTo>
                  <a:cubicBezTo>
                    <a:pt x="206" y="361"/>
                    <a:pt x="212" y="366"/>
                    <a:pt x="217" y="366"/>
                  </a:cubicBezTo>
                  <a:cubicBezTo>
                    <a:pt x="223" y="366"/>
                    <a:pt x="228" y="361"/>
                    <a:pt x="239" y="350"/>
                  </a:cubicBezTo>
                  <a:cubicBezTo>
                    <a:pt x="239" y="371"/>
                    <a:pt x="239" y="371"/>
                    <a:pt x="261" y="371"/>
                  </a:cubicBezTo>
                  <a:cubicBezTo>
                    <a:pt x="282" y="350"/>
                    <a:pt x="282" y="328"/>
                    <a:pt x="261" y="306"/>
                  </a:cubicBezTo>
                  <a:cubicBezTo>
                    <a:pt x="217" y="241"/>
                    <a:pt x="109" y="111"/>
                    <a:pt x="131" y="46"/>
                  </a:cubicBezTo>
                  <a:cubicBezTo>
                    <a:pt x="131" y="19"/>
                    <a:pt x="114" y="1"/>
                    <a:pt x="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43"/>
            <p:cNvSpPr/>
            <p:nvPr/>
          </p:nvSpPr>
          <p:spPr>
            <a:xfrm>
              <a:off x="1163012" y="2594333"/>
              <a:ext cx="15050" cy="20586"/>
            </a:xfrm>
            <a:custGeom>
              <a:avLst/>
              <a:gdLst/>
              <a:ahLst/>
              <a:cxnLst/>
              <a:rect l="l" t="t" r="r" b="b"/>
              <a:pathLst>
                <a:path w="261" h="357" extrusionOk="0">
                  <a:moveTo>
                    <a:pt x="68" y="1"/>
                  </a:moveTo>
                  <a:cubicBezTo>
                    <a:pt x="58" y="1"/>
                    <a:pt x="49" y="3"/>
                    <a:pt x="44" y="9"/>
                  </a:cubicBezTo>
                  <a:cubicBezTo>
                    <a:pt x="0" y="139"/>
                    <a:pt x="174" y="334"/>
                    <a:pt x="195" y="356"/>
                  </a:cubicBezTo>
                  <a:lnTo>
                    <a:pt x="260" y="356"/>
                  </a:lnTo>
                  <a:cubicBezTo>
                    <a:pt x="260" y="334"/>
                    <a:pt x="260" y="313"/>
                    <a:pt x="260" y="291"/>
                  </a:cubicBezTo>
                  <a:cubicBezTo>
                    <a:pt x="195" y="248"/>
                    <a:pt x="109" y="118"/>
                    <a:pt x="130" y="52"/>
                  </a:cubicBezTo>
                  <a:cubicBezTo>
                    <a:pt x="130" y="21"/>
                    <a:pt x="95" y="1"/>
                    <a:pt x="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43"/>
            <p:cNvSpPr/>
            <p:nvPr/>
          </p:nvSpPr>
          <p:spPr>
            <a:xfrm>
              <a:off x="1139256" y="2542266"/>
              <a:ext cx="16318" cy="21393"/>
            </a:xfrm>
            <a:custGeom>
              <a:avLst/>
              <a:gdLst/>
              <a:ahLst/>
              <a:cxnLst/>
              <a:rect l="l" t="t" r="r" b="b"/>
              <a:pathLst>
                <a:path w="283" h="371" extrusionOk="0">
                  <a:moveTo>
                    <a:pt x="99" y="1"/>
                  </a:moveTo>
                  <a:cubicBezTo>
                    <a:pt x="86" y="1"/>
                    <a:pt x="73" y="8"/>
                    <a:pt x="65" y="23"/>
                  </a:cubicBezTo>
                  <a:cubicBezTo>
                    <a:pt x="0" y="153"/>
                    <a:pt x="174" y="348"/>
                    <a:pt x="195" y="370"/>
                  </a:cubicBezTo>
                  <a:lnTo>
                    <a:pt x="260" y="370"/>
                  </a:lnTo>
                  <a:cubicBezTo>
                    <a:pt x="282" y="348"/>
                    <a:pt x="282" y="327"/>
                    <a:pt x="260" y="305"/>
                  </a:cubicBezTo>
                  <a:cubicBezTo>
                    <a:pt x="217" y="262"/>
                    <a:pt x="109" y="132"/>
                    <a:pt x="130" y="67"/>
                  </a:cubicBezTo>
                  <a:cubicBezTo>
                    <a:pt x="144" y="25"/>
                    <a:pt x="122" y="1"/>
                    <a:pt x="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43"/>
            <p:cNvSpPr/>
            <p:nvPr/>
          </p:nvSpPr>
          <p:spPr>
            <a:xfrm>
              <a:off x="1157996" y="2522892"/>
              <a:ext cx="15050" cy="20758"/>
            </a:xfrm>
            <a:custGeom>
              <a:avLst/>
              <a:gdLst/>
              <a:ahLst/>
              <a:cxnLst/>
              <a:rect l="l" t="t" r="r" b="b"/>
              <a:pathLst>
                <a:path w="261" h="360" extrusionOk="0">
                  <a:moveTo>
                    <a:pt x="76" y="1"/>
                  </a:moveTo>
                  <a:cubicBezTo>
                    <a:pt x="58" y="1"/>
                    <a:pt x="44" y="10"/>
                    <a:pt x="44" y="34"/>
                  </a:cubicBezTo>
                  <a:cubicBezTo>
                    <a:pt x="0" y="164"/>
                    <a:pt x="174" y="338"/>
                    <a:pt x="196" y="359"/>
                  </a:cubicBezTo>
                  <a:lnTo>
                    <a:pt x="261" y="359"/>
                  </a:lnTo>
                  <a:cubicBezTo>
                    <a:pt x="261" y="338"/>
                    <a:pt x="261" y="316"/>
                    <a:pt x="261" y="294"/>
                  </a:cubicBezTo>
                  <a:cubicBezTo>
                    <a:pt x="196" y="251"/>
                    <a:pt x="109" y="121"/>
                    <a:pt x="131" y="56"/>
                  </a:cubicBezTo>
                  <a:cubicBezTo>
                    <a:pt x="144" y="28"/>
                    <a:pt x="106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43"/>
            <p:cNvSpPr/>
            <p:nvPr/>
          </p:nvSpPr>
          <p:spPr>
            <a:xfrm>
              <a:off x="1132970" y="2511821"/>
              <a:ext cx="15050" cy="20586"/>
            </a:xfrm>
            <a:custGeom>
              <a:avLst/>
              <a:gdLst/>
              <a:ahLst/>
              <a:cxnLst/>
              <a:rect l="l" t="t" r="r" b="b"/>
              <a:pathLst>
                <a:path w="261" h="357" extrusionOk="0">
                  <a:moveTo>
                    <a:pt x="69" y="1"/>
                  </a:moveTo>
                  <a:cubicBezTo>
                    <a:pt x="59" y="1"/>
                    <a:pt x="50" y="3"/>
                    <a:pt x="44" y="9"/>
                  </a:cubicBezTo>
                  <a:cubicBezTo>
                    <a:pt x="1" y="139"/>
                    <a:pt x="174" y="334"/>
                    <a:pt x="196" y="356"/>
                  </a:cubicBezTo>
                  <a:lnTo>
                    <a:pt x="239" y="356"/>
                  </a:lnTo>
                  <a:cubicBezTo>
                    <a:pt x="261" y="334"/>
                    <a:pt x="261" y="313"/>
                    <a:pt x="239" y="291"/>
                  </a:cubicBezTo>
                  <a:cubicBezTo>
                    <a:pt x="196" y="248"/>
                    <a:pt x="109" y="118"/>
                    <a:pt x="131" y="53"/>
                  </a:cubicBezTo>
                  <a:cubicBezTo>
                    <a:pt x="131" y="21"/>
                    <a:pt x="96" y="1"/>
                    <a:pt x="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43"/>
            <p:cNvSpPr/>
            <p:nvPr/>
          </p:nvSpPr>
          <p:spPr>
            <a:xfrm>
              <a:off x="1174256" y="2554778"/>
              <a:ext cx="15050" cy="21335"/>
            </a:xfrm>
            <a:custGeom>
              <a:avLst/>
              <a:gdLst/>
              <a:ahLst/>
              <a:cxnLst/>
              <a:rect l="l" t="t" r="r" b="b"/>
              <a:pathLst>
                <a:path w="261" h="370" extrusionOk="0">
                  <a:moveTo>
                    <a:pt x="78" y="0"/>
                  </a:moveTo>
                  <a:cubicBezTo>
                    <a:pt x="64" y="0"/>
                    <a:pt x="51" y="8"/>
                    <a:pt x="44" y="23"/>
                  </a:cubicBezTo>
                  <a:cubicBezTo>
                    <a:pt x="0" y="153"/>
                    <a:pt x="174" y="348"/>
                    <a:pt x="195" y="370"/>
                  </a:cubicBezTo>
                  <a:lnTo>
                    <a:pt x="239" y="370"/>
                  </a:lnTo>
                  <a:cubicBezTo>
                    <a:pt x="260" y="348"/>
                    <a:pt x="260" y="327"/>
                    <a:pt x="239" y="305"/>
                  </a:cubicBezTo>
                  <a:cubicBezTo>
                    <a:pt x="195" y="240"/>
                    <a:pt x="109" y="110"/>
                    <a:pt x="130" y="66"/>
                  </a:cubicBezTo>
                  <a:cubicBezTo>
                    <a:pt x="130" y="24"/>
                    <a:pt x="103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43"/>
            <p:cNvSpPr/>
            <p:nvPr/>
          </p:nvSpPr>
          <p:spPr>
            <a:xfrm>
              <a:off x="1183021" y="2592200"/>
              <a:ext cx="15050" cy="21450"/>
            </a:xfrm>
            <a:custGeom>
              <a:avLst/>
              <a:gdLst/>
              <a:ahLst/>
              <a:cxnLst/>
              <a:rect l="l" t="t" r="r" b="b"/>
              <a:pathLst>
                <a:path w="261" h="372" extrusionOk="0">
                  <a:moveTo>
                    <a:pt x="91" y="1"/>
                  </a:moveTo>
                  <a:cubicBezTo>
                    <a:pt x="77" y="1"/>
                    <a:pt x="60" y="8"/>
                    <a:pt x="43" y="24"/>
                  </a:cubicBezTo>
                  <a:cubicBezTo>
                    <a:pt x="0" y="155"/>
                    <a:pt x="174" y="328"/>
                    <a:pt x="195" y="350"/>
                  </a:cubicBezTo>
                  <a:cubicBezTo>
                    <a:pt x="195" y="350"/>
                    <a:pt x="217" y="350"/>
                    <a:pt x="217" y="371"/>
                  </a:cubicBezTo>
                  <a:cubicBezTo>
                    <a:pt x="239" y="350"/>
                    <a:pt x="239" y="350"/>
                    <a:pt x="260" y="350"/>
                  </a:cubicBezTo>
                  <a:cubicBezTo>
                    <a:pt x="260" y="328"/>
                    <a:pt x="260" y="306"/>
                    <a:pt x="260" y="285"/>
                  </a:cubicBezTo>
                  <a:cubicBezTo>
                    <a:pt x="195" y="241"/>
                    <a:pt x="108" y="111"/>
                    <a:pt x="130" y="46"/>
                  </a:cubicBezTo>
                  <a:cubicBezTo>
                    <a:pt x="130" y="19"/>
                    <a:pt x="114" y="1"/>
                    <a:pt x="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43"/>
            <p:cNvSpPr/>
            <p:nvPr/>
          </p:nvSpPr>
          <p:spPr>
            <a:xfrm>
              <a:off x="939228" y="2438592"/>
              <a:ext cx="87532" cy="70060"/>
            </a:xfrm>
            <a:custGeom>
              <a:avLst/>
              <a:gdLst/>
              <a:ahLst/>
              <a:cxnLst/>
              <a:rect l="l" t="t" r="r" b="b"/>
              <a:pathLst>
                <a:path w="1518" h="1215" extrusionOk="0">
                  <a:moveTo>
                    <a:pt x="109" y="0"/>
                  </a:moveTo>
                  <a:lnTo>
                    <a:pt x="0" y="802"/>
                  </a:lnTo>
                  <a:lnTo>
                    <a:pt x="1171" y="1214"/>
                  </a:lnTo>
                  <a:lnTo>
                    <a:pt x="1518" y="217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43"/>
            <p:cNvSpPr/>
            <p:nvPr/>
          </p:nvSpPr>
          <p:spPr>
            <a:xfrm>
              <a:off x="1081709" y="2348526"/>
              <a:ext cx="93817" cy="98891"/>
            </a:xfrm>
            <a:custGeom>
              <a:avLst/>
              <a:gdLst/>
              <a:ahLst/>
              <a:cxnLst/>
              <a:rect l="l" t="t" r="r" b="b"/>
              <a:pathLst>
                <a:path w="1627" h="1715" extrusionOk="0">
                  <a:moveTo>
                    <a:pt x="688" y="0"/>
                  </a:moveTo>
                  <a:cubicBezTo>
                    <a:pt x="527" y="0"/>
                    <a:pt x="1" y="1367"/>
                    <a:pt x="1" y="1367"/>
                  </a:cubicBezTo>
                  <a:cubicBezTo>
                    <a:pt x="1" y="1367"/>
                    <a:pt x="803" y="1692"/>
                    <a:pt x="977" y="1714"/>
                  </a:cubicBezTo>
                  <a:cubicBezTo>
                    <a:pt x="978" y="1714"/>
                    <a:pt x="979" y="1714"/>
                    <a:pt x="980" y="1714"/>
                  </a:cubicBezTo>
                  <a:cubicBezTo>
                    <a:pt x="1157" y="1714"/>
                    <a:pt x="1627" y="283"/>
                    <a:pt x="1627" y="283"/>
                  </a:cubicBezTo>
                  <a:cubicBezTo>
                    <a:pt x="1627" y="283"/>
                    <a:pt x="846" y="44"/>
                    <a:pt x="695" y="1"/>
                  </a:cubicBezTo>
                  <a:cubicBezTo>
                    <a:pt x="692" y="0"/>
                    <a:pt x="690" y="0"/>
                    <a:pt x="6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43"/>
            <p:cNvSpPr/>
            <p:nvPr/>
          </p:nvSpPr>
          <p:spPr>
            <a:xfrm>
              <a:off x="1148020" y="2621376"/>
              <a:ext cx="141273" cy="19778"/>
            </a:xfrm>
            <a:custGeom>
              <a:avLst/>
              <a:gdLst/>
              <a:ahLst/>
              <a:cxnLst/>
              <a:rect l="l" t="t" r="r" b="b"/>
              <a:pathLst>
                <a:path w="2450" h="343" extrusionOk="0">
                  <a:moveTo>
                    <a:pt x="2415" y="1"/>
                  </a:moveTo>
                  <a:cubicBezTo>
                    <a:pt x="2407" y="1"/>
                    <a:pt x="2396" y="6"/>
                    <a:pt x="2385" y="17"/>
                  </a:cubicBezTo>
                  <a:cubicBezTo>
                    <a:pt x="2028" y="196"/>
                    <a:pt x="1643" y="254"/>
                    <a:pt x="1292" y="254"/>
                  </a:cubicBezTo>
                  <a:cubicBezTo>
                    <a:pt x="617" y="254"/>
                    <a:pt x="65" y="39"/>
                    <a:pt x="65" y="39"/>
                  </a:cubicBezTo>
                  <a:cubicBezTo>
                    <a:pt x="59" y="32"/>
                    <a:pt x="52" y="30"/>
                    <a:pt x="46" y="30"/>
                  </a:cubicBezTo>
                  <a:cubicBezTo>
                    <a:pt x="31" y="30"/>
                    <a:pt x="15" y="45"/>
                    <a:pt x="0" y="60"/>
                  </a:cubicBezTo>
                  <a:cubicBezTo>
                    <a:pt x="0" y="82"/>
                    <a:pt x="0" y="104"/>
                    <a:pt x="22" y="104"/>
                  </a:cubicBezTo>
                  <a:cubicBezTo>
                    <a:pt x="434" y="256"/>
                    <a:pt x="846" y="321"/>
                    <a:pt x="1279" y="342"/>
                  </a:cubicBezTo>
                  <a:cubicBezTo>
                    <a:pt x="1669" y="342"/>
                    <a:pt x="2060" y="256"/>
                    <a:pt x="2428" y="82"/>
                  </a:cubicBezTo>
                  <a:cubicBezTo>
                    <a:pt x="2450" y="60"/>
                    <a:pt x="2450" y="39"/>
                    <a:pt x="2428" y="17"/>
                  </a:cubicBezTo>
                  <a:cubicBezTo>
                    <a:pt x="2428" y="6"/>
                    <a:pt x="2423" y="1"/>
                    <a:pt x="2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43"/>
            <p:cNvSpPr/>
            <p:nvPr/>
          </p:nvSpPr>
          <p:spPr>
            <a:xfrm>
              <a:off x="1413032" y="2538575"/>
              <a:ext cx="58816" cy="43824"/>
            </a:xfrm>
            <a:custGeom>
              <a:avLst/>
              <a:gdLst/>
              <a:ahLst/>
              <a:cxnLst/>
              <a:rect l="l" t="t" r="r" b="b"/>
              <a:pathLst>
                <a:path w="1020" h="760" extrusionOk="0">
                  <a:moveTo>
                    <a:pt x="998" y="1"/>
                  </a:moveTo>
                  <a:cubicBezTo>
                    <a:pt x="976" y="1"/>
                    <a:pt x="954" y="22"/>
                    <a:pt x="933" y="44"/>
                  </a:cubicBezTo>
                  <a:cubicBezTo>
                    <a:pt x="824" y="564"/>
                    <a:pt x="130" y="673"/>
                    <a:pt x="65" y="673"/>
                  </a:cubicBezTo>
                  <a:lnTo>
                    <a:pt x="44" y="673"/>
                  </a:lnTo>
                  <a:cubicBezTo>
                    <a:pt x="0" y="694"/>
                    <a:pt x="0" y="759"/>
                    <a:pt x="65" y="759"/>
                  </a:cubicBezTo>
                  <a:cubicBezTo>
                    <a:pt x="152" y="759"/>
                    <a:pt x="889" y="629"/>
                    <a:pt x="1019" y="66"/>
                  </a:cubicBezTo>
                  <a:cubicBezTo>
                    <a:pt x="1019" y="44"/>
                    <a:pt x="1019" y="22"/>
                    <a:pt x="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43"/>
            <p:cNvSpPr/>
            <p:nvPr/>
          </p:nvSpPr>
          <p:spPr>
            <a:xfrm>
              <a:off x="1106734" y="1949744"/>
              <a:ext cx="137583" cy="72597"/>
            </a:xfrm>
            <a:custGeom>
              <a:avLst/>
              <a:gdLst/>
              <a:ahLst/>
              <a:cxnLst/>
              <a:rect l="l" t="t" r="r" b="b"/>
              <a:pathLst>
                <a:path w="2386" h="1259" extrusionOk="0">
                  <a:moveTo>
                    <a:pt x="586" y="586"/>
                  </a:moveTo>
                  <a:lnTo>
                    <a:pt x="586" y="608"/>
                  </a:lnTo>
                  <a:cubicBezTo>
                    <a:pt x="586" y="630"/>
                    <a:pt x="564" y="673"/>
                    <a:pt x="521" y="673"/>
                  </a:cubicBezTo>
                  <a:cubicBezTo>
                    <a:pt x="543" y="630"/>
                    <a:pt x="564" y="608"/>
                    <a:pt x="586" y="586"/>
                  </a:cubicBezTo>
                  <a:close/>
                  <a:moveTo>
                    <a:pt x="1280" y="760"/>
                  </a:moveTo>
                  <a:cubicBezTo>
                    <a:pt x="1301" y="760"/>
                    <a:pt x="1345" y="781"/>
                    <a:pt x="1345" y="803"/>
                  </a:cubicBezTo>
                  <a:cubicBezTo>
                    <a:pt x="1410" y="890"/>
                    <a:pt x="1388" y="977"/>
                    <a:pt x="1301" y="1042"/>
                  </a:cubicBezTo>
                  <a:cubicBezTo>
                    <a:pt x="1193" y="977"/>
                    <a:pt x="1193" y="912"/>
                    <a:pt x="1193" y="890"/>
                  </a:cubicBezTo>
                  <a:cubicBezTo>
                    <a:pt x="1171" y="825"/>
                    <a:pt x="1215" y="781"/>
                    <a:pt x="1258" y="760"/>
                  </a:cubicBezTo>
                  <a:close/>
                  <a:moveTo>
                    <a:pt x="434" y="1"/>
                  </a:moveTo>
                  <a:cubicBezTo>
                    <a:pt x="196" y="23"/>
                    <a:pt x="1" y="218"/>
                    <a:pt x="1" y="456"/>
                  </a:cubicBezTo>
                  <a:cubicBezTo>
                    <a:pt x="1" y="565"/>
                    <a:pt x="44" y="673"/>
                    <a:pt x="152" y="738"/>
                  </a:cubicBezTo>
                  <a:cubicBezTo>
                    <a:pt x="239" y="781"/>
                    <a:pt x="326" y="803"/>
                    <a:pt x="412" y="803"/>
                  </a:cubicBezTo>
                  <a:cubicBezTo>
                    <a:pt x="434" y="933"/>
                    <a:pt x="521" y="1063"/>
                    <a:pt x="651" y="1150"/>
                  </a:cubicBezTo>
                  <a:cubicBezTo>
                    <a:pt x="738" y="1215"/>
                    <a:pt x="868" y="1258"/>
                    <a:pt x="998" y="1258"/>
                  </a:cubicBezTo>
                  <a:cubicBezTo>
                    <a:pt x="1128" y="1258"/>
                    <a:pt x="1236" y="1237"/>
                    <a:pt x="1323" y="1172"/>
                  </a:cubicBezTo>
                  <a:cubicBezTo>
                    <a:pt x="1366" y="1172"/>
                    <a:pt x="1410" y="1193"/>
                    <a:pt x="1475" y="1215"/>
                  </a:cubicBezTo>
                  <a:cubicBezTo>
                    <a:pt x="1582" y="1240"/>
                    <a:pt x="1688" y="1253"/>
                    <a:pt x="1787" y="1253"/>
                  </a:cubicBezTo>
                  <a:cubicBezTo>
                    <a:pt x="2027" y="1253"/>
                    <a:pt x="2228" y="1180"/>
                    <a:pt x="2320" y="1042"/>
                  </a:cubicBezTo>
                  <a:cubicBezTo>
                    <a:pt x="2364" y="912"/>
                    <a:pt x="2385" y="716"/>
                    <a:pt x="2082" y="435"/>
                  </a:cubicBezTo>
                  <a:cubicBezTo>
                    <a:pt x="2077" y="424"/>
                    <a:pt x="2069" y="420"/>
                    <a:pt x="2061" y="420"/>
                  </a:cubicBezTo>
                  <a:cubicBezTo>
                    <a:pt x="2035" y="420"/>
                    <a:pt x="2006" y="461"/>
                    <a:pt x="2039" y="478"/>
                  </a:cubicBezTo>
                  <a:cubicBezTo>
                    <a:pt x="2234" y="695"/>
                    <a:pt x="2320" y="825"/>
                    <a:pt x="2234" y="998"/>
                  </a:cubicBezTo>
                  <a:cubicBezTo>
                    <a:pt x="2173" y="1104"/>
                    <a:pt x="1998" y="1167"/>
                    <a:pt x="1788" y="1167"/>
                  </a:cubicBezTo>
                  <a:cubicBezTo>
                    <a:pt x="1695" y="1167"/>
                    <a:pt x="1596" y="1155"/>
                    <a:pt x="1497" y="1128"/>
                  </a:cubicBezTo>
                  <a:cubicBezTo>
                    <a:pt x="1453" y="1128"/>
                    <a:pt x="1431" y="1107"/>
                    <a:pt x="1388" y="1107"/>
                  </a:cubicBezTo>
                  <a:cubicBezTo>
                    <a:pt x="1475" y="1020"/>
                    <a:pt x="1497" y="868"/>
                    <a:pt x="1431" y="760"/>
                  </a:cubicBezTo>
                  <a:cubicBezTo>
                    <a:pt x="1399" y="711"/>
                    <a:pt x="1342" y="687"/>
                    <a:pt x="1288" y="687"/>
                  </a:cubicBezTo>
                  <a:cubicBezTo>
                    <a:pt x="1270" y="687"/>
                    <a:pt x="1253" y="689"/>
                    <a:pt x="1236" y="695"/>
                  </a:cubicBezTo>
                  <a:cubicBezTo>
                    <a:pt x="1150" y="738"/>
                    <a:pt x="1106" y="803"/>
                    <a:pt x="1106" y="912"/>
                  </a:cubicBezTo>
                  <a:cubicBezTo>
                    <a:pt x="1106" y="998"/>
                    <a:pt x="1171" y="1063"/>
                    <a:pt x="1236" y="1128"/>
                  </a:cubicBezTo>
                  <a:cubicBezTo>
                    <a:pt x="1167" y="1163"/>
                    <a:pt x="1091" y="1180"/>
                    <a:pt x="1014" y="1180"/>
                  </a:cubicBezTo>
                  <a:cubicBezTo>
                    <a:pt x="900" y="1180"/>
                    <a:pt x="785" y="1141"/>
                    <a:pt x="694" y="1063"/>
                  </a:cubicBezTo>
                  <a:cubicBezTo>
                    <a:pt x="586" y="1020"/>
                    <a:pt x="521" y="912"/>
                    <a:pt x="521" y="781"/>
                  </a:cubicBezTo>
                  <a:lnTo>
                    <a:pt x="564" y="760"/>
                  </a:lnTo>
                  <a:cubicBezTo>
                    <a:pt x="629" y="738"/>
                    <a:pt x="673" y="673"/>
                    <a:pt x="673" y="608"/>
                  </a:cubicBezTo>
                  <a:cubicBezTo>
                    <a:pt x="673" y="521"/>
                    <a:pt x="673" y="521"/>
                    <a:pt x="608" y="500"/>
                  </a:cubicBezTo>
                  <a:cubicBezTo>
                    <a:pt x="564" y="500"/>
                    <a:pt x="499" y="543"/>
                    <a:pt x="456" y="630"/>
                  </a:cubicBezTo>
                  <a:cubicBezTo>
                    <a:pt x="434" y="651"/>
                    <a:pt x="434" y="695"/>
                    <a:pt x="434" y="716"/>
                  </a:cubicBezTo>
                  <a:cubicBezTo>
                    <a:pt x="347" y="716"/>
                    <a:pt x="261" y="716"/>
                    <a:pt x="196" y="673"/>
                  </a:cubicBezTo>
                  <a:cubicBezTo>
                    <a:pt x="109" y="630"/>
                    <a:pt x="87" y="543"/>
                    <a:pt x="87" y="456"/>
                  </a:cubicBezTo>
                  <a:cubicBezTo>
                    <a:pt x="87" y="261"/>
                    <a:pt x="239" y="109"/>
                    <a:pt x="434" y="88"/>
                  </a:cubicBezTo>
                  <a:cubicBezTo>
                    <a:pt x="456" y="88"/>
                    <a:pt x="478" y="66"/>
                    <a:pt x="456" y="44"/>
                  </a:cubicBezTo>
                  <a:cubicBezTo>
                    <a:pt x="456" y="23"/>
                    <a:pt x="456" y="1"/>
                    <a:pt x="4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7" name="Google Shape;1827;p43"/>
          <p:cNvGrpSpPr/>
          <p:nvPr/>
        </p:nvGrpSpPr>
        <p:grpSpPr>
          <a:xfrm rot="13891223">
            <a:off x="2171644" y="-226761"/>
            <a:ext cx="1024641" cy="1333069"/>
            <a:chOff x="4318023" y="4113296"/>
            <a:chExt cx="716422" cy="932073"/>
          </a:xfrm>
        </p:grpSpPr>
        <p:sp>
          <p:nvSpPr>
            <p:cNvPr id="1828" name="Google Shape;1828;p43"/>
            <p:cNvSpPr/>
            <p:nvPr/>
          </p:nvSpPr>
          <p:spPr>
            <a:xfrm>
              <a:off x="4842115" y="4245779"/>
              <a:ext cx="192329" cy="205812"/>
            </a:xfrm>
            <a:custGeom>
              <a:avLst/>
              <a:gdLst/>
              <a:ahLst/>
              <a:cxnLst/>
              <a:rect l="l" t="t" r="r" b="b"/>
              <a:pathLst>
                <a:path w="2211" h="2366" extrusionOk="0">
                  <a:moveTo>
                    <a:pt x="1579" y="179"/>
                  </a:moveTo>
                  <a:cubicBezTo>
                    <a:pt x="1798" y="179"/>
                    <a:pt x="1943" y="252"/>
                    <a:pt x="1992" y="422"/>
                  </a:cubicBezTo>
                  <a:cubicBezTo>
                    <a:pt x="2041" y="519"/>
                    <a:pt x="2016" y="616"/>
                    <a:pt x="1968" y="689"/>
                  </a:cubicBezTo>
                  <a:cubicBezTo>
                    <a:pt x="1798" y="908"/>
                    <a:pt x="1239" y="1005"/>
                    <a:pt x="802" y="1005"/>
                  </a:cubicBezTo>
                  <a:lnTo>
                    <a:pt x="777" y="1005"/>
                  </a:lnTo>
                  <a:cubicBezTo>
                    <a:pt x="705" y="1005"/>
                    <a:pt x="680" y="1054"/>
                    <a:pt x="705" y="1127"/>
                  </a:cubicBezTo>
                  <a:cubicBezTo>
                    <a:pt x="802" y="1321"/>
                    <a:pt x="1045" y="1904"/>
                    <a:pt x="826" y="2171"/>
                  </a:cubicBezTo>
                  <a:cubicBezTo>
                    <a:pt x="802" y="2195"/>
                    <a:pt x="777" y="2195"/>
                    <a:pt x="777" y="2195"/>
                  </a:cubicBezTo>
                  <a:cubicBezTo>
                    <a:pt x="632" y="2195"/>
                    <a:pt x="364" y="1782"/>
                    <a:pt x="170" y="1369"/>
                  </a:cubicBezTo>
                  <a:lnTo>
                    <a:pt x="486" y="495"/>
                  </a:lnTo>
                  <a:cubicBezTo>
                    <a:pt x="826" y="325"/>
                    <a:pt x="1190" y="203"/>
                    <a:pt x="1579" y="179"/>
                  </a:cubicBezTo>
                  <a:close/>
                  <a:moveTo>
                    <a:pt x="1663" y="1"/>
                  </a:moveTo>
                  <a:cubicBezTo>
                    <a:pt x="1635" y="1"/>
                    <a:pt x="1607" y="4"/>
                    <a:pt x="1579" y="9"/>
                  </a:cubicBezTo>
                  <a:cubicBezTo>
                    <a:pt x="1142" y="33"/>
                    <a:pt x="753" y="155"/>
                    <a:pt x="389" y="349"/>
                  </a:cubicBezTo>
                  <a:cubicBezTo>
                    <a:pt x="364" y="374"/>
                    <a:pt x="340" y="374"/>
                    <a:pt x="340" y="398"/>
                  </a:cubicBezTo>
                  <a:lnTo>
                    <a:pt x="0" y="1345"/>
                  </a:lnTo>
                  <a:cubicBezTo>
                    <a:pt x="0" y="1345"/>
                    <a:pt x="0" y="1369"/>
                    <a:pt x="0" y="1394"/>
                  </a:cubicBezTo>
                  <a:cubicBezTo>
                    <a:pt x="73" y="1564"/>
                    <a:pt x="437" y="2365"/>
                    <a:pt x="777" y="2365"/>
                  </a:cubicBezTo>
                  <a:cubicBezTo>
                    <a:pt x="850" y="2365"/>
                    <a:pt x="923" y="2341"/>
                    <a:pt x="972" y="2268"/>
                  </a:cubicBezTo>
                  <a:cubicBezTo>
                    <a:pt x="1215" y="1953"/>
                    <a:pt x="1020" y="1394"/>
                    <a:pt x="899" y="1151"/>
                  </a:cubicBezTo>
                  <a:cubicBezTo>
                    <a:pt x="1215" y="1151"/>
                    <a:pt x="1871" y="1102"/>
                    <a:pt x="2089" y="786"/>
                  </a:cubicBezTo>
                  <a:cubicBezTo>
                    <a:pt x="2186" y="665"/>
                    <a:pt x="2211" y="519"/>
                    <a:pt x="2162" y="374"/>
                  </a:cubicBezTo>
                  <a:cubicBezTo>
                    <a:pt x="2076" y="159"/>
                    <a:pt x="187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43"/>
            <p:cNvSpPr/>
            <p:nvPr/>
          </p:nvSpPr>
          <p:spPr>
            <a:xfrm>
              <a:off x="4730077" y="4175144"/>
              <a:ext cx="156491" cy="223645"/>
            </a:xfrm>
            <a:custGeom>
              <a:avLst/>
              <a:gdLst/>
              <a:ahLst/>
              <a:cxnLst/>
              <a:rect l="l" t="t" r="r" b="b"/>
              <a:pathLst>
                <a:path w="1799" h="2571" extrusionOk="0">
                  <a:moveTo>
                    <a:pt x="649" y="0"/>
                  </a:moveTo>
                  <a:cubicBezTo>
                    <a:pt x="597" y="0"/>
                    <a:pt x="542" y="6"/>
                    <a:pt x="486" y="19"/>
                  </a:cubicBezTo>
                  <a:cubicBezTo>
                    <a:pt x="365" y="44"/>
                    <a:pt x="244" y="141"/>
                    <a:pt x="195" y="262"/>
                  </a:cubicBezTo>
                  <a:cubicBezTo>
                    <a:pt x="98" y="602"/>
                    <a:pt x="511" y="1113"/>
                    <a:pt x="827" y="1501"/>
                  </a:cubicBezTo>
                  <a:cubicBezTo>
                    <a:pt x="632" y="1574"/>
                    <a:pt x="462" y="1671"/>
                    <a:pt x="292" y="1793"/>
                  </a:cubicBezTo>
                  <a:cubicBezTo>
                    <a:pt x="122" y="1890"/>
                    <a:pt x="1" y="2109"/>
                    <a:pt x="49" y="2327"/>
                  </a:cubicBezTo>
                  <a:cubicBezTo>
                    <a:pt x="49" y="2400"/>
                    <a:pt x="122" y="2497"/>
                    <a:pt x="195" y="2522"/>
                  </a:cubicBezTo>
                  <a:cubicBezTo>
                    <a:pt x="268" y="2546"/>
                    <a:pt x="341" y="2570"/>
                    <a:pt x="414" y="2570"/>
                  </a:cubicBezTo>
                  <a:cubicBezTo>
                    <a:pt x="754" y="2522"/>
                    <a:pt x="1094" y="2424"/>
                    <a:pt x="1410" y="2254"/>
                  </a:cubicBezTo>
                  <a:cubicBezTo>
                    <a:pt x="1458" y="2230"/>
                    <a:pt x="1458" y="2181"/>
                    <a:pt x="1434" y="2133"/>
                  </a:cubicBezTo>
                  <a:cubicBezTo>
                    <a:pt x="1434" y="2116"/>
                    <a:pt x="1397" y="2099"/>
                    <a:pt x="1367" y="2099"/>
                  </a:cubicBezTo>
                  <a:cubicBezTo>
                    <a:pt x="1355" y="2099"/>
                    <a:pt x="1344" y="2101"/>
                    <a:pt x="1337" y="2109"/>
                  </a:cubicBezTo>
                  <a:cubicBezTo>
                    <a:pt x="1075" y="2229"/>
                    <a:pt x="664" y="2400"/>
                    <a:pt x="406" y="2400"/>
                  </a:cubicBezTo>
                  <a:cubicBezTo>
                    <a:pt x="352" y="2400"/>
                    <a:pt x="305" y="2393"/>
                    <a:pt x="268" y="2376"/>
                  </a:cubicBezTo>
                  <a:cubicBezTo>
                    <a:pt x="244" y="2352"/>
                    <a:pt x="219" y="2327"/>
                    <a:pt x="195" y="2279"/>
                  </a:cubicBezTo>
                  <a:cubicBezTo>
                    <a:pt x="195" y="2206"/>
                    <a:pt x="219" y="2109"/>
                    <a:pt x="268" y="2036"/>
                  </a:cubicBezTo>
                  <a:cubicBezTo>
                    <a:pt x="462" y="1841"/>
                    <a:pt x="705" y="1696"/>
                    <a:pt x="972" y="1647"/>
                  </a:cubicBezTo>
                  <a:cubicBezTo>
                    <a:pt x="997" y="1647"/>
                    <a:pt x="1021" y="1623"/>
                    <a:pt x="1045" y="1598"/>
                  </a:cubicBezTo>
                  <a:cubicBezTo>
                    <a:pt x="1094" y="1550"/>
                    <a:pt x="1069" y="1526"/>
                    <a:pt x="997" y="1428"/>
                  </a:cubicBezTo>
                  <a:cubicBezTo>
                    <a:pt x="389" y="724"/>
                    <a:pt x="316" y="432"/>
                    <a:pt x="365" y="311"/>
                  </a:cubicBezTo>
                  <a:cubicBezTo>
                    <a:pt x="365" y="287"/>
                    <a:pt x="389" y="214"/>
                    <a:pt x="511" y="190"/>
                  </a:cubicBezTo>
                  <a:cubicBezTo>
                    <a:pt x="554" y="179"/>
                    <a:pt x="596" y="174"/>
                    <a:pt x="636" y="174"/>
                  </a:cubicBezTo>
                  <a:cubicBezTo>
                    <a:pt x="1244" y="174"/>
                    <a:pt x="1628" y="1283"/>
                    <a:pt x="1628" y="1283"/>
                  </a:cubicBezTo>
                  <a:cubicBezTo>
                    <a:pt x="1652" y="1307"/>
                    <a:pt x="1701" y="1331"/>
                    <a:pt x="1725" y="1331"/>
                  </a:cubicBezTo>
                  <a:cubicBezTo>
                    <a:pt x="1774" y="1307"/>
                    <a:pt x="1798" y="1258"/>
                    <a:pt x="1798" y="1210"/>
                  </a:cubicBezTo>
                  <a:cubicBezTo>
                    <a:pt x="1776" y="1165"/>
                    <a:pt x="1373" y="0"/>
                    <a:pt x="6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43"/>
            <p:cNvSpPr/>
            <p:nvPr/>
          </p:nvSpPr>
          <p:spPr>
            <a:xfrm>
              <a:off x="4828807" y="4113296"/>
              <a:ext cx="167625" cy="150227"/>
            </a:xfrm>
            <a:custGeom>
              <a:avLst/>
              <a:gdLst/>
              <a:ahLst/>
              <a:cxnLst/>
              <a:rect l="l" t="t" r="r" b="b"/>
              <a:pathLst>
                <a:path w="1927" h="1727" extrusionOk="0">
                  <a:moveTo>
                    <a:pt x="119" y="1"/>
                  </a:moveTo>
                  <a:cubicBezTo>
                    <a:pt x="57" y="1"/>
                    <a:pt x="1" y="74"/>
                    <a:pt x="56" y="147"/>
                  </a:cubicBezTo>
                  <a:cubicBezTo>
                    <a:pt x="347" y="463"/>
                    <a:pt x="566" y="828"/>
                    <a:pt x="712" y="1241"/>
                  </a:cubicBezTo>
                  <a:cubicBezTo>
                    <a:pt x="663" y="1386"/>
                    <a:pt x="639" y="1532"/>
                    <a:pt x="663" y="1654"/>
                  </a:cubicBezTo>
                  <a:cubicBezTo>
                    <a:pt x="663" y="1702"/>
                    <a:pt x="712" y="1726"/>
                    <a:pt x="736" y="1726"/>
                  </a:cubicBezTo>
                  <a:cubicBezTo>
                    <a:pt x="785" y="1726"/>
                    <a:pt x="809" y="1702"/>
                    <a:pt x="833" y="1678"/>
                  </a:cubicBezTo>
                  <a:cubicBezTo>
                    <a:pt x="882" y="1532"/>
                    <a:pt x="882" y="1411"/>
                    <a:pt x="858" y="1265"/>
                  </a:cubicBezTo>
                  <a:cubicBezTo>
                    <a:pt x="882" y="1241"/>
                    <a:pt x="906" y="1216"/>
                    <a:pt x="906" y="1192"/>
                  </a:cubicBezTo>
                  <a:cubicBezTo>
                    <a:pt x="1149" y="876"/>
                    <a:pt x="1489" y="706"/>
                    <a:pt x="1854" y="658"/>
                  </a:cubicBezTo>
                  <a:cubicBezTo>
                    <a:pt x="1902" y="633"/>
                    <a:pt x="1926" y="609"/>
                    <a:pt x="1926" y="560"/>
                  </a:cubicBezTo>
                  <a:cubicBezTo>
                    <a:pt x="1902" y="512"/>
                    <a:pt x="1854" y="488"/>
                    <a:pt x="1829" y="488"/>
                  </a:cubicBezTo>
                  <a:cubicBezTo>
                    <a:pt x="1441" y="536"/>
                    <a:pt x="1076" y="730"/>
                    <a:pt x="809" y="1046"/>
                  </a:cubicBezTo>
                  <a:cubicBezTo>
                    <a:pt x="663" y="658"/>
                    <a:pt x="445" y="318"/>
                    <a:pt x="177" y="26"/>
                  </a:cubicBezTo>
                  <a:cubicBezTo>
                    <a:pt x="160" y="8"/>
                    <a:pt x="139" y="1"/>
                    <a:pt x="1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43"/>
            <p:cNvSpPr/>
            <p:nvPr/>
          </p:nvSpPr>
          <p:spPr>
            <a:xfrm>
              <a:off x="4318023" y="4482647"/>
              <a:ext cx="515662" cy="562722"/>
            </a:xfrm>
            <a:custGeom>
              <a:avLst/>
              <a:gdLst/>
              <a:ahLst/>
              <a:cxnLst/>
              <a:rect l="l" t="t" r="r" b="b"/>
              <a:pathLst>
                <a:path w="5928" h="6469" extrusionOk="0">
                  <a:moveTo>
                    <a:pt x="5857" y="0"/>
                  </a:moveTo>
                  <a:cubicBezTo>
                    <a:pt x="5849" y="0"/>
                    <a:pt x="5840" y="2"/>
                    <a:pt x="5831" y="7"/>
                  </a:cubicBezTo>
                  <a:cubicBezTo>
                    <a:pt x="5782" y="7"/>
                    <a:pt x="5758" y="31"/>
                    <a:pt x="5758" y="80"/>
                  </a:cubicBezTo>
                  <a:cubicBezTo>
                    <a:pt x="5758" y="250"/>
                    <a:pt x="5734" y="396"/>
                    <a:pt x="5734" y="566"/>
                  </a:cubicBezTo>
                  <a:cubicBezTo>
                    <a:pt x="5709" y="590"/>
                    <a:pt x="5734" y="638"/>
                    <a:pt x="5782" y="638"/>
                  </a:cubicBezTo>
                  <a:lnTo>
                    <a:pt x="5782" y="614"/>
                  </a:lnTo>
                  <a:cubicBezTo>
                    <a:pt x="5791" y="619"/>
                    <a:pt x="5801" y="621"/>
                    <a:pt x="5810" y="621"/>
                  </a:cubicBezTo>
                  <a:cubicBezTo>
                    <a:pt x="5848" y="621"/>
                    <a:pt x="5879" y="585"/>
                    <a:pt x="5879" y="566"/>
                  </a:cubicBezTo>
                  <a:cubicBezTo>
                    <a:pt x="5904" y="396"/>
                    <a:pt x="5928" y="225"/>
                    <a:pt x="5928" y="80"/>
                  </a:cubicBezTo>
                  <a:cubicBezTo>
                    <a:pt x="5928" y="40"/>
                    <a:pt x="5896" y="0"/>
                    <a:pt x="5857" y="0"/>
                  </a:cubicBezTo>
                  <a:close/>
                  <a:moveTo>
                    <a:pt x="5682" y="972"/>
                  </a:moveTo>
                  <a:cubicBezTo>
                    <a:pt x="5644" y="972"/>
                    <a:pt x="5612" y="1007"/>
                    <a:pt x="5612" y="1027"/>
                  </a:cubicBezTo>
                  <a:cubicBezTo>
                    <a:pt x="5564" y="1197"/>
                    <a:pt x="5515" y="1343"/>
                    <a:pt x="5442" y="1489"/>
                  </a:cubicBezTo>
                  <a:cubicBezTo>
                    <a:pt x="5418" y="1513"/>
                    <a:pt x="5442" y="1562"/>
                    <a:pt x="5491" y="1586"/>
                  </a:cubicBezTo>
                  <a:lnTo>
                    <a:pt x="5515" y="1586"/>
                  </a:lnTo>
                  <a:lnTo>
                    <a:pt x="5515" y="1562"/>
                  </a:lnTo>
                  <a:cubicBezTo>
                    <a:pt x="5523" y="1570"/>
                    <a:pt x="5531" y="1572"/>
                    <a:pt x="5539" y="1572"/>
                  </a:cubicBezTo>
                  <a:cubicBezTo>
                    <a:pt x="5555" y="1572"/>
                    <a:pt x="5572" y="1562"/>
                    <a:pt x="5588" y="1562"/>
                  </a:cubicBezTo>
                  <a:cubicBezTo>
                    <a:pt x="5661" y="1392"/>
                    <a:pt x="5734" y="1246"/>
                    <a:pt x="5782" y="1076"/>
                  </a:cubicBezTo>
                  <a:cubicBezTo>
                    <a:pt x="5782" y="1027"/>
                    <a:pt x="5758" y="1003"/>
                    <a:pt x="5709" y="979"/>
                  </a:cubicBezTo>
                  <a:cubicBezTo>
                    <a:pt x="5700" y="974"/>
                    <a:pt x="5691" y="972"/>
                    <a:pt x="5682" y="972"/>
                  </a:cubicBezTo>
                  <a:close/>
                  <a:moveTo>
                    <a:pt x="4303" y="1753"/>
                  </a:moveTo>
                  <a:cubicBezTo>
                    <a:pt x="4217" y="1753"/>
                    <a:pt x="4164" y="1879"/>
                    <a:pt x="4276" y="1902"/>
                  </a:cubicBezTo>
                  <a:cubicBezTo>
                    <a:pt x="4398" y="1975"/>
                    <a:pt x="4543" y="2047"/>
                    <a:pt x="4640" y="2169"/>
                  </a:cubicBezTo>
                  <a:cubicBezTo>
                    <a:pt x="4640" y="2193"/>
                    <a:pt x="4665" y="2193"/>
                    <a:pt x="4689" y="2193"/>
                  </a:cubicBezTo>
                  <a:cubicBezTo>
                    <a:pt x="4713" y="2193"/>
                    <a:pt x="4738" y="2193"/>
                    <a:pt x="4762" y="2169"/>
                  </a:cubicBezTo>
                  <a:cubicBezTo>
                    <a:pt x="4786" y="2145"/>
                    <a:pt x="4786" y="2096"/>
                    <a:pt x="4762" y="2072"/>
                  </a:cubicBezTo>
                  <a:cubicBezTo>
                    <a:pt x="4640" y="1926"/>
                    <a:pt x="4495" y="1829"/>
                    <a:pt x="4325" y="1756"/>
                  </a:cubicBezTo>
                  <a:cubicBezTo>
                    <a:pt x="4317" y="1754"/>
                    <a:pt x="4310" y="1753"/>
                    <a:pt x="4303" y="1753"/>
                  </a:cubicBezTo>
                  <a:close/>
                  <a:moveTo>
                    <a:pt x="3790" y="1732"/>
                  </a:moveTo>
                  <a:cubicBezTo>
                    <a:pt x="3596" y="1780"/>
                    <a:pt x="3474" y="1926"/>
                    <a:pt x="3474" y="2120"/>
                  </a:cubicBezTo>
                  <a:cubicBezTo>
                    <a:pt x="3450" y="2145"/>
                    <a:pt x="3450" y="2169"/>
                    <a:pt x="3474" y="2193"/>
                  </a:cubicBezTo>
                  <a:cubicBezTo>
                    <a:pt x="3474" y="2242"/>
                    <a:pt x="3499" y="2266"/>
                    <a:pt x="3547" y="2266"/>
                  </a:cubicBezTo>
                  <a:lnTo>
                    <a:pt x="3572" y="2266"/>
                  </a:lnTo>
                  <a:cubicBezTo>
                    <a:pt x="3620" y="2242"/>
                    <a:pt x="3644" y="2193"/>
                    <a:pt x="3620" y="2169"/>
                  </a:cubicBezTo>
                  <a:lnTo>
                    <a:pt x="3620" y="2120"/>
                  </a:lnTo>
                  <a:cubicBezTo>
                    <a:pt x="3644" y="1999"/>
                    <a:pt x="3717" y="1926"/>
                    <a:pt x="3839" y="1902"/>
                  </a:cubicBezTo>
                  <a:cubicBezTo>
                    <a:pt x="3887" y="1877"/>
                    <a:pt x="3912" y="1829"/>
                    <a:pt x="3887" y="1780"/>
                  </a:cubicBezTo>
                  <a:cubicBezTo>
                    <a:pt x="3887" y="1756"/>
                    <a:pt x="3839" y="1732"/>
                    <a:pt x="3790" y="1732"/>
                  </a:cubicBezTo>
                  <a:close/>
                  <a:moveTo>
                    <a:pt x="5248" y="1835"/>
                  </a:moveTo>
                  <a:cubicBezTo>
                    <a:pt x="5230" y="1835"/>
                    <a:pt x="5211" y="1841"/>
                    <a:pt x="5199" y="1853"/>
                  </a:cubicBezTo>
                  <a:cubicBezTo>
                    <a:pt x="5078" y="1975"/>
                    <a:pt x="4981" y="2072"/>
                    <a:pt x="4835" y="2169"/>
                  </a:cubicBezTo>
                  <a:cubicBezTo>
                    <a:pt x="4786" y="2169"/>
                    <a:pt x="4786" y="2217"/>
                    <a:pt x="4811" y="2266"/>
                  </a:cubicBezTo>
                  <a:cubicBezTo>
                    <a:pt x="4811" y="2290"/>
                    <a:pt x="4859" y="2315"/>
                    <a:pt x="4883" y="2315"/>
                  </a:cubicBezTo>
                  <a:lnTo>
                    <a:pt x="4883" y="2290"/>
                  </a:lnTo>
                  <a:cubicBezTo>
                    <a:pt x="4883" y="2290"/>
                    <a:pt x="4908" y="2290"/>
                    <a:pt x="4908" y="2315"/>
                  </a:cubicBezTo>
                  <a:cubicBezTo>
                    <a:pt x="5053" y="2217"/>
                    <a:pt x="5199" y="2096"/>
                    <a:pt x="5296" y="1975"/>
                  </a:cubicBezTo>
                  <a:cubicBezTo>
                    <a:pt x="5345" y="1926"/>
                    <a:pt x="5345" y="1877"/>
                    <a:pt x="5296" y="1853"/>
                  </a:cubicBezTo>
                  <a:cubicBezTo>
                    <a:pt x="5284" y="1841"/>
                    <a:pt x="5266" y="1835"/>
                    <a:pt x="5248" y="1835"/>
                  </a:cubicBezTo>
                  <a:close/>
                  <a:moveTo>
                    <a:pt x="4416" y="2312"/>
                  </a:moveTo>
                  <a:cubicBezTo>
                    <a:pt x="4410" y="2312"/>
                    <a:pt x="4404" y="2313"/>
                    <a:pt x="4398" y="2315"/>
                  </a:cubicBezTo>
                  <a:cubicBezTo>
                    <a:pt x="4276" y="2339"/>
                    <a:pt x="4179" y="2363"/>
                    <a:pt x="4057" y="2363"/>
                  </a:cubicBezTo>
                  <a:lnTo>
                    <a:pt x="3936" y="2363"/>
                  </a:lnTo>
                  <a:cubicBezTo>
                    <a:pt x="3930" y="2362"/>
                    <a:pt x="3925" y="2361"/>
                    <a:pt x="3920" y="2361"/>
                  </a:cubicBezTo>
                  <a:cubicBezTo>
                    <a:pt x="3836" y="2361"/>
                    <a:pt x="3820" y="2533"/>
                    <a:pt x="3912" y="2533"/>
                  </a:cubicBezTo>
                  <a:lnTo>
                    <a:pt x="4057" y="2533"/>
                  </a:lnTo>
                  <a:lnTo>
                    <a:pt x="4057" y="2509"/>
                  </a:lnTo>
                  <a:cubicBezTo>
                    <a:pt x="4179" y="2509"/>
                    <a:pt x="4300" y="2509"/>
                    <a:pt x="4422" y="2485"/>
                  </a:cubicBezTo>
                  <a:cubicBezTo>
                    <a:pt x="4535" y="2462"/>
                    <a:pt x="4500" y="2312"/>
                    <a:pt x="4416" y="2312"/>
                  </a:cubicBezTo>
                  <a:close/>
                  <a:moveTo>
                    <a:pt x="4946" y="2451"/>
                  </a:moveTo>
                  <a:cubicBezTo>
                    <a:pt x="4934" y="2451"/>
                    <a:pt x="4921" y="2454"/>
                    <a:pt x="4908" y="2460"/>
                  </a:cubicBezTo>
                  <a:cubicBezTo>
                    <a:pt x="4859" y="2485"/>
                    <a:pt x="4859" y="2533"/>
                    <a:pt x="4859" y="2582"/>
                  </a:cubicBezTo>
                  <a:cubicBezTo>
                    <a:pt x="4932" y="2728"/>
                    <a:pt x="4956" y="2873"/>
                    <a:pt x="4981" y="3019"/>
                  </a:cubicBezTo>
                  <a:cubicBezTo>
                    <a:pt x="4981" y="3068"/>
                    <a:pt x="5029" y="3092"/>
                    <a:pt x="5078" y="3092"/>
                  </a:cubicBezTo>
                  <a:cubicBezTo>
                    <a:pt x="5126" y="3092"/>
                    <a:pt x="5151" y="3043"/>
                    <a:pt x="5151" y="3019"/>
                  </a:cubicBezTo>
                  <a:cubicBezTo>
                    <a:pt x="5126" y="2825"/>
                    <a:pt x="5078" y="2679"/>
                    <a:pt x="5029" y="2509"/>
                  </a:cubicBezTo>
                  <a:cubicBezTo>
                    <a:pt x="5011" y="2473"/>
                    <a:pt x="4981" y="2451"/>
                    <a:pt x="4946" y="2451"/>
                  </a:cubicBezTo>
                  <a:close/>
                  <a:moveTo>
                    <a:pt x="5078" y="3432"/>
                  </a:moveTo>
                  <a:cubicBezTo>
                    <a:pt x="5029" y="3432"/>
                    <a:pt x="5005" y="3456"/>
                    <a:pt x="4981" y="3505"/>
                  </a:cubicBezTo>
                  <a:cubicBezTo>
                    <a:pt x="4956" y="3651"/>
                    <a:pt x="4932" y="3821"/>
                    <a:pt x="4883" y="3966"/>
                  </a:cubicBezTo>
                  <a:cubicBezTo>
                    <a:pt x="4859" y="3991"/>
                    <a:pt x="4883" y="4039"/>
                    <a:pt x="4908" y="4064"/>
                  </a:cubicBezTo>
                  <a:lnTo>
                    <a:pt x="4956" y="4064"/>
                  </a:lnTo>
                  <a:cubicBezTo>
                    <a:pt x="4981" y="4064"/>
                    <a:pt x="5005" y="4039"/>
                    <a:pt x="5029" y="4015"/>
                  </a:cubicBezTo>
                  <a:cubicBezTo>
                    <a:pt x="5078" y="3869"/>
                    <a:pt x="5126" y="3699"/>
                    <a:pt x="5151" y="3529"/>
                  </a:cubicBezTo>
                  <a:cubicBezTo>
                    <a:pt x="5151" y="3481"/>
                    <a:pt x="5126" y="3432"/>
                    <a:pt x="5078" y="3432"/>
                  </a:cubicBezTo>
                  <a:close/>
                  <a:moveTo>
                    <a:pt x="4703" y="4339"/>
                  </a:moveTo>
                  <a:cubicBezTo>
                    <a:pt x="4677" y="4339"/>
                    <a:pt x="4655" y="4351"/>
                    <a:pt x="4640" y="4379"/>
                  </a:cubicBezTo>
                  <a:cubicBezTo>
                    <a:pt x="4543" y="4501"/>
                    <a:pt x="4422" y="4622"/>
                    <a:pt x="4325" y="4720"/>
                  </a:cubicBezTo>
                  <a:cubicBezTo>
                    <a:pt x="4276" y="4744"/>
                    <a:pt x="4276" y="4792"/>
                    <a:pt x="4325" y="4841"/>
                  </a:cubicBezTo>
                  <a:cubicBezTo>
                    <a:pt x="4325" y="4841"/>
                    <a:pt x="4349" y="4865"/>
                    <a:pt x="4373" y="4865"/>
                  </a:cubicBezTo>
                  <a:lnTo>
                    <a:pt x="4373" y="4841"/>
                  </a:lnTo>
                  <a:lnTo>
                    <a:pt x="4422" y="4841"/>
                  </a:lnTo>
                  <a:cubicBezTo>
                    <a:pt x="4543" y="4720"/>
                    <a:pt x="4665" y="4598"/>
                    <a:pt x="4762" y="4477"/>
                  </a:cubicBezTo>
                  <a:cubicBezTo>
                    <a:pt x="4786" y="4428"/>
                    <a:pt x="4786" y="4379"/>
                    <a:pt x="4762" y="4355"/>
                  </a:cubicBezTo>
                  <a:cubicBezTo>
                    <a:pt x="4742" y="4345"/>
                    <a:pt x="4722" y="4339"/>
                    <a:pt x="4703" y="4339"/>
                  </a:cubicBezTo>
                  <a:close/>
                  <a:moveTo>
                    <a:pt x="3975" y="4971"/>
                  </a:moveTo>
                  <a:cubicBezTo>
                    <a:pt x="3960" y="4971"/>
                    <a:pt x="3946" y="4977"/>
                    <a:pt x="3936" y="4987"/>
                  </a:cubicBezTo>
                  <a:cubicBezTo>
                    <a:pt x="3790" y="5060"/>
                    <a:pt x="3644" y="5108"/>
                    <a:pt x="3474" y="5133"/>
                  </a:cubicBezTo>
                  <a:cubicBezTo>
                    <a:pt x="3450" y="5157"/>
                    <a:pt x="3402" y="5205"/>
                    <a:pt x="3426" y="5254"/>
                  </a:cubicBezTo>
                  <a:cubicBezTo>
                    <a:pt x="3426" y="5278"/>
                    <a:pt x="3474" y="5303"/>
                    <a:pt x="3499" y="5303"/>
                  </a:cubicBezTo>
                  <a:lnTo>
                    <a:pt x="3523" y="5303"/>
                  </a:lnTo>
                  <a:cubicBezTo>
                    <a:pt x="3693" y="5254"/>
                    <a:pt x="3839" y="5205"/>
                    <a:pt x="4009" y="5133"/>
                  </a:cubicBezTo>
                  <a:cubicBezTo>
                    <a:pt x="4033" y="5108"/>
                    <a:pt x="4057" y="5060"/>
                    <a:pt x="4033" y="5011"/>
                  </a:cubicBezTo>
                  <a:cubicBezTo>
                    <a:pt x="4019" y="4983"/>
                    <a:pt x="3996" y="4971"/>
                    <a:pt x="3975" y="4971"/>
                  </a:cubicBezTo>
                  <a:close/>
                  <a:moveTo>
                    <a:pt x="1531" y="5205"/>
                  </a:moveTo>
                  <a:cubicBezTo>
                    <a:pt x="1434" y="5205"/>
                    <a:pt x="1434" y="5375"/>
                    <a:pt x="1531" y="5375"/>
                  </a:cubicBezTo>
                  <a:lnTo>
                    <a:pt x="2041" y="5375"/>
                  </a:lnTo>
                  <a:cubicBezTo>
                    <a:pt x="2065" y="5375"/>
                    <a:pt x="2114" y="5327"/>
                    <a:pt x="2114" y="5303"/>
                  </a:cubicBezTo>
                  <a:cubicBezTo>
                    <a:pt x="2114" y="5254"/>
                    <a:pt x="2090" y="5205"/>
                    <a:pt x="2041" y="5205"/>
                  </a:cubicBezTo>
                  <a:close/>
                  <a:moveTo>
                    <a:pt x="2527" y="5205"/>
                  </a:moveTo>
                  <a:cubicBezTo>
                    <a:pt x="2478" y="5205"/>
                    <a:pt x="2454" y="5254"/>
                    <a:pt x="2454" y="5278"/>
                  </a:cubicBezTo>
                  <a:cubicBezTo>
                    <a:pt x="2430" y="5327"/>
                    <a:pt x="2478" y="5375"/>
                    <a:pt x="2527" y="5375"/>
                  </a:cubicBezTo>
                  <a:lnTo>
                    <a:pt x="3013" y="5375"/>
                  </a:lnTo>
                  <a:cubicBezTo>
                    <a:pt x="3061" y="5375"/>
                    <a:pt x="3110" y="5327"/>
                    <a:pt x="3110" y="5278"/>
                  </a:cubicBezTo>
                  <a:cubicBezTo>
                    <a:pt x="3086" y="5230"/>
                    <a:pt x="3061" y="5205"/>
                    <a:pt x="3013" y="5205"/>
                  </a:cubicBezTo>
                  <a:close/>
                  <a:moveTo>
                    <a:pt x="1044" y="5270"/>
                  </a:moveTo>
                  <a:cubicBezTo>
                    <a:pt x="1037" y="5270"/>
                    <a:pt x="1029" y="5273"/>
                    <a:pt x="1021" y="5278"/>
                  </a:cubicBezTo>
                  <a:cubicBezTo>
                    <a:pt x="851" y="5327"/>
                    <a:pt x="681" y="5400"/>
                    <a:pt x="559" y="5497"/>
                  </a:cubicBezTo>
                  <a:cubicBezTo>
                    <a:pt x="511" y="5545"/>
                    <a:pt x="511" y="5594"/>
                    <a:pt x="559" y="5618"/>
                  </a:cubicBezTo>
                  <a:cubicBezTo>
                    <a:pt x="559" y="5643"/>
                    <a:pt x="584" y="5643"/>
                    <a:pt x="608" y="5667"/>
                  </a:cubicBezTo>
                  <a:cubicBezTo>
                    <a:pt x="632" y="5643"/>
                    <a:pt x="632" y="5643"/>
                    <a:pt x="657" y="5643"/>
                  </a:cubicBezTo>
                  <a:cubicBezTo>
                    <a:pt x="778" y="5545"/>
                    <a:pt x="899" y="5473"/>
                    <a:pt x="1069" y="5424"/>
                  </a:cubicBezTo>
                  <a:cubicBezTo>
                    <a:pt x="1134" y="5424"/>
                    <a:pt x="1103" y="5270"/>
                    <a:pt x="1044" y="5270"/>
                  </a:cubicBezTo>
                  <a:close/>
                  <a:moveTo>
                    <a:pt x="295" y="5864"/>
                  </a:moveTo>
                  <a:cubicBezTo>
                    <a:pt x="265" y="5864"/>
                    <a:pt x="235" y="5877"/>
                    <a:pt x="219" y="5910"/>
                  </a:cubicBezTo>
                  <a:cubicBezTo>
                    <a:pt x="122" y="6056"/>
                    <a:pt x="74" y="6201"/>
                    <a:pt x="25" y="6371"/>
                  </a:cubicBezTo>
                  <a:cubicBezTo>
                    <a:pt x="1" y="6420"/>
                    <a:pt x="25" y="6469"/>
                    <a:pt x="74" y="6469"/>
                  </a:cubicBezTo>
                  <a:lnTo>
                    <a:pt x="98" y="6469"/>
                  </a:lnTo>
                  <a:cubicBezTo>
                    <a:pt x="122" y="6469"/>
                    <a:pt x="146" y="6444"/>
                    <a:pt x="171" y="6420"/>
                  </a:cubicBezTo>
                  <a:cubicBezTo>
                    <a:pt x="219" y="6274"/>
                    <a:pt x="292" y="6129"/>
                    <a:pt x="365" y="5983"/>
                  </a:cubicBezTo>
                  <a:cubicBezTo>
                    <a:pt x="414" y="5918"/>
                    <a:pt x="354" y="5864"/>
                    <a:pt x="295" y="58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9614A61-006F-485B-A86F-EF3EF0F7C598}"/>
              </a:ext>
            </a:extLst>
          </p:cNvPr>
          <p:cNvSpPr txBox="1"/>
          <p:nvPr/>
        </p:nvSpPr>
        <p:spPr>
          <a:xfrm>
            <a:off x="2841919" y="2127257"/>
            <a:ext cx="3802465" cy="1026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ct val="150000"/>
              </a:lnSpc>
              <a:buFontTx/>
              <a:buChar char="-"/>
            </a:pPr>
            <a:r>
              <a:rPr lang="en-US" dirty="0" err="1">
                <a:latin typeface="Comfortaa" panose="020B0604020202020204" charset="0"/>
              </a:rPr>
              <a:t>Trực</a:t>
            </a:r>
            <a:r>
              <a:rPr lang="en-US" dirty="0">
                <a:latin typeface="Comfortaa" panose="020B0604020202020204" charset="0"/>
              </a:rPr>
              <a:t> </a:t>
            </a:r>
            <a:r>
              <a:rPr lang="en-US" dirty="0" err="1">
                <a:latin typeface="Comfortaa" panose="020B0604020202020204" charset="0"/>
              </a:rPr>
              <a:t>quan</a:t>
            </a:r>
            <a:r>
              <a:rPr lang="en-US" dirty="0">
                <a:latin typeface="Comfortaa" panose="020B0604020202020204" charset="0"/>
              </a:rPr>
              <a:t> </a:t>
            </a:r>
            <a:r>
              <a:rPr lang="en-US" dirty="0" err="1">
                <a:latin typeface="Comfortaa" panose="020B0604020202020204" charset="0"/>
              </a:rPr>
              <a:t>dữ</a:t>
            </a:r>
            <a:r>
              <a:rPr lang="en-US" dirty="0">
                <a:latin typeface="Comfortaa" panose="020B0604020202020204" charset="0"/>
              </a:rPr>
              <a:t> </a:t>
            </a:r>
            <a:r>
              <a:rPr lang="en-US" dirty="0" err="1">
                <a:latin typeface="Comfortaa" panose="020B0604020202020204" charset="0"/>
              </a:rPr>
              <a:t>liệu</a:t>
            </a:r>
            <a:r>
              <a:rPr lang="en-US" dirty="0">
                <a:latin typeface="Comfortaa" panose="020B0604020202020204" charset="0"/>
              </a:rPr>
              <a:t> </a:t>
            </a:r>
            <a:r>
              <a:rPr lang="en-US" b="1" dirty="0">
                <a:latin typeface="Comfortaa" panose="020B0604020202020204" charset="0"/>
              </a:rPr>
              <a:t>Sale ABC </a:t>
            </a:r>
            <a:r>
              <a:rPr lang="en-US" dirty="0" err="1">
                <a:latin typeface="Comfortaa" panose="020B0604020202020204" charset="0"/>
              </a:rPr>
              <a:t>bằng</a:t>
            </a:r>
            <a:r>
              <a:rPr lang="en-US" dirty="0">
                <a:latin typeface="Comfortaa" panose="020B0604020202020204" charset="0"/>
              </a:rPr>
              <a:t> </a:t>
            </a:r>
            <a:r>
              <a:rPr lang="en-US" dirty="0" err="1">
                <a:latin typeface="Comfortaa" panose="020B0604020202020204" charset="0"/>
              </a:rPr>
              <a:t>công</a:t>
            </a:r>
            <a:r>
              <a:rPr lang="en-US" dirty="0">
                <a:latin typeface="Comfortaa" panose="020B0604020202020204" charset="0"/>
              </a:rPr>
              <a:t> </a:t>
            </a:r>
            <a:r>
              <a:rPr lang="en-US" dirty="0" err="1">
                <a:latin typeface="Comfortaa" panose="020B0604020202020204" charset="0"/>
              </a:rPr>
              <a:t>nghệ</a:t>
            </a:r>
            <a:r>
              <a:rPr lang="en-US" dirty="0">
                <a:latin typeface="Comfortaa" panose="020B0604020202020204" charset="0"/>
              </a:rPr>
              <a:t> </a:t>
            </a:r>
            <a:r>
              <a:rPr lang="en-US" b="1" dirty="0">
                <a:latin typeface="Comfortaa" panose="020B0604020202020204" charset="0"/>
              </a:rPr>
              <a:t>D3js</a:t>
            </a:r>
            <a:r>
              <a:rPr lang="en-US" dirty="0">
                <a:latin typeface="Comfortaa" panose="020B0604020202020204" charset="0"/>
              </a:rPr>
              <a:t>.</a:t>
            </a:r>
          </a:p>
          <a:p>
            <a:pPr marL="171450" indent="-171450" algn="just">
              <a:lnSpc>
                <a:spcPct val="150000"/>
              </a:lnSpc>
              <a:buFontTx/>
              <a:buChar char="-"/>
            </a:pPr>
            <a:r>
              <a:rPr lang="en-US" dirty="0" err="1">
                <a:latin typeface="Comfortaa" panose="020B0604020202020204" charset="0"/>
              </a:rPr>
              <a:t>Phụ</a:t>
            </a:r>
            <a:r>
              <a:rPr lang="en-US" dirty="0">
                <a:latin typeface="Comfortaa" panose="020B0604020202020204" charset="0"/>
              </a:rPr>
              <a:t> </a:t>
            </a:r>
            <a:r>
              <a:rPr lang="en-US" dirty="0" err="1">
                <a:latin typeface="Comfortaa" panose="020B0604020202020204" charset="0"/>
              </a:rPr>
              <a:t>các</a:t>
            </a:r>
            <a:r>
              <a:rPr lang="en-US" dirty="0">
                <a:latin typeface="Comfortaa" panose="020B0604020202020204" charset="0"/>
              </a:rPr>
              <a:t> </a:t>
            </a:r>
            <a:r>
              <a:rPr lang="en-US" dirty="0" err="1">
                <a:latin typeface="Comfortaa" panose="020B0604020202020204" charset="0"/>
              </a:rPr>
              <a:t>thầy</a:t>
            </a:r>
            <a:r>
              <a:rPr lang="en-US" dirty="0">
                <a:latin typeface="Comfortaa" panose="020B0604020202020204" charset="0"/>
              </a:rPr>
              <a:t> </a:t>
            </a:r>
            <a:r>
              <a:rPr lang="en-US" dirty="0" err="1">
                <a:latin typeface="Comfortaa" panose="020B0604020202020204" charset="0"/>
              </a:rPr>
              <a:t>viết</a:t>
            </a:r>
            <a:r>
              <a:rPr lang="en-US" dirty="0">
                <a:latin typeface="Comfortaa" panose="020B0604020202020204" charset="0"/>
              </a:rPr>
              <a:t> </a:t>
            </a:r>
            <a:r>
              <a:rPr lang="en-US" dirty="0" err="1">
                <a:latin typeface="Comfortaa" panose="020B0604020202020204" charset="0"/>
              </a:rPr>
              <a:t>sách</a:t>
            </a:r>
            <a:r>
              <a:rPr lang="en-US" dirty="0">
                <a:latin typeface="Comfortaa" panose="020B0604020202020204" charset="0"/>
              </a:rPr>
              <a:t> </a:t>
            </a:r>
            <a:r>
              <a:rPr lang="en-US" dirty="0" err="1">
                <a:latin typeface="Comfortaa" panose="020B0604020202020204" charset="0"/>
              </a:rPr>
              <a:t>về</a:t>
            </a:r>
            <a:r>
              <a:rPr lang="en-US" dirty="0">
                <a:latin typeface="Comfortaa" panose="020B0604020202020204" charset="0"/>
              </a:rPr>
              <a:t> </a:t>
            </a:r>
            <a:r>
              <a:rPr lang="en-US" b="1" dirty="0">
                <a:latin typeface="Comfortaa" panose="020B0604020202020204" charset="0"/>
              </a:rPr>
              <a:t>Data Viz</a:t>
            </a:r>
            <a:r>
              <a:rPr lang="en-US" dirty="0">
                <a:latin typeface="Comfortaa" panose="020B060402020202020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784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Google Shape;1776;p43"/>
          <p:cNvSpPr txBox="1">
            <a:spLocks noGrp="1"/>
          </p:cNvSpPr>
          <p:nvPr>
            <p:ph type="title"/>
          </p:nvPr>
        </p:nvSpPr>
        <p:spPr>
          <a:xfrm>
            <a:off x="365949" y="958225"/>
            <a:ext cx="4627234" cy="5943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err="1">
                <a:latin typeface="Comfortaa" panose="020B0604020202020204" charset="0"/>
              </a:rPr>
              <a:t>Giới</a:t>
            </a:r>
            <a:r>
              <a:rPr lang="en-US" sz="3600" b="1" dirty="0">
                <a:latin typeface="Comfortaa" panose="020B0604020202020204" charset="0"/>
              </a:rPr>
              <a:t> </a:t>
            </a:r>
            <a:r>
              <a:rPr lang="en-US" sz="3600" b="1" dirty="0" err="1">
                <a:latin typeface="Comfortaa" panose="020B0604020202020204" charset="0"/>
              </a:rPr>
              <a:t>thiệu</a:t>
            </a:r>
            <a:r>
              <a:rPr lang="en-US" sz="3600" b="1" dirty="0">
                <a:latin typeface="Comfortaa" panose="020B0604020202020204" charset="0"/>
              </a:rPr>
              <a:t> </a:t>
            </a:r>
            <a:r>
              <a:rPr lang="en-US" sz="3600" b="1" dirty="0" err="1">
                <a:latin typeface="Comfortaa" panose="020B0604020202020204" charset="0"/>
              </a:rPr>
              <a:t>về</a:t>
            </a:r>
            <a:r>
              <a:rPr lang="en-US" sz="3600" b="1" dirty="0">
                <a:latin typeface="Comfortaa" panose="020B0604020202020204" charset="0"/>
              </a:rPr>
              <a:t> D3js</a:t>
            </a:r>
            <a:endParaRPr sz="3600" b="1" dirty="0">
              <a:latin typeface="Comfortaa" panose="020B0604020202020204" charset="0"/>
            </a:endParaRPr>
          </a:p>
        </p:txBody>
      </p:sp>
      <p:sp>
        <p:nvSpPr>
          <p:cNvPr id="1778" name="Google Shape;1778;p43"/>
          <p:cNvSpPr txBox="1">
            <a:spLocks noGrp="1"/>
          </p:cNvSpPr>
          <p:nvPr>
            <p:ph type="subTitle" idx="1"/>
          </p:nvPr>
        </p:nvSpPr>
        <p:spPr>
          <a:xfrm>
            <a:off x="2817595" y="1994530"/>
            <a:ext cx="3920567" cy="12480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200" b="0" i="0" dirty="0">
                <a:solidFill>
                  <a:srgbClr val="1B1B1B"/>
                </a:solidFill>
                <a:effectLst/>
                <a:latin typeface="Comfortaa" panose="020B0604020202020204" charset="0"/>
              </a:rPr>
              <a:t>D3(</a:t>
            </a:r>
            <a:r>
              <a:rPr lang="vi-VN" sz="1200" b="1" i="0" dirty="0" err="1">
                <a:solidFill>
                  <a:srgbClr val="1B1B1B"/>
                </a:solidFill>
                <a:effectLst/>
                <a:latin typeface="Comfortaa" panose="020B0604020202020204" charset="0"/>
              </a:rPr>
              <a:t>Data</a:t>
            </a:r>
            <a:r>
              <a:rPr lang="vi-VN" sz="1200" b="1" i="0" dirty="0">
                <a:solidFill>
                  <a:srgbClr val="1B1B1B"/>
                </a:solidFill>
                <a:effectLst/>
                <a:latin typeface="Comfortaa" panose="020B0604020202020204" charset="0"/>
              </a:rPr>
              <a:t> </a:t>
            </a:r>
            <a:r>
              <a:rPr lang="vi-VN" sz="1200" b="1" i="0" dirty="0" err="1">
                <a:solidFill>
                  <a:srgbClr val="1B1B1B"/>
                </a:solidFill>
                <a:effectLst/>
                <a:latin typeface="Comfortaa" panose="020B0604020202020204" charset="0"/>
              </a:rPr>
              <a:t>Driven</a:t>
            </a:r>
            <a:r>
              <a:rPr lang="vi-VN" sz="1200" b="1" i="0" dirty="0">
                <a:solidFill>
                  <a:srgbClr val="1B1B1B"/>
                </a:solidFill>
                <a:effectLst/>
                <a:latin typeface="Comfortaa" panose="020B0604020202020204" charset="0"/>
              </a:rPr>
              <a:t> </a:t>
            </a:r>
            <a:r>
              <a:rPr lang="vi-VN" sz="1200" b="1" i="0" dirty="0" err="1">
                <a:solidFill>
                  <a:srgbClr val="1B1B1B"/>
                </a:solidFill>
                <a:effectLst/>
                <a:latin typeface="Comfortaa" panose="020B0604020202020204" charset="0"/>
              </a:rPr>
              <a:t>Document</a:t>
            </a:r>
            <a:r>
              <a:rPr lang="vi-VN" sz="1200" b="0" i="0" dirty="0">
                <a:solidFill>
                  <a:srgbClr val="1B1B1B"/>
                </a:solidFill>
                <a:effectLst/>
                <a:latin typeface="Comfortaa" panose="020B0604020202020204" charset="0"/>
              </a:rPr>
              <a:t>) </a:t>
            </a:r>
            <a:r>
              <a:rPr lang="vi-VN" sz="1200" b="0" i="0" dirty="0" err="1">
                <a:solidFill>
                  <a:srgbClr val="1B1B1B"/>
                </a:solidFill>
                <a:effectLst/>
                <a:latin typeface="Comfortaa" panose="020B0604020202020204" charset="0"/>
              </a:rPr>
              <a:t>là</a:t>
            </a:r>
            <a:r>
              <a:rPr lang="vi-VN" sz="1200" b="0" i="0" dirty="0">
                <a:solidFill>
                  <a:srgbClr val="1B1B1B"/>
                </a:solidFill>
                <a:effectLst/>
                <a:latin typeface="Comfortaa" panose="020B0604020202020204" charset="0"/>
              </a:rPr>
              <a:t> </a:t>
            </a:r>
            <a:r>
              <a:rPr lang="vi-VN" sz="1200" b="0" i="0" dirty="0" err="1">
                <a:solidFill>
                  <a:srgbClr val="1B1B1B"/>
                </a:solidFill>
                <a:effectLst/>
                <a:latin typeface="Comfortaa" panose="020B0604020202020204" charset="0"/>
              </a:rPr>
              <a:t>một</a:t>
            </a:r>
            <a:r>
              <a:rPr lang="vi-VN" sz="1200" b="0" i="0" dirty="0">
                <a:solidFill>
                  <a:srgbClr val="1B1B1B"/>
                </a:solidFill>
                <a:effectLst/>
                <a:latin typeface="Comfortaa" panose="020B0604020202020204" charset="0"/>
              </a:rPr>
              <a:t> thư </a:t>
            </a:r>
            <a:r>
              <a:rPr lang="vi-VN" sz="1200" b="0" i="0" dirty="0" err="1">
                <a:solidFill>
                  <a:srgbClr val="1B1B1B"/>
                </a:solidFill>
                <a:effectLst/>
                <a:latin typeface="Comfortaa" panose="020B0604020202020204" charset="0"/>
              </a:rPr>
              <a:t>viện</a:t>
            </a:r>
            <a:r>
              <a:rPr lang="vi-VN" sz="1200" b="0" i="0" dirty="0">
                <a:solidFill>
                  <a:srgbClr val="1B1B1B"/>
                </a:solidFill>
                <a:effectLst/>
                <a:latin typeface="Comfortaa" panose="020B0604020202020204" charset="0"/>
              </a:rPr>
              <a:t> </a:t>
            </a:r>
            <a:r>
              <a:rPr lang="vi-VN" sz="1200" b="0" i="0" dirty="0" err="1">
                <a:solidFill>
                  <a:srgbClr val="1B1B1B"/>
                </a:solidFill>
                <a:effectLst/>
                <a:latin typeface="Comfortaa" panose="020B0604020202020204" charset="0"/>
              </a:rPr>
              <a:t>JavaScript</a:t>
            </a:r>
            <a:r>
              <a:rPr lang="vi-VN" sz="1200" b="0" i="0" dirty="0">
                <a:solidFill>
                  <a:srgbClr val="1B1B1B"/>
                </a:solidFill>
                <a:effectLst/>
                <a:latin typeface="Comfortaa" panose="020B0604020202020204" charset="0"/>
              </a:rPr>
              <a:t> </a:t>
            </a:r>
            <a:r>
              <a:rPr lang="vi-VN" sz="1200" b="0" i="0" dirty="0" err="1">
                <a:solidFill>
                  <a:srgbClr val="1B1B1B"/>
                </a:solidFill>
                <a:effectLst/>
                <a:latin typeface="Comfortaa" panose="020B0604020202020204" charset="0"/>
              </a:rPr>
              <a:t>được</a:t>
            </a:r>
            <a:r>
              <a:rPr lang="vi-VN" sz="1200" b="0" i="0" dirty="0">
                <a:solidFill>
                  <a:srgbClr val="1B1B1B"/>
                </a:solidFill>
                <a:effectLst/>
                <a:latin typeface="Comfortaa" panose="020B0604020202020204" charset="0"/>
              </a:rPr>
              <a:t> </a:t>
            </a:r>
            <a:r>
              <a:rPr lang="vi-VN" sz="1200" b="0" i="0" dirty="0" err="1">
                <a:solidFill>
                  <a:srgbClr val="1B1B1B"/>
                </a:solidFill>
                <a:effectLst/>
                <a:latin typeface="Comfortaa" panose="020B0604020202020204" charset="0"/>
              </a:rPr>
              <a:t>sử</a:t>
            </a:r>
            <a:r>
              <a:rPr lang="vi-VN" sz="1200" b="0" i="0" dirty="0">
                <a:solidFill>
                  <a:srgbClr val="1B1B1B"/>
                </a:solidFill>
                <a:effectLst/>
                <a:latin typeface="Comfortaa" panose="020B0604020202020204" charset="0"/>
              </a:rPr>
              <a:t> </a:t>
            </a:r>
            <a:r>
              <a:rPr lang="vi-VN" sz="1200" b="0" i="0" dirty="0" err="1">
                <a:solidFill>
                  <a:srgbClr val="1B1B1B"/>
                </a:solidFill>
                <a:effectLst/>
                <a:latin typeface="Comfortaa" panose="020B0604020202020204" charset="0"/>
              </a:rPr>
              <a:t>dụng</a:t>
            </a:r>
            <a:r>
              <a:rPr lang="vi-VN" sz="1200" b="0" i="0" dirty="0">
                <a:solidFill>
                  <a:srgbClr val="1B1B1B"/>
                </a:solidFill>
                <a:effectLst/>
                <a:latin typeface="Comfortaa" panose="020B0604020202020204" charset="0"/>
              </a:rPr>
              <a:t> </a:t>
            </a:r>
            <a:r>
              <a:rPr lang="vi-VN" sz="1200" b="0" i="0" dirty="0" err="1">
                <a:solidFill>
                  <a:srgbClr val="1B1B1B"/>
                </a:solidFill>
                <a:effectLst/>
                <a:latin typeface="Comfortaa" panose="020B0604020202020204" charset="0"/>
              </a:rPr>
              <a:t>để</a:t>
            </a:r>
            <a:r>
              <a:rPr lang="vi-VN" sz="1200" b="0" i="0" dirty="0">
                <a:solidFill>
                  <a:srgbClr val="1B1B1B"/>
                </a:solidFill>
                <a:effectLst/>
                <a:latin typeface="Comfortaa" panose="020B0604020202020204" charset="0"/>
              </a:rPr>
              <a:t> </a:t>
            </a:r>
            <a:r>
              <a:rPr lang="en-US" sz="1200" b="0" i="0" dirty="0" err="1">
                <a:solidFill>
                  <a:srgbClr val="1B1B1B"/>
                </a:solidFill>
                <a:effectLst/>
                <a:latin typeface="Comfortaa" panose="020B0604020202020204" charset="0"/>
              </a:rPr>
              <a:t>trực</a:t>
            </a:r>
            <a:r>
              <a:rPr lang="en-US" sz="1200" b="0" i="0" dirty="0">
                <a:solidFill>
                  <a:srgbClr val="1B1B1B"/>
                </a:solidFill>
                <a:effectLst/>
                <a:latin typeface="Comfortaa" panose="020B0604020202020204" charset="0"/>
              </a:rPr>
              <a:t> </a:t>
            </a:r>
            <a:r>
              <a:rPr lang="en-US" sz="1200" b="0" i="0" dirty="0" err="1">
                <a:solidFill>
                  <a:srgbClr val="1B1B1B"/>
                </a:solidFill>
                <a:effectLst/>
                <a:latin typeface="Comfortaa" panose="020B0604020202020204" charset="0"/>
              </a:rPr>
              <a:t>quan</a:t>
            </a:r>
            <a:r>
              <a:rPr lang="en-US" sz="1200" b="0" i="0" dirty="0">
                <a:solidFill>
                  <a:srgbClr val="1B1B1B"/>
                </a:solidFill>
                <a:effectLst/>
                <a:latin typeface="Comfortaa" panose="020B0604020202020204" charset="0"/>
              </a:rPr>
              <a:t> </a:t>
            </a:r>
            <a:r>
              <a:rPr lang="en-US" sz="1200" b="0" i="0" dirty="0" err="1">
                <a:solidFill>
                  <a:srgbClr val="1B1B1B"/>
                </a:solidFill>
                <a:effectLst/>
                <a:latin typeface="Comfortaa" panose="020B0604020202020204" charset="0"/>
              </a:rPr>
              <a:t>hóa</a:t>
            </a:r>
            <a:r>
              <a:rPr lang="en-US" sz="1200" b="0" i="0" dirty="0">
                <a:solidFill>
                  <a:srgbClr val="1B1B1B"/>
                </a:solidFill>
                <a:effectLst/>
                <a:latin typeface="Comfortaa" panose="020B0604020202020204" charset="0"/>
              </a:rPr>
              <a:t> </a:t>
            </a:r>
            <a:r>
              <a:rPr lang="en-US" sz="1200" b="0" i="0" dirty="0" err="1">
                <a:solidFill>
                  <a:srgbClr val="1B1B1B"/>
                </a:solidFill>
                <a:effectLst/>
                <a:latin typeface="Comfortaa" panose="020B0604020202020204" charset="0"/>
              </a:rPr>
              <a:t>dữ</a:t>
            </a:r>
            <a:r>
              <a:rPr lang="en-US" sz="1200" b="0" i="0" dirty="0">
                <a:solidFill>
                  <a:srgbClr val="1B1B1B"/>
                </a:solidFill>
                <a:effectLst/>
                <a:latin typeface="Comfortaa" panose="020B0604020202020204" charset="0"/>
              </a:rPr>
              <a:t> </a:t>
            </a:r>
            <a:r>
              <a:rPr lang="en-US" sz="1200" b="0" i="0" dirty="0" err="1">
                <a:solidFill>
                  <a:srgbClr val="1B1B1B"/>
                </a:solidFill>
                <a:effectLst/>
                <a:latin typeface="Comfortaa" panose="020B0604020202020204" charset="0"/>
              </a:rPr>
              <a:t>liệu</a:t>
            </a:r>
            <a:r>
              <a:rPr lang="vi-VN" sz="1200" b="0" i="0" dirty="0">
                <a:solidFill>
                  <a:srgbClr val="1B1B1B"/>
                </a:solidFill>
                <a:effectLst/>
                <a:latin typeface="Comfortaa" panose="020B0604020202020204" charset="0"/>
              </a:rPr>
              <a:t>. </a:t>
            </a:r>
            <a:r>
              <a:rPr lang="en-US" sz="1200" dirty="0" err="1">
                <a:solidFill>
                  <a:srgbClr val="1B1B1B"/>
                </a:solidFill>
                <a:latin typeface="Comfortaa" panose="020B0604020202020204" charset="0"/>
              </a:rPr>
              <a:t>Được</a:t>
            </a:r>
            <a:r>
              <a:rPr lang="en-US" sz="1200" dirty="0">
                <a:solidFill>
                  <a:srgbClr val="1B1B1B"/>
                </a:solidFill>
                <a:latin typeface="Comfortaa" panose="020B0604020202020204" charset="0"/>
              </a:rPr>
              <a:t> </a:t>
            </a:r>
            <a:r>
              <a:rPr lang="en-US" sz="1200" dirty="0" err="1">
                <a:solidFill>
                  <a:srgbClr val="1B1B1B"/>
                </a:solidFill>
                <a:latin typeface="Comfortaa" panose="020B0604020202020204" charset="0"/>
              </a:rPr>
              <a:t>sáng</a:t>
            </a:r>
            <a:r>
              <a:rPr lang="en-US" sz="1200" dirty="0">
                <a:solidFill>
                  <a:srgbClr val="1B1B1B"/>
                </a:solidFill>
                <a:latin typeface="Comfortaa" panose="020B0604020202020204" charset="0"/>
              </a:rPr>
              <a:t> </a:t>
            </a:r>
            <a:r>
              <a:rPr lang="en-US" sz="1200" dirty="0" err="1">
                <a:solidFill>
                  <a:srgbClr val="1B1B1B"/>
                </a:solidFill>
                <a:latin typeface="Comfortaa" panose="020B0604020202020204" charset="0"/>
              </a:rPr>
              <a:t>lập</a:t>
            </a:r>
            <a:r>
              <a:rPr lang="en-US" sz="1200" dirty="0">
                <a:solidFill>
                  <a:srgbClr val="1B1B1B"/>
                </a:solidFill>
                <a:latin typeface="Comfortaa" panose="020B0604020202020204" charset="0"/>
              </a:rPr>
              <a:t> </a:t>
            </a:r>
            <a:r>
              <a:rPr lang="en-US" sz="1200" dirty="0" err="1">
                <a:solidFill>
                  <a:srgbClr val="1B1B1B"/>
                </a:solidFill>
                <a:latin typeface="Comfortaa" panose="020B0604020202020204" charset="0"/>
              </a:rPr>
              <a:t>bởi</a:t>
            </a:r>
            <a:r>
              <a:rPr lang="en-US" sz="1200" dirty="0">
                <a:solidFill>
                  <a:srgbClr val="1B1B1B"/>
                </a:solidFill>
                <a:latin typeface="Comfortaa" panose="020B0604020202020204" charset="0"/>
              </a:rPr>
              <a:t> Mike Bostock – </a:t>
            </a:r>
            <a:r>
              <a:rPr lang="en-US" sz="1200" dirty="0" err="1">
                <a:solidFill>
                  <a:srgbClr val="1B1B1B"/>
                </a:solidFill>
                <a:latin typeface="Comfortaa" panose="020B0604020202020204" charset="0"/>
              </a:rPr>
              <a:t>cựu</a:t>
            </a:r>
            <a:r>
              <a:rPr lang="en-US" sz="1200" dirty="0">
                <a:solidFill>
                  <a:srgbClr val="1B1B1B"/>
                </a:solidFill>
                <a:latin typeface="Comfortaa" panose="020B0604020202020204" charset="0"/>
              </a:rPr>
              <a:t> </a:t>
            </a:r>
            <a:r>
              <a:rPr lang="en-US" sz="1200" dirty="0" err="1">
                <a:solidFill>
                  <a:srgbClr val="1B1B1B"/>
                </a:solidFill>
                <a:latin typeface="Comfortaa" panose="020B0604020202020204" charset="0"/>
              </a:rPr>
              <a:t>biên</a:t>
            </a:r>
            <a:r>
              <a:rPr lang="en-US" sz="1200" dirty="0">
                <a:solidFill>
                  <a:srgbClr val="1B1B1B"/>
                </a:solidFill>
                <a:latin typeface="Comfortaa" panose="020B0604020202020204" charset="0"/>
              </a:rPr>
              <a:t> </a:t>
            </a:r>
            <a:r>
              <a:rPr lang="en-US" sz="1200" dirty="0" err="1">
                <a:solidFill>
                  <a:srgbClr val="1B1B1B"/>
                </a:solidFill>
                <a:latin typeface="Comfortaa" panose="020B0604020202020204" charset="0"/>
              </a:rPr>
              <a:t>tập</a:t>
            </a:r>
            <a:r>
              <a:rPr lang="en-US" sz="1200" dirty="0">
                <a:solidFill>
                  <a:srgbClr val="1B1B1B"/>
                </a:solidFill>
                <a:latin typeface="Comfortaa" panose="020B0604020202020204" charset="0"/>
              </a:rPr>
              <a:t> </a:t>
            </a:r>
            <a:r>
              <a:rPr lang="en-US" sz="1200" dirty="0" err="1">
                <a:solidFill>
                  <a:srgbClr val="1B1B1B"/>
                </a:solidFill>
                <a:latin typeface="Comfortaa" panose="020B0604020202020204" charset="0"/>
              </a:rPr>
              <a:t>đồ</a:t>
            </a:r>
            <a:r>
              <a:rPr lang="en-US" sz="1200" dirty="0">
                <a:solidFill>
                  <a:srgbClr val="1B1B1B"/>
                </a:solidFill>
                <a:latin typeface="Comfortaa" panose="020B0604020202020204" charset="0"/>
              </a:rPr>
              <a:t> </a:t>
            </a:r>
            <a:r>
              <a:rPr lang="en-US" sz="1200" dirty="0" err="1">
                <a:solidFill>
                  <a:srgbClr val="1B1B1B"/>
                </a:solidFill>
                <a:latin typeface="Comfortaa" panose="020B0604020202020204" charset="0"/>
              </a:rPr>
              <a:t>họa</a:t>
            </a:r>
            <a:r>
              <a:rPr lang="en-US" sz="1200" dirty="0">
                <a:solidFill>
                  <a:srgbClr val="1B1B1B"/>
                </a:solidFill>
                <a:latin typeface="Comfortaa" panose="020B0604020202020204" charset="0"/>
              </a:rPr>
              <a:t> </a:t>
            </a:r>
            <a:r>
              <a:rPr lang="en-US" sz="1200" dirty="0" err="1">
                <a:solidFill>
                  <a:srgbClr val="1B1B1B"/>
                </a:solidFill>
                <a:latin typeface="Comfortaa" panose="020B0604020202020204" charset="0"/>
              </a:rPr>
              <a:t>tại</a:t>
            </a:r>
            <a:r>
              <a:rPr lang="en-US" sz="1200" dirty="0">
                <a:solidFill>
                  <a:srgbClr val="1B1B1B"/>
                </a:solidFill>
                <a:latin typeface="Comfortaa" panose="020B0604020202020204" charset="0"/>
              </a:rPr>
              <a:t> </a:t>
            </a:r>
            <a:r>
              <a:rPr lang="en-US" sz="1200" dirty="0" err="1">
                <a:solidFill>
                  <a:srgbClr val="1B1B1B"/>
                </a:solidFill>
                <a:latin typeface="Comfortaa" panose="020B0604020202020204" charset="0"/>
              </a:rPr>
              <a:t>tờ</a:t>
            </a:r>
            <a:r>
              <a:rPr lang="en-US" sz="1200" dirty="0">
                <a:solidFill>
                  <a:srgbClr val="1B1B1B"/>
                </a:solidFill>
                <a:latin typeface="Comfortaa" panose="020B0604020202020204" charset="0"/>
              </a:rPr>
              <a:t> </a:t>
            </a:r>
            <a:r>
              <a:rPr lang="en-US" sz="1200" dirty="0" err="1">
                <a:solidFill>
                  <a:srgbClr val="1B1B1B"/>
                </a:solidFill>
                <a:latin typeface="Comfortaa" panose="020B0604020202020204" charset="0"/>
              </a:rPr>
              <a:t>NewYork</a:t>
            </a:r>
            <a:r>
              <a:rPr lang="en-US" sz="1200" dirty="0">
                <a:solidFill>
                  <a:srgbClr val="1B1B1B"/>
                </a:solidFill>
                <a:latin typeface="Comfortaa" panose="020B0604020202020204" charset="0"/>
              </a:rPr>
              <a:t> times.</a:t>
            </a:r>
            <a:endParaRPr sz="1200" dirty="0">
              <a:latin typeface="Comfortaa" panose="020B0604020202020204" charset="0"/>
            </a:endParaRPr>
          </a:p>
        </p:txBody>
      </p:sp>
      <p:grpSp>
        <p:nvGrpSpPr>
          <p:cNvPr id="1827" name="Google Shape;1827;p43"/>
          <p:cNvGrpSpPr/>
          <p:nvPr/>
        </p:nvGrpSpPr>
        <p:grpSpPr>
          <a:xfrm rot="13891223">
            <a:off x="2171644" y="-226761"/>
            <a:ext cx="1024641" cy="1333069"/>
            <a:chOff x="4318023" y="4113296"/>
            <a:chExt cx="716422" cy="932073"/>
          </a:xfrm>
        </p:grpSpPr>
        <p:sp>
          <p:nvSpPr>
            <p:cNvPr id="1828" name="Google Shape;1828;p43"/>
            <p:cNvSpPr/>
            <p:nvPr/>
          </p:nvSpPr>
          <p:spPr>
            <a:xfrm>
              <a:off x="4842115" y="4245779"/>
              <a:ext cx="192329" cy="205812"/>
            </a:xfrm>
            <a:custGeom>
              <a:avLst/>
              <a:gdLst/>
              <a:ahLst/>
              <a:cxnLst/>
              <a:rect l="l" t="t" r="r" b="b"/>
              <a:pathLst>
                <a:path w="2211" h="2366" extrusionOk="0">
                  <a:moveTo>
                    <a:pt x="1579" y="179"/>
                  </a:moveTo>
                  <a:cubicBezTo>
                    <a:pt x="1798" y="179"/>
                    <a:pt x="1943" y="252"/>
                    <a:pt x="1992" y="422"/>
                  </a:cubicBezTo>
                  <a:cubicBezTo>
                    <a:pt x="2041" y="519"/>
                    <a:pt x="2016" y="616"/>
                    <a:pt x="1968" y="689"/>
                  </a:cubicBezTo>
                  <a:cubicBezTo>
                    <a:pt x="1798" y="908"/>
                    <a:pt x="1239" y="1005"/>
                    <a:pt x="802" y="1005"/>
                  </a:cubicBezTo>
                  <a:lnTo>
                    <a:pt x="777" y="1005"/>
                  </a:lnTo>
                  <a:cubicBezTo>
                    <a:pt x="705" y="1005"/>
                    <a:pt x="680" y="1054"/>
                    <a:pt x="705" y="1127"/>
                  </a:cubicBezTo>
                  <a:cubicBezTo>
                    <a:pt x="802" y="1321"/>
                    <a:pt x="1045" y="1904"/>
                    <a:pt x="826" y="2171"/>
                  </a:cubicBezTo>
                  <a:cubicBezTo>
                    <a:pt x="802" y="2195"/>
                    <a:pt x="777" y="2195"/>
                    <a:pt x="777" y="2195"/>
                  </a:cubicBezTo>
                  <a:cubicBezTo>
                    <a:pt x="632" y="2195"/>
                    <a:pt x="364" y="1782"/>
                    <a:pt x="170" y="1369"/>
                  </a:cubicBezTo>
                  <a:lnTo>
                    <a:pt x="486" y="495"/>
                  </a:lnTo>
                  <a:cubicBezTo>
                    <a:pt x="826" y="325"/>
                    <a:pt x="1190" y="203"/>
                    <a:pt x="1579" y="179"/>
                  </a:cubicBezTo>
                  <a:close/>
                  <a:moveTo>
                    <a:pt x="1663" y="1"/>
                  </a:moveTo>
                  <a:cubicBezTo>
                    <a:pt x="1635" y="1"/>
                    <a:pt x="1607" y="4"/>
                    <a:pt x="1579" y="9"/>
                  </a:cubicBezTo>
                  <a:cubicBezTo>
                    <a:pt x="1142" y="33"/>
                    <a:pt x="753" y="155"/>
                    <a:pt x="389" y="349"/>
                  </a:cubicBezTo>
                  <a:cubicBezTo>
                    <a:pt x="364" y="374"/>
                    <a:pt x="340" y="374"/>
                    <a:pt x="340" y="398"/>
                  </a:cubicBezTo>
                  <a:lnTo>
                    <a:pt x="0" y="1345"/>
                  </a:lnTo>
                  <a:cubicBezTo>
                    <a:pt x="0" y="1345"/>
                    <a:pt x="0" y="1369"/>
                    <a:pt x="0" y="1394"/>
                  </a:cubicBezTo>
                  <a:cubicBezTo>
                    <a:pt x="73" y="1564"/>
                    <a:pt x="437" y="2365"/>
                    <a:pt x="777" y="2365"/>
                  </a:cubicBezTo>
                  <a:cubicBezTo>
                    <a:pt x="850" y="2365"/>
                    <a:pt x="923" y="2341"/>
                    <a:pt x="972" y="2268"/>
                  </a:cubicBezTo>
                  <a:cubicBezTo>
                    <a:pt x="1215" y="1953"/>
                    <a:pt x="1020" y="1394"/>
                    <a:pt x="899" y="1151"/>
                  </a:cubicBezTo>
                  <a:cubicBezTo>
                    <a:pt x="1215" y="1151"/>
                    <a:pt x="1871" y="1102"/>
                    <a:pt x="2089" y="786"/>
                  </a:cubicBezTo>
                  <a:cubicBezTo>
                    <a:pt x="2186" y="665"/>
                    <a:pt x="2211" y="519"/>
                    <a:pt x="2162" y="374"/>
                  </a:cubicBezTo>
                  <a:cubicBezTo>
                    <a:pt x="2076" y="159"/>
                    <a:pt x="187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43"/>
            <p:cNvSpPr/>
            <p:nvPr/>
          </p:nvSpPr>
          <p:spPr>
            <a:xfrm>
              <a:off x="4730077" y="4175144"/>
              <a:ext cx="156491" cy="223645"/>
            </a:xfrm>
            <a:custGeom>
              <a:avLst/>
              <a:gdLst/>
              <a:ahLst/>
              <a:cxnLst/>
              <a:rect l="l" t="t" r="r" b="b"/>
              <a:pathLst>
                <a:path w="1799" h="2571" extrusionOk="0">
                  <a:moveTo>
                    <a:pt x="649" y="0"/>
                  </a:moveTo>
                  <a:cubicBezTo>
                    <a:pt x="597" y="0"/>
                    <a:pt x="542" y="6"/>
                    <a:pt x="486" y="19"/>
                  </a:cubicBezTo>
                  <a:cubicBezTo>
                    <a:pt x="365" y="44"/>
                    <a:pt x="244" y="141"/>
                    <a:pt x="195" y="262"/>
                  </a:cubicBezTo>
                  <a:cubicBezTo>
                    <a:pt x="98" y="602"/>
                    <a:pt x="511" y="1113"/>
                    <a:pt x="827" y="1501"/>
                  </a:cubicBezTo>
                  <a:cubicBezTo>
                    <a:pt x="632" y="1574"/>
                    <a:pt x="462" y="1671"/>
                    <a:pt x="292" y="1793"/>
                  </a:cubicBezTo>
                  <a:cubicBezTo>
                    <a:pt x="122" y="1890"/>
                    <a:pt x="1" y="2109"/>
                    <a:pt x="49" y="2327"/>
                  </a:cubicBezTo>
                  <a:cubicBezTo>
                    <a:pt x="49" y="2400"/>
                    <a:pt x="122" y="2497"/>
                    <a:pt x="195" y="2522"/>
                  </a:cubicBezTo>
                  <a:cubicBezTo>
                    <a:pt x="268" y="2546"/>
                    <a:pt x="341" y="2570"/>
                    <a:pt x="414" y="2570"/>
                  </a:cubicBezTo>
                  <a:cubicBezTo>
                    <a:pt x="754" y="2522"/>
                    <a:pt x="1094" y="2424"/>
                    <a:pt x="1410" y="2254"/>
                  </a:cubicBezTo>
                  <a:cubicBezTo>
                    <a:pt x="1458" y="2230"/>
                    <a:pt x="1458" y="2181"/>
                    <a:pt x="1434" y="2133"/>
                  </a:cubicBezTo>
                  <a:cubicBezTo>
                    <a:pt x="1434" y="2116"/>
                    <a:pt x="1397" y="2099"/>
                    <a:pt x="1367" y="2099"/>
                  </a:cubicBezTo>
                  <a:cubicBezTo>
                    <a:pt x="1355" y="2099"/>
                    <a:pt x="1344" y="2101"/>
                    <a:pt x="1337" y="2109"/>
                  </a:cubicBezTo>
                  <a:cubicBezTo>
                    <a:pt x="1075" y="2229"/>
                    <a:pt x="664" y="2400"/>
                    <a:pt x="406" y="2400"/>
                  </a:cubicBezTo>
                  <a:cubicBezTo>
                    <a:pt x="352" y="2400"/>
                    <a:pt x="305" y="2393"/>
                    <a:pt x="268" y="2376"/>
                  </a:cubicBezTo>
                  <a:cubicBezTo>
                    <a:pt x="244" y="2352"/>
                    <a:pt x="219" y="2327"/>
                    <a:pt x="195" y="2279"/>
                  </a:cubicBezTo>
                  <a:cubicBezTo>
                    <a:pt x="195" y="2206"/>
                    <a:pt x="219" y="2109"/>
                    <a:pt x="268" y="2036"/>
                  </a:cubicBezTo>
                  <a:cubicBezTo>
                    <a:pt x="462" y="1841"/>
                    <a:pt x="705" y="1696"/>
                    <a:pt x="972" y="1647"/>
                  </a:cubicBezTo>
                  <a:cubicBezTo>
                    <a:pt x="997" y="1647"/>
                    <a:pt x="1021" y="1623"/>
                    <a:pt x="1045" y="1598"/>
                  </a:cubicBezTo>
                  <a:cubicBezTo>
                    <a:pt x="1094" y="1550"/>
                    <a:pt x="1069" y="1526"/>
                    <a:pt x="997" y="1428"/>
                  </a:cubicBezTo>
                  <a:cubicBezTo>
                    <a:pt x="389" y="724"/>
                    <a:pt x="316" y="432"/>
                    <a:pt x="365" y="311"/>
                  </a:cubicBezTo>
                  <a:cubicBezTo>
                    <a:pt x="365" y="287"/>
                    <a:pt x="389" y="214"/>
                    <a:pt x="511" y="190"/>
                  </a:cubicBezTo>
                  <a:cubicBezTo>
                    <a:pt x="554" y="179"/>
                    <a:pt x="596" y="174"/>
                    <a:pt x="636" y="174"/>
                  </a:cubicBezTo>
                  <a:cubicBezTo>
                    <a:pt x="1244" y="174"/>
                    <a:pt x="1628" y="1283"/>
                    <a:pt x="1628" y="1283"/>
                  </a:cubicBezTo>
                  <a:cubicBezTo>
                    <a:pt x="1652" y="1307"/>
                    <a:pt x="1701" y="1331"/>
                    <a:pt x="1725" y="1331"/>
                  </a:cubicBezTo>
                  <a:cubicBezTo>
                    <a:pt x="1774" y="1307"/>
                    <a:pt x="1798" y="1258"/>
                    <a:pt x="1798" y="1210"/>
                  </a:cubicBezTo>
                  <a:cubicBezTo>
                    <a:pt x="1776" y="1165"/>
                    <a:pt x="1373" y="0"/>
                    <a:pt x="6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43"/>
            <p:cNvSpPr/>
            <p:nvPr/>
          </p:nvSpPr>
          <p:spPr>
            <a:xfrm>
              <a:off x="4828807" y="4113296"/>
              <a:ext cx="167625" cy="150227"/>
            </a:xfrm>
            <a:custGeom>
              <a:avLst/>
              <a:gdLst/>
              <a:ahLst/>
              <a:cxnLst/>
              <a:rect l="l" t="t" r="r" b="b"/>
              <a:pathLst>
                <a:path w="1927" h="1727" extrusionOk="0">
                  <a:moveTo>
                    <a:pt x="119" y="1"/>
                  </a:moveTo>
                  <a:cubicBezTo>
                    <a:pt x="57" y="1"/>
                    <a:pt x="1" y="74"/>
                    <a:pt x="56" y="147"/>
                  </a:cubicBezTo>
                  <a:cubicBezTo>
                    <a:pt x="347" y="463"/>
                    <a:pt x="566" y="828"/>
                    <a:pt x="712" y="1241"/>
                  </a:cubicBezTo>
                  <a:cubicBezTo>
                    <a:pt x="663" y="1386"/>
                    <a:pt x="639" y="1532"/>
                    <a:pt x="663" y="1654"/>
                  </a:cubicBezTo>
                  <a:cubicBezTo>
                    <a:pt x="663" y="1702"/>
                    <a:pt x="712" y="1726"/>
                    <a:pt x="736" y="1726"/>
                  </a:cubicBezTo>
                  <a:cubicBezTo>
                    <a:pt x="785" y="1726"/>
                    <a:pt x="809" y="1702"/>
                    <a:pt x="833" y="1678"/>
                  </a:cubicBezTo>
                  <a:cubicBezTo>
                    <a:pt x="882" y="1532"/>
                    <a:pt x="882" y="1411"/>
                    <a:pt x="858" y="1265"/>
                  </a:cubicBezTo>
                  <a:cubicBezTo>
                    <a:pt x="882" y="1241"/>
                    <a:pt x="906" y="1216"/>
                    <a:pt x="906" y="1192"/>
                  </a:cubicBezTo>
                  <a:cubicBezTo>
                    <a:pt x="1149" y="876"/>
                    <a:pt x="1489" y="706"/>
                    <a:pt x="1854" y="658"/>
                  </a:cubicBezTo>
                  <a:cubicBezTo>
                    <a:pt x="1902" y="633"/>
                    <a:pt x="1926" y="609"/>
                    <a:pt x="1926" y="560"/>
                  </a:cubicBezTo>
                  <a:cubicBezTo>
                    <a:pt x="1902" y="512"/>
                    <a:pt x="1854" y="488"/>
                    <a:pt x="1829" y="488"/>
                  </a:cubicBezTo>
                  <a:cubicBezTo>
                    <a:pt x="1441" y="536"/>
                    <a:pt x="1076" y="730"/>
                    <a:pt x="809" y="1046"/>
                  </a:cubicBezTo>
                  <a:cubicBezTo>
                    <a:pt x="663" y="658"/>
                    <a:pt x="445" y="318"/>
                    <a:pt x="177" y="26"/>
                  </a:cubicBezTo>
                  <a:cubicBezTo>
                    <a:pt x="160" y="8"/>
                    <a:pt x="139" y="1"/>
                    <a:pt x="1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43"/>
            <p:cNvSpPr/>
            <p:nvPr/>
          </p:nvSpPr>
          <p:spPr>
            <a:xfrm>
              <a:off x="4318023" y="4482647"/>
              <a:ext cx="515662" cy="562722"/>
            </a:xfrm>
            <a:custGeom>
              <a:avLst/>
              <a:gdLst/>
              <a:ahLst/>
              <a:cxnLst/>
              <a:rect l="l" t="t" r="r" b="b"/>
              <a:pathLst>
                <a:path w="5928" h="6469" extrusionOk="0">
                  <a:moveTo>
                    <a:pt x="5857" y="0"/>
                  </a:moveTo>
                  <a:cubicBezTo>
                    <a:pt x="5849" y="0"/>
                    <a:pt x="5840" y="2"/>
                    <a:pt x="5831" y="7"/>
                  </a:cubicBezTo>
                  <a:cubicBezTo>
                    <a:pt x="5782" y="7"/>
                    <a:pt x="5758" y="31"/>
                    <a:pt x="5758" y="80"/>
                  </a:cubicBezTo>
                  <a:cubicBezTo>
                    <a:pt x="5758" y="250"/>
                    <a:pt x="5734" y="396"/>
                    <a:pt x="5734" y="566"/>
                  </a:cubicBezTo>
                  <a:cubicBezTo>
                    <a:pt x="5709" y="590"/>
                    <a:pt x="5734" y="638"/>
                    <a:pt x="5782" y="638"/>
                  </a:cubicBezTo>
                  <a:lnTo>
                    <a:pt x="5782" y="614"/>
                  </a:lnTo>
                  <a:cubicBezTo>
                    <a:pt x="5791" y="619"/>
                    <a:pt x="5801" y="621"/>
                    <a:pt x="5810" y="621"/>
                  </a:cubicBezTo>
                  <a:cubicBezTo>
                    <a:pt x="5848" y="621"/>
                    <a:pt x="5879" y="585"/>
                    <a:pt x="5879" y="566"/>
                  </a:cubicBezTo>
                  <a:cubicBezTo>
                    <a:pt x="5904" y="396"/>
                    <a:pt x="5928" y="225"/>
                    <a:pt x="5928" y="80"/>
                  </a:cubicBezTo>
                  <a:cubicBezTo>
                    <a:pt x="5928" y="40"/>
                    <a:pt x="5896" y="0"/>
                    <a:pt x="5857" y="0"/>
                  </a:cubicBezTo>
                  <a:close/>
                  <a:moveTo>
                    <a:pt x="5682" y="972"/>
                  </a:moveTo>
                  <a:cubicBezTo>
                    <a:pt x="5644" y="972"/>
                    <a:pt x="5612" y="1007"/>
                    <a:pt x="5612" y="1027"/>
                  </a:cubicBezTo>
                  <a:cubicBezTo>
                    <a:pt x="5564" y="1197"/>
                    <a:pt x="5515" y="1343"/>
                    <a:pt x="5442" y="1489"/>
                  </a:cubicBezTo>
                  <a:cubicBezTo>
                    <a:pt x="5418" y="1513"/>
                    <a:pt x="5442" y="1562"/>
                    <a:pt x="5491" y="1586"/>
                  </a:cubicBezTo>
                  <a:lnTo>
                    <a:pt x="5515" y="1586"/>
                  </a:lnTo>
                  <a:lnTo>
                    <a:pt x="5515" y="1562"/>
                  </a:lnTo>
                  <a:cubicBezTo>
                    <a:pt x="5523" y="1570"/>
                    <a:pt x="5531" y="1572"/>
                    <a:pt x="5539" y="1572"/>
                  </a:cubicBezTo>
                  <a:cubicBezTo>
                    <a:pt x="5555" y="1572"/>
                    <a:pt x="5572" y="1562"/>
                    <a:pt x="5588" y="1562"/>
                  </a:cubicBezTo>
                  <a:cubicBezTo>
                    <a:pt x="5661" y="1392"/>
                    <a:pt x="5734" y="1246"/>
                    <a:pt x="5782" y="1076"/>
                  </a:cubicBezTo>
                  <a:cubicBezTo>
                    <a:pt x="5782" y="1027"/>
                    <a:pt x="5758" y="1003"/>
                    <a:pt x="5709" y="979"/>
                  </a:cubicBezTo>
                  <a:cubicBezTo>
                    <a:pt x="5700" y="974"/>
                    <a:pt x="5691" y="972"/>
                    <a:pt x="5682" y="972"/>
                  </a:cubicBezTo>
                  <a:close/>
                  <a:moveTo>
                    <a:pt x="4303" y="1753"/>
                  </a:moveTo>
                  <a:cubicBezTo>
                    <a:pt x="4217" y="1753"/>
                    <a:pt x="4164" y="1879"/>
                    <a:pt x="4276" y="1902"/>
                  </a:cubicBezTo>
                  <a:cubicBezTo>
                    <a:pt x="4398" y="1975"/>
                    <a:pt x="4543" y="2047"/>
                    <a:pt x="4640" y="2169"/>
                  </a:cubicBezTo>
                  <a:cubicBezTo>
                    <a:pt x="4640" y="2193"/>
                    <a:pt x="4665" y="2193"/>
                    <a:pt x="4689" y="2193"/>
                  </a:cubicBezTo>
                  <a:cubicBezTo>
                    <a:pt x="4713" y="2193"/>
                    <a:pt x="4738" y="2193"/>
                    <a:pt x="4762" y="2169"/>
                  </a:cubicBezTo>
                  <a:cubicBezTo>
                    <a:pt x="4786" y="2145"/>
                    <a:pt x="4786" y="2096"/>
                    <a:pt x="4762" y="2072"/>
                  </a:cubicBezTo>
                  <a:cubicBezTo>
                    <a:pt x="4640" y="1926"/>
                    <a:pt x="4495" y="1829"/>
                    <a:pt x="4325" y="1756"/>
                  </a:cubicBezTo>
                  <a:cubicBezTo>
                    <a:pt x="4317" y="1754"/>
                    <a:pt x="4310" y="1753"/>
                    <a:pt x="4303" y="1753"/>
                  </a:cubicBezTo>
                  <a:close/>
                  <a:moveTo>
                    <a:pt x="3790" y="1732"/>
                  </a:moveTo>
                  <a:cubicBezTo>
                    <a:pt x="3596" y="1780"/>
                    <a:pt x="3474" y="1926"/>
                    <a:pt x="3474" y="2120"/>
                  </a:cubicBezTo>
                  <a:cubicBezTo>
                    <a:pt x="3450" y="2145"/>
                    <a:pt x="3450" y="2169"/>
                    <a:pt x="3474" y="2193"/>
                  </a:cubicBezTo>
                  <a:cubicBezTo>
                    <a:pt x="3474" y="2242"/>
                    <a:pt x="3499" y="2266"/>
                    <a:pt x="3547" y="2266"/>
                  </a:cubicBezTo>
                  <a:lnTo>
                    <a:pt x="3572" y="2266"/>
                  </a:lnTo>
                  <a:cubicBezTo>
                    <a:pt x="3620" y="2242"/>
                    <a:pt x="3644" y="2193"/>
                    <a:pt x="3620" y="2169"/>
                  </a:cubicBezTo>
                  <a:lnTo>
                    <a:pt x="3620" y="2120"/>
                  </a:lnTo>
                  <a:cubicBezTo>
                    <a:pt x="3644" y="1999"/>
                    <a:pt x="3717" y="1926"/>
                    <a:pt x="3839" y="1902"/>
                  </a:cubicBezTo>
                  <a:cubicBezTo>
                    <a:pt x="3887" y="1877"/>
                    <a:pt x="3912" y="1829"/>
                    <a:pt x="3887" y="1780"/>
                  </a:cubicBezTo>
                  <a:cubicBezTo>
                    <a:pt x="3887" y="1756"/>
                    <a:pt x="3839" y="1732"/>
                    <a:pt x="3790" y="1732"/>
                  </a:cubicBezTo>
                  <a:close/>
                  <a:moveTo>
                    <a:pt x="5248" y="1835"/>
                  </a:moveTo>
                  <a:cubicBezTo>
                    <a:pt x="5230" y="1835"/>
                    <a:pt x="5211" y="1841"/>
                    <a:pt x="5199" y="1853"/>
                  </a:cubicBezTo>
                  <a:cubicBezTo>
                    <a:pt x="5078" y="1975"/>
                    <a:pt x="4981" y="2072"/>
                    <a:pt x="4835" y="2169"/>
                  </a:cubicBezTo>
                  <a:cubicBezTo>
                    <a:pt x="4786" y="2169"/>
                    <a:pt x="4786" y="2217"/>
                    <a:pt x="4811" y="2266"/>
                  </a:cubicBezTo>
                  <a:cubicBezTo>
                    <a:pt x="4811" y="2290"/>
                    <a:pt x="4859" y="2315"/>
                    <a:pt x="4883" y="2315"/>
                  </a:cubicBezTo>
                  <a:lnTo>
                    <a:pt x="4883" y="2290"/>
                  </a:lnTo>
                  <a:cubicBezTo>
                    <a:pt x="4883" y="2290"/>
                    <a:pt x="4908" y="2290"/>
                    <a:pt x="4908" y="2315"/>
                  </a:cubicBezTo>
                  <a:cubicBezTo>
                    <a:pt x="5053" y="2217"/>
                    <a:pt x="5199" y="2096"/>
                    <a:pt x="5296" y="1975"/>
                  </a:cubicBezTo>
                  <a:cubicBezTo>
                    <a:pt x="5345" y="1926"/>
                    <a:pt x="5345" y="1877"/>
                    <a:pt x="5296" y="1853"/>
                  </a:cubicBezTo>
                  <a:cubicBezTo>
                    <a:pt x="5284" y="1841"/>
                    <a:pt x="5266" y="1835"/>
                    <a:pt x="5248" y="1835"/>
                  </a:cubicBezTo>
                  <a:close/>
                  <a:moveTo>
                    <a:pt x="4416" y="2312"/>
                  </a:moveTo>
                  <a:cubicBezTo>
                    <a:pt x="4410" y="2312"/>
                    <a:pt x="4404" y="2313"/>
                    <a:pt x="4398" y="2315"/>
                  </a:cubicBezTo>
                  <a:cubicBezTo>
                    <a:pt x="4276" y="2339"/>
                    <a:pt x="4179" y="2363"/>
                    <a:pt x="4057" y="2363"/>
                  </a:cubicBezTo>
                  <a:lnTo>
                    <a:pt x="3936" y="2363"/>
                  </a:lnTo>
                  <a:cubicBezTo>
                    <a:pt x="3930" y="2362"/>
                    <a:pt x="3925" y="2361"/>
                    <a:pt x="3920" y="2361"/>
                  </a:cubicBezTo>
                  <a:cubicBezTo>
                    <a:pt x="3836" y="2361"/>
                    <a:pt x="3820" y="2533"/>
                    <a:pt x="3912" y="2533"/>
                  </a:cubicBezTo>
                  <a:lnTo>
                    <a:pt x="4057" y="2533"/>
                  </a:lnTo>
                  <a:lnTo>
                    <a:pt x="4057" y="2509"/>
                  </a:lnTo>
                  <a:cubicBezTo>
                    <a:pt x="4179" y="2509"/>
                    <a:pt x="4300" y="2509"/>
                    <a:pt x="4422" y="2485"/>
                  </a:cubicBezTo>
                  <a:cubicBezTo>
                    <a:pt x="4535" y="2462"/>
                    <a:pt x="4500" y="2312"/>
                    <a:pt x="4416" y="2312"/>
                  </a:cubicBezTo>
                  <a:close/>
                  <a:moveTo>
                    <a:pt x="4946" y="2451"/>
                  </a:moveTo>
                  <a:cubicBezTo>
                    <a:pt x="4934" y="2451"/>
                    <a:pt x="4921" y="2454"/>
                    <a:pt x="4908" y="2460"/>
                  </a:cubicBezTo>
                  <a:cubicBezTo>
                    <a:pt x="4859" y="2485"/>
                    <a:pt x="4859" y="2533"/>
                    <a:pt x="4859" y="2582"/>
                  </a:cubicBezTo>
                  <a:cubicBezTo>
                    <a:pt x="4932" y="2728"/>
                    <a:pt x="4956" y="2873"/>
                    <a:pt x="4981" y="3019"/>
                  </a:cubicBezTo>
                  <a:cubicBezTo>
                    <a:pt x="4981" y="3068"/>
                    <a:pt x="5029" y="3092"/>
                    <a:pt x="5078" y="3092"/>
                  </a:cubicBezTo>
                  <a:cubicBezTo>
                    <a:pt x="5126" y="3092"/>
                    <a:pt x="5151" y="3043"/>
                    <a:pt x="5151" y="3019"/>
                  </a:cubicBezTo>
                  <a:cubicBezTo>
                    <a:pt x="5126" y="2825"/>
                    <a:pt x="5078" y="2679"/>
                    <a:pt x="5029" y="2509"/>
                  </a:cubicBezTo>
                  <a:cubicBezTo>
                    <a:pt x="5011" y="2473"/>
                    <a:pt x="4981" y="2451"/>
                    <a:pt x="4946" y="2451"/>
                  </a:cubicBezTo>
                  <a:close/>
                  <a:moveTo>
                    <a:pt x="5078" y="3432"/>
                  </a:moveTo>
                  <a:cubicBezTo>
                    <a:pt x="5029" y="3432"/>
                    <a:pt x="5005" y="3456"/>
                    <a:pt x="4981" y="3505"/>
                  </a:cubicBezTo>
                  <a:cubicBezTo>
                    <a:pt x="4956" y="3651"/>
                    <a:pt x="4932" y="3821"/>
                    <a:pt x="4883" y="3966"/>
                  </a:cubicBezTo>
                  <a:cubicBezTo>
                    <a:pt x="4859" y="3991"/>
                    <a:pt x="4883" y="4039"/>
                    <a:pt x="4908" y="4064"/>
                  </a:cubicBezTo>
                  <a:lnTo>
                    <a:pt x="4956" y="4064"/>
                  </a:lnTo>
                  <a:cubicBezTo>
                    <a:pt x="4981" y="4064"/>
                    <a:pt x="5005" y="4039"/>
                    <a:pt x="5029" y="4015"/>
                  </a:cubicBezTo>
                  <a:cubicBezTo>
                    <a:pt x="5078" y="3869"/>
                    <a:pt x="5126" y="3699"/>
                    <a:pt x="5151" y="3529"/>
                  </a:cubicBezTo>
                  <a:cubicBezTo>
                    <a:pt x="5151" y="3481"/>
                    <a:pt x="5126" y="3432"/>
                    <a:pt x="5078" y="3432"/>
                  </a:cubicBezTo>
                  <a:close/>
                  <a:moveTo>
                    <a:pt x="4703" y="4339"/>
                  </a:moveTo>
                  <a:cubicBezTo>
                    <a:pt x="4677" y="4339"/>
                    <a:pt x="4655" y="4351"/>
                    <a:pt x="4640" y="4379"/>
                  </a:cubicBezTo>
                  <a:cubicBezTo>
                    <a:pt x="4543" y="4501"/>
                    <a:pt x="4422" y="4622"/>
                    <a:pt x="4325" y="4720"/>
                  </a:cubicBezTo>
                  <a:cubicBezTo>
                    <a:pt x="4276" y="4744"/>
                    <a:pt x="4276" y="4792"/>
                    <a:pt x="4325" y="4841"/>
                  </a:cubicBezTo>
                  <a:cubicBezTo>
                    <a:pt x="4325" y="4841"/>
                    <a:pt x="4349" y="4865"/>
                    <a:pt x="4373" y="4865"/>
                  </a:cubicBezTo>
                  <a:lnTo>
                    <a:pt x="4373" y="4841"/>
                  </a:lnTo>
                  <a:lnTo>
                    <a:pt x="4422" y="4841"/>
                  </a:lnTo>
                  <a:cubicBezTo>
                    <a:pt x="4543" y="4720"/>
                    <a:pt x="4665" y="4598"/>
                    <a:pt x="4762" y="4477"/>
                  </a:cubicBezTo>
                  <a:cubicBezTo>
                    <a:pt x="4786" y="4428"/>
                    <a:pt x="4786" y="4379"/>
                    <a:pt x="4762" y="4355"/>
                  </a:cubicBezTo>
                  <a:cubicBezTo>
                    <a:pt x="4742" y="4345"/>
                    <a:pt x="4722" y="4339"/>
                    <a:pt x="4703" y="4339"/>
                  </a:cubicBezTo>
                  <a:close/>
                  <a:moveTo>
                    <a:pt x="3975" y="4971"/>
                  </a:moveTo>
                  <a:cubicBezTo>
                    <a:pt x="3960" y="4971"/>
                    <a:pt x="3946" y="4977"/>
                    <a:pt x="3936" y="4987"/>
                  </a:cubicBezTo>
                  <a:cubicBezTo>
                    <a:pt x="3790" y="5060"/>
                    <a:pt x="3644" y="5108"/>
                    <a:pt x="3474" y="5133"/>
                  </a:cubicBezTo>
                  <a:cubicBezTo>
                    <a:pt x="3450" y="5157"/>
                    <a:pt x="3402" y="5205"/>
                    <a:pt x="3426" y="5254"/>
                  </a:cubicBezTo>
                  <a:cubicBezTo>
                    <a:pt x="3426" y="5278"/>
                    <a:pt x="3474" y="5303"/>
                    <a:pt x="3499" y="5303"/>
                  </a:cubicBezTo>
                  <a:lnTo>
                    <a:pt x="3523" y="5303"/>
                  </a:lnTo>
                  <a:cubicBezTo>
                    <a:pt x="3693" y="5254"/>
                    <a:pt x="3839" y="5205"/>
                    <a:pt x="4009" y="5133"/>
                  </a:cubicBezTo>
                  <a:cubicBezTo>
                    <a:pt x="4033" y="5108"/>
                    <a:pt x="4057" y="5060"/>
                    <a:pt x="4033" y="5011"/>
                  </a:cubicBezTo>
                  <a:cubicBezTo>
                    <a:pt x="4019" y="4983"/>
                    <a:pt x="3996" y="4971"/>
                    <a:pt x="3975" y="4971"/>
                  </a:cubicBezTo>
                  <a:close/>
                  <a:moveTo>
                    <a:pt x="1531" y="5205"/>
                  </a:moveTo>
                  <a:cubicBezTo>
                    <a:pt x="1434" y="5205"/>
                    <a:pt x="1434" y="5375"/>
                    <a:pt x="1531" y="5375"/>
                  </a:cubicBezTo>
                  <a:lnTo>
                    <a:pt x="2041" y="5375"/>
                  </a:lnTo>
                  <a:cubicBezTo>
                    <a:pt x="2065" y="5375"/>
                    <a:pt x="2114" y="5327"/>
                    <a:pt x="2114" y="5303"/>
                  </a:cubicBezTo>
                  <a:cubicBezTo>
                    <a:pt x="2114" y="5254"/>
                    <a:pt x="2090" y="5205"/>
                    <a:pt x="2041" y="5205"/>
                  </a:cubicBezTo>
                  <a:close/>
                  <a:moveTo>
                    <a:pt x="2527" y="5205"/>
                  </a:moveTo>
                  <a:cubicBezTo>
                    <a:pt x="2478" y="5205"/>
                    <a:pt x="2454" y="5254"/>
                    <a:pt x="2454" y="5278"/>
                  </a:cubicBezTo>
                  <a:cubicBezTo>
                    <a:pt x="2430" y="5327"/>
                    <a:pt x="2478" y="5375"/>
                    <a:pt x="2527" y="5375"/>
                  </a:cubicBezTo>
                  <a:lnTo>
                    <a:pt x="3013" y="5375"/>
                  </a:lnTo>
                  <a:cubicBezTo>
                    <a:pt x="3061" y="5375"/>
                    <a:pt x="3110" y="5327"/>
                    <a:pt x="3110" y="5278"/>
                  </a:cubicBezTo>
                  <a:cubicBezTo>
                    <a:pt x="3086" y="5230"/>
                    <a:pt x="3061" y="5205"/>
                    <a:pt x="3013" y="5205"/>
                  </a:cubicBezTo>
                  <a:close/>
                  <a:moveTo>
                    <a:pt x="1044" y="5270"/>
                  </a:moveTo>
                  <a:cubicBezTo>
                    <a:pt x="1037" y="5270"/>
                    <a:pt x="1029" y="5273"/>
                    <a:pt x="1021" y="5278"/>
                  </a:cubicBezTo>
                  <a:cubicBezTo>
                    <a:pt x="851" y="5327"/>
                    <a:pt x="681" y="5400"/>
                    <a:pt x="559" y="5497"/>
                  </a:cubicBezTo>
                  <a:cubicBezTo>
                    <a:pt x="511" y="5545"/>
                    <a:pt x="511" y="5594"/>
                    <a:pt x="559" y="5618"/>
                  </a:cubicBezTo>
                  <a:cubicBezTo>
                    <a:pt x="559" y="5643"/>
                    <a:pt x="584" y="5643"/>
                    <a:pt x="608" y="5667"/>
                  </a:cubicBezTo>
                  <a:cubicBezTo>
                    <a:pt x="632" y="5643"/>
                    <a:pt x="632" y="5643"/>
                    <a:pt x="657" y="5643"/>
                  </a:cubicBezTo>
                  <a:cubicBezTo>
                    <a:pt x="778" y="5545"/>
                    <a:pt x="899" y="5473"/>
                    <a:pt x="1069" y="5424"/>
                  </a:cubicBezTo>
                  <a:cubicBezTo>
                    <a:pt x="1134" y="5424"/>
                    <a:pt x="1103" y="5270"/>
                    <a:pt x="1044" y="5270"/>
                  </a:cubicBezTo>
                  <a:close/>
                  <a:moveTo>
                    <a:pt x="295" y="5864"/>
                  </a:moveTo>
                  <a:cubicBezTo>
                    <a:pt x="265" y="5864"/>
                    <a:pt x="235" y="5877"/>
                    <a:pt x="219" y="5910"/>
                  </a:cubicBezTo>
                  <a:cubicBezTo>
                    <a:pt x="122" y="6056"/>
                    <a:pt x="74" y="6201"/>
                    <a:pt x="25" y="6371"/>
                  </a:cubicBezTo>
                  <a:cubicBezTo>
                    <a:pt x="1" y="6420"/>
                    <a:pt x="25" y="6469"/>
                    <a:pt x="74" y="6469"/>
                  </a:cubicBezTo>
                  <a:lnTo>
                    <a:pt x="98" y="6469"/>
                  </a:lnTo>
                  <a:cubicBezTo>
                    <a:pt x="122" y="6469"/>
                    <a:pt x="146" y="6444"/>
                    <a:pt x="171" y="6420"/>
                  </a:cubicBezTo>
                  <a:cubicBezTo>
                    <a:pt x="219" y="6274"/>
                    <a:pt x="292" y="6129"/>
                    <a:pt x="365" y="5983"/>
                  </a:cubicBezTo>
                  <a:cubicBezTo>
                    <a:pt x="414" y="5918"/>
                    <a:pt x="354" y="5864"/>
                    <a:pt x="295" y="58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9614A61-006F-485B-A86F-EF3EF0F7C598}"/>
              </a:ext>
            </a:extLst>
          </p:cNvPr>
          <p:cNvSpPr txBox="1"/>
          <p:nvPr/>
        </p:nvSpPr>
        <p:spPr>
          <a:xfrm>
            <a:off x="3875650" y="3461839"/>
            <a:ext cx="4254102" cy="1169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b="1" dirty="0">
                <a:latin typeface="Comfortaa" panose="020B0604020202020204" charset="0"/>
              </a:rPr>
              <a:t>D3js</a:t>
            </a:r>
            <a:r>
              <a:rPr lang="vi-VN" sz="1200" dirty="0">
                <a:latin typeface="Comfortaa" panose="020B0604020202020204" charset="0"/>
              </a:rPr>
              <a:t> </a:t>
            </a:r>
            <a:r>
              <a:rPr lang="vi-VN" sz="1200" dirty="0" err="1">
                <a:latin typeface="Comfortaa" panose="020B0604020202020204" charset="0"/>
              </a:rPr>
              <a:t>sử</a:t>
            </a:r>
            <a:r>
              <a:rPr lang="vi-VN" sz="1200" dirty="0">
                <a:latin typeface="Comfortaa" panose="020B0604020202020204" charset="0"/>
              </a:rPr>
              <a:t> </a:t>
            </a:r>
            <a:r>
              <a:rPr lang="vi-VN" sz="1200" dirty="0" err="1">
                <a:latin typeface="Comfortaa" panose="020B0604020202020204" charset="0"/>
              </a:rPr>
              <a:t>dụng</a:t>
            </a:r>
            <a:r>
              <a:rPr lang="vi-VN" sz="1200" dirty="0">
                <a:latin typeface="Comfortaa" panose="020B0604020202020204" charset="0"/>
              </a:rPr>
              <a:t> </a:t>
            </a:r>
            <a:r>
              <a:rPr lang="vi-VN" sz="1200" b="1" dirty="0">
                <a:latin typeface="Comfortaa" panose="020B0604020202020204" charset="0"/>
              </a:rPr>
              <a:t>HTML, CSS </a:t>
            </a:r>
            <a:r>
              <a:rPr lang="en-US" sz="1200" dirty="0" err="1">
                <a:latin typeface="Comfortaa" panose="020B0604020202020204" charset="0"/>
              </a:rPr>
              <a:t>và</a:t>
            </a:r>
            <a:r>
              <a:rPr lang="vi-VN" sz="1200" b="1" dirty="0">
                <a:latin typeface="Comfortaa" panose="020B0604020202020204" charset="0"/>
              </a:rPr>
              <a:t> SVG </a:t>
            </a:r>
            <a:r>
              <a:rPr lang="vi-VN" sz="1200" dirty="0" err="1">
                <a:latin typeface="Comfortaa" panose="020B0604020202020204" charset="0"/>
              </a:rPr>
              <a:t>để</a:t>
            </a:r>
            <a:r>
              <a:rPr lang="vi-VN" sz="1200" dirty="0">
                <a:latin typeface="Comfortaa" panose="020B0604020202020204" charset="0"/>
              </a:rPr>
              <a:t> </a:t>
            </a:r>
            <a:r>
              <a:rPr lang="vi-VN" sz="1200" dirty="0" err="1">
                <a:latin typeface="Comfortaa" panose="020B0604020202020204" charset="0"/>
              </a:rPr>
              <a:t>biểu</a:t>
            </a:r>
            <a:r>
              <a:rPr lang="vi-VN" sz="1200" dirty="0">
                <a:latin typeface="Comfortaa" panose="020B0604020202020204" charset="0"/>
              </a:rPr>
              <a:t> </a:t>
            </a:r>
            <a:r>
              <a:rPr lang="vi-VN" sz="1200" dirty="0" err="1">
                <a:latin typeface="Comfortaa" panose="020B0604020202020204" charset="0"/>
              </a:rPr>
              <a:t>diễn</a:t>
            </a:r>
            <a:r>
              <a:rPr lang="vi-VN" sz="1200" dirty="0">
                <a:latin typeface="Comfortaa" panose="020B0604020202020204" charset="0"/>
              </a:rPr>
              <a:t> </a:t>
            </a:r>
            <a:r>
              <a:rPr lang="vi-VN" sz="1200" dirty="0" err="1">
                <a:latin typeface="Comfortaa" panose="020B0604020202020204" charset="0"/>
              </a:rPr>
              <a:t>dữ</a:t>
            </a:r>
            <a:r>
              <a:rPr lang="vi-VN" sz="1200" dirty="0">
                <a:latin typeface="Comfortaa" panose="020B0604020202020204" charset="0"/>
              </a:rPr>
              <a:t> </a:t>
            </a:r>
            <a:r>
              <a:rPr lang="vi-VN" sz="1200" dirty="0" err="1">
                <a:latin typeface="Comfortaa" panose="020B0604020202020204" charset="0"/>
              </a:rPr>
              <a:t>liệu</a:t>
            </a:r>
            <a:r>
              <a:rPr lang="vi-VN" sz="1200" dirty="0">
                <a:latin typeface="Comfortaa" panose="020B0604020202020204" charset="0"/>
              </a:rPr>
              <a:t> </a:t>
            </a:r>
            <a:r>
              <a:rPr lang="vi-VN" sz="1200" dirty="0" err="1">
                <a:latin typeface="Comfortaa" panose="020B0604020202020204" charset="0"/>
              </a:rPr>
              <a:t>và</a:t>
            </a:r>
            <a:r>
              <a:rPr lang="vi-VN" sz="1200" dirty="0">
                <a:latin typeface="Comfortaa" panose="020B0604020202020204" charset="0"/>
              </a:rPr>
              <a:t> </a:t>
            </a:r>
            <a:r>
              <a:rPr lang="vi-VN" sz="1200" dirty="0" err="1">
                <a:latin typeface="Comfortaa" panose="020B0604020202020204" charset="0"/>
              </a:rPr>
              <a:t>có</a:t>
            </a:r>
            <a:r>
              <a:rPr lang="vi-VN" sz="1200" dirty="0">
                <a:latin typeface="Comfortaa" panose="020B0604020202020204" charset="0"/>
              </a:rPr>
              <a:t> </a:t>
            </a:r>
            <a:r>
              <a:rPr lang="vi-VN" sz="1200" dirty="0" err="1">
                <a:latin typeface="Comfortaa" panose="020B0604020202020204" charset="0"/>
              </a:rPr>
              <a:t>thể</a:t>
            </a:r>
            <a:r>
              <a:rPr lang="vi-VN" sz="1200" dirty="0">
                <a:latin typeface="Comfortaa" panose="020B0604020202020204" charset="0"/>
              </a:rPr>
              <a:t> xem trên </a:t>
            </a:r>
            <a:r>
              <a:rPr lang="vi-VN" sz="1200" dirty="0" err="1">
                <a:latin typeface="Comfortaa" panose="020B0604020202020204" charset="0"/>
              </a:rPr>
              <a:t>bất</a:t>
            </a:r>
            <a:r>
              <a:rPr lang="vi-VN" sz="1200" dirty="0">
                <a:latin typeface="Comfortaa" panose="020B0604020202020204" charset="0"/>
              </a:rPr>
              <a:t> </a:t>
            </a:r>
            <a:r>
              <a:rPr lang="vi-VN" sz="1200" dirty="0" err="1">
                <a:latin typeface="Comfortaa" panose="020B0604020202020204" charset="0"/>
              </a:rPr>
              <a:t>kỳ</a:t>
            </a:r>
            <a:r>
              <a:rPr lang="vi-VN" sz="1200" dirty="0">
                <a:latin typeface="Comfortaa" panose="020B0604020202020204" charset="0"/>
              </a:rPr>
              <a:t> </a:t>
            </a:r>
            <a:r>
              <a:rPr lang="vi-VN" sz="1200" dirty="0" err="1">
                <a:latin typeface="Comfortaa" panose="020B0604020202020204" charset="0"/>
              </a:rPr>
              <a:t>trình</a:t>
            </a:r>
            <a:r>
              <a:rPr lang="vi-VN" sz="1200" dirty="0">
                <a:latin typeface="Comfortaa" panose="020B0604020202020204" charset="0"/>
              </a:rPr>
              <a:t> </a:t>
            </a:r>
            <a:r>
              <a:rPr lang="vi-VN" sz="1200" dirty="0" err="1">
                <a:latin typeface="Comfortaa" panose="020B0604020202020204" charset="0"/>
              </a:rPr>
              <a:t>duyệt</a:t>
            </a:r>
            <a:r>
              <a:rPr lang="vi-VN" sz="1200" dirty="0">
                <a:latin typeface="Comfortaa" panose="020B0604020202020204" charset="0"/>
              </a:rPr>
              <a:t> </a:t>
            </a:r>
            <a:r>
              <a:rPr lang="vi-VN" sz="1200" dirty="0" err="1">
                <a:latin typeface="Comfortaa" panose="020B0604020202020204" charset="0"/>
              </a:rPr>
              <a:t>nào</a:t>
            </a:r>
            <a:r>
              <a:rPr lang="vi-VN" sz="1200" dirty="0">
                <a:latin typeface="Comfortaa" panose="020B0604020202020204" charset="0"/>
              </a:rPr>
              <a:t>. </a:t>
            </a:r>
            <a:r>
              <a:rPr lang="vi-VN" sz="1200" dirty="0" err="1">
                <a:latin typeface="Comfortaa" panose="020B0604020202020204" charset="0"/>
              </a:rPr>
              <a:t>Nó</a:t>
            </a:r>
            <a:r>
              <a:rPr lang="vi-VN" sz="1200" dirty="0">
                <a:latin typeface="Comfortaa" panose="020B0604020202020204" charset="0"/>
              </a:rPr>
              <a:t> </a:t>
            </a:r>
            <a:r>
              <a:rPr lang="vi-VN" sz="1200" dirty="0" err="1">
                <a:latin typeface="Comfortaa" panose="020B0604020202020204" charset="0"/>
              </a:rPr>
              <a:t>cũng</a:t>
            </a:r>
            <a:r>
              <a:rPr lang="vi-VN" sz="1200" dirty="0">
                <a:latin typeface="Comfortaa" panose="020B0604020202020204" charset="0"/>
              </a:rPr>
              <a:t> cung </a:t>
            </a:r>
            <a:r>
              <a:rPr lang="vi-VN" sz="1200" dirty="0" err="1">
                <a:latin typeface="Comfortaa" panose="020B0604020202020204" charset="0"/>
              </a:rPr>
              <a:t>cấp</a:t>
            </a:r>
            <a:r>
              <a:rPr lang="vi-VN" sz="1200" dirty="0">
                <a:latin typeface="Comfortaa" panose="020B0604020202020204" charset="0"/>
              </a:rPr>
              <a:t> </a:t>
            </a:r>
            <a:r>
              <a:rPr lang="vi-VN" sz="1200" dirty="0" err="1">
                <a:latin typeface="Comfortaa" panose="020B0604020202020204" charset="0"/>
              </a:rPr>
              <a:t>các</a:t>
            </a:r>
            <a:r>
              <a:rPr lang="vi-VN" sz="1200" dirty="0">
                <a:latin typeface="Comfortaa" panose="020B0604020202020204" charset="0"/>
              </a:rPr>
              <a:t> </a:t>
            </a:r>
            <a:r>
              <a:rPr lang="vi-VN" sz="1200" dirty="0" err="1">
                <a:latin typeface="Comfortaa" panose="020B0604020202020204" charset="0"/>
              </a:rPr>
              <a:t>tính</a:t>
            </a:r>
            <a:r>
              <a:rPr lang="vi-VN" sz="1200" dirty="0">
                <a:latin typeface="Comfortaa" panose="020B0604020202020204" charset="0"/>
              </a:rPr>
              <a:t> năng </a:t>
            </a:r>
            <a:r>
              <a:rPr lang="vi-VN" sz="1200" dirty="0" err="1">
                <a:latin typeface="Comfortaa" panose="020B0604020202020204" charset="0"/>
              </a:rPr>
              <a:t>tuyệt</a:t>
            </a:r>
            <a:r>
              <a:rPr lang="vi-VN" sz="1200" dirty="0">
                <a:latin typeface="Comfortaa" panose="020B0604020202020204" charset="0"/>
              </a:rPr>
              <a:t> </a:t>
            </a:r>
            <a:r>
              <a:rPr lang="vi-VN" sz="1200" dirty="0" err="1">
                <a:latin typeface="Comfortaa" panose="020B0604020202020204" charset="0"/>
              </a:rPr>
              <a:t>vời</a:t>
            </a:r>
            <a:r>
              <a:rPr lang="vi-VN" sz="1200" dirty="0">
                <a:latin typeface="Comfortaa" panose="020B0604020202020204" charset="0"/>
              </a:rPr>
              <a:t> </a:t>
            </a:r>
            <a:r>
              <a:rPr lang="en-US" sz="1200" dirty="0" err="1">
                <a:latin typeface="Comfortaa" panose="020B0604020202020204" charset="0"/>
              </a:rPr>
              <a:t>để</a:t>
            </a:r>
            <a:r>
              <a:rPr lang="en-US" sz="1200" dirty="0">
                <a:latin typeface="Comfortaa" panose="020B0604020202020204" charset="0"/>
              </a:rPr>
              <a:t> </a:t>
            </a:r>
            <a:r>
              <a:rPr lang="vi-VN" sz="1200" dirty="0">
                <a:latin typeface="Comfortaa" panose="020B0604020202020204" charset="0"/>
              </a:rPr>
              <a:t>tương </a:t>
            </a:r>
            <a:r>
              <a:rPr lang="vi-VN" sz="1200" dirty="0" err="1">
                <a:latin typeface="Comfortaa" panose="020B0604020202020204" charset="0"/>
              </a:rPr>
              <a:t>tác</a:t>
            </a:r>
            <a:r>
              <a:rPr lang="vi-VN" sz="1200" dirty="0">
                <a:latin typeface="Comfortaa" panose="020B0604020202020204" charset="0"/>
              </a:rPr>
              <a:t> </a:t>
            </a:r>
            <a:r>
              <a:rPr lang="vi-VN" sz="1200" dirty="0" err="1">
                <a:latin typeface="Comfortaa" panose="020B0604020202020204" charset="0"/>
              </a:rPr>
              <a:t>và</a:t>
            </a:r>
            <a:r>
              <a:rPr lang="vi-VN" sz="1200" dirty="0">
                <a:latin typeface="Comfortaa" panose="020B0604020202020204" charset="0"/>
              </a:rPr>
              <a:t> </a:t>
            </a:r>
            <a:r>
              <a:rPr lang="en-US" sz="1200" dirty="0" err="1">
                <a:latin typeface="Comfortaa" panose="020B0604020202020204" charset="0"/>
              </a:rPr>
              <a:t>sử</a:t>
            </a:r>
            <a:r>
              <a:rPr lang="en-US" sz="1200" dirty="0">
                <a:latin typeface="Comfortaa" panose="020B0604020202020204" charset="0"/>
              </a:rPr>
              <a:t> </a:t>
            </a:r>
            <a:r>
              <a:rPr lang="en-US" sz="1200" dirty="0" err="1">
                <a:latin typeface="Comfortaa" panose="020B0604020202020204" charset="0"/>
              </a:rPr>
              <a:t>dụng</a:t>
            </a:r>
            <a:r>
              <a:rPr lang="en-US" sz="1200" dirty="0">
                <a:latin typeface="Comfortaa" panose="020B0604020202020204" charset="0"/>
              </a:rPr>
              <a:t> </a:t>
            </a:r>
            <a:r>
              <a:rPr lang="vi-VN" sz="1200" dirty="0" err="1">
                <a:latin typeface="Comfortaa" panose="020B0604020202020204" charset="0"/>
              </a:rPr>
              <a:t>hình</a:t>
            </a:r>
            <a:r>
              <a:rPr lang="vi-VN" sz="1200" dirty="0">
                <a:latin typeface="Comfortaa" panose="020B0604020202020204" charset="0"/>
              </a:rPr>
              <a:t> </a:t>
            </a:r>
            <a:r>
              <a:rPr lang="vi-VN" sz="1200" dirty="0" err="1">
                <a:latin typeface="Comfortaa" panose="020B0604020202020204" charset="0"/>
              </a:rPr>
              <a:t>ảnh</a:t>
            </a:r>
            <a:r>
              <a:rPr lang="vi-VN" sz="1200" dirty="0">
                <a:latin typeface="Comfortaa" panose="020B0604020202020204" charset="0"/>
              </a:rPr>
              <a:t> </a:t>
            </a:r>
            <a:r>
              <a:rPr lang="vi-VN" sz="1200" dirty="0" err="1">
                <a:latin typeface="Comfortaa" panose="020B0604020202020204" charset="0"/>
              </a:rPr>
              <a:t>động</a:t>
            </a:r>
            <a:r>
              <a:rPr lang="en-US" sz="1200" dirty="0">
                <a:latin typeface="Comfortaa" panose="020B060402020202020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6448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49"/>
          <p:cNvSpPr txBox="1">
            <a:spLocks noGrp="1"/>
          </p:cNvSpPr>
          <p:nvPr>
            <p:ph type="subTitle" idx="1"/>
          </p:nvPr>
        </p:nvSpPr>
        <p:spPr>
          <a:xfrm>
            <a:off x="1210842" y="1033976"/>
            <a:ext cx="6595608" cy="29377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D3js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.</a:t>
            </a:r>
          </a:p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err="1"/>
              <a:t>liệu</a:t>
            </a:r>
            <a:r>
              <a:rPr lang="en-US"/>
              <a:t> cao.</a:t>
            </a:r>
            <a:endParaRPr lang="en-US" dirty="0"/>
          </a:p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: </a:t>
            </a:r>
            <a:r>
              <a:rPr lang="en-US" dirty="0" err="1"/>
              <a:t>bố</a:t>
            </a:r>
            <a:r>
              <a:rPr lang="en-US" dirty="0"/>
              <a:t> </a:t>
            </a:r>
            <a:r>
              <a:rPr lang="en-US" dirty="0" err="1"/>
              <a:t>cục</a:t>
            </a:r>
            <a:r>
              <a:rPr lang="en-US" dirty="0"/>
              <a:t>, </a:t>
            </a:r>
            <a:r>
              <a:rPr lang="en-US" dirty="0" err="1"/>
              <a:t>tỉ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, </a:t>
            </a:r>
            <a:r>
              <a:rPr lang="en-US" dirty="0" err="1"/>
              <a:t>phạm</a:t>
            </a:r>
            <a:r>
              <a:rPr lang="en-US" dirty="0"/>
              <a:t> vi,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, </a:t>
            </a:r>
            <a:r>
              <a:rPr lang="en-US" dirty="0" err="1"/>
              <a:t>màu</a:t>
            </a:r>
            <a:r>
              <a:rPr lang="en-US" dirty="0"/>
              <a:t> </a:t>
            </a:r>
            <a:r>
              <a:rPr lang="en-US" dirty="0" err="1"/>
              <a:t>sắc</a:t>
            </a:r>
            <a:r>
              <a:rPr lang="en-US" dirty="0"/>
              <a:t>, thang </a:t>
            </a:r>
            <a:r>
              <a:rPr lang="en-US" dirty="0" err="1"/>
              <a:t>đo</a:t>
            </a:r>
            <a:r>
              <a:rPr lang="en-US" dirty="0"/>
              <a:t>,…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dàng</a:t>
            </a:r>
            <a:r>
              <a:rPr lang="en-US" dirty="0"/>
              <a:t>.</a:t>
            </a:r>
          </a:p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vi-VN" dirty="0"/>
              <a:t>Mang </a:t>
            </a:r>
            <a:r>
              <a:rPr lang="vi-VN" dirty="0" err="1"/>
              <a:t>lại</a:t>
            </a:r>
            <a:r>
              <a:rPr lang="vi-VN" dirty="0"/>
              <a:t> </a:t>
            </a:r>
            <a:r>
              <a:rPr lang="vi-VN" dirty="0" err="1"/>
              <a:t>khả</a:t>
            </a:r>
            <a:r>
              <a:rPr lang="vi-VN" dirty="0"/>
              <a:t> năng </a:t>
            </a:r>
            <a:r>
              <a:rPr lang="vi-VN" dirty="0" err="1"/>
              <a:t>tùy</a:t>
            </a:r>
            <a:r>
              <a:rPr lang="vi-VN" dirty="0"/>
              <a:t> </a:t>
            </a:r>
            <a:r>
              <a:rPr lang="vi-VN" dirty="0" err="1"/>
              <a:t>biến</a:t>
            </a:r>
            <a:r>
              <a:rPr lang="vi-VN" dirty="0"/>
              <a:t> cao, </a:t>
            </a:r>
            <a:r>
              <a:rPr lang="vi-VN" dirty="0" err="1"/>
              <a:t>từ</a:t>
            </a:r>
            <a:r>
              <a:rPr lang="vi-VN" dirty="0"/>
              <a:t> </a:t>
            </a:r>
            <a:r>
              <a:rPr lang="vi-VN" dirty="0" err="1"/>
              <a:t>đó</a:t>
            </a:r>
            <a:r>
              <a:rPr lang="vi-VN" dirty="0"/>
              <a:t> </a:t>
            </a:r>
            <a:r>
              <a:rPr lang="vi-VN" dirty="0" err="1"/>
              <a:t>người</a:t>
            </a:r>
            <a:r>
              <a:rPr lang="vi-VN" dirty="0"/>
              <a:t> </a:t>
            </a:r>
            <a:r>
              <a:rPr lang="vi-VN" dirty="0" err="1"/>
              <a:t>dùng</a:t>
            </a:r>
            <a:r>
              <a:rPr lang="vi-VN" dirty="0"/>
              <a:t> </a:t>
            </a:r>
            <a:r>
              <a:rPr lang="vi-VN" dirty="0" err="1"/>
              <a:t>có</a:t>
            </a:r>
            <a:r>
              <a:rPr lang="vi-VN" dirty="0"/>
              <a:t> </a:t>
            </a:r>
            <a:r>
              <a:rPr lang="vi-VN" dirty="0" err="1"/>
              <a:t>thể</a:t>
            </a:r>
            <a:r>
              <a:rPr lang="vi-VN" dirty="0"/>
              <a:t> </a:t>
            </a:r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</a:t>
            </a:r>
            <a:r>
              <a:rPr lang="vi-VN" dirty="0" err="1"/>
              <a:t>một</a:t>
            </a:r>
            <a:r>
              <a:rPr lang="vi-VN" dirty="0"/>
              <a:t> </a:t>
            </a:r>
            <a:r>
              <a:rPr lang="vi-VN" dirty="0" err="1"/>
              <a:t>cách</a:t>
            </a:r>
            <a:r>
              <a:rPr lang="vi-VN" dirty="0"/>
              <a:t> </a:t>
            </a:r>
            <a:r>
              <a:rPr lang="vi-VN" dirty="0" err="1"/>
              <a:t>tốt</a:t>
            </a:r>
            <a:r>
              <a:rPr lang="vi-VN" dirty="0"/>
              <a:t> hơn so </a:t>
            </a:r>
            <a:r>
              <a:rPr lang="vi-VN" dirty="0" err="1"/>
              <a:t>với</a:t>
            </a:r>
            <a:r>
              <a:rPr lang="vi-VN" dirty="0"/>
              <a:t> thư </a:t>
            </a:r>
            <a:r>
              <a:rPr lang="vi-VN" dirty="0" err="1"/>
              <a:t>viện</a:t>
            </a:r>
            <a:r>
              <a:rPr lang="vi-VN" dirty="0"/>
              <a:t> </a:t>
            </a:r>
            <a:r>
              <a:rPr lang="vi-VN" dirty="0" err="1"/>
              <a:t>có</a:t>
            </a:r>
            <a:r>
              <a:rPr lang="vi-VN" dirty="0"/>
              <a:t> </a:t>
            </a:r>
            <a:r>
              <a:rPr lang="vi-VN" dirty="0" err="1"/>
              <a:t>sẵn</a:t>
            </a:r>
            <a:r>
              <a:rPr lang="en-US" dirty="0"/>
              <a:t>.</a:t>
            </a:r>
          </a:p>
          <a:p>
            <a:pPr marL="342900" lvl="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D3js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viện</a:t>
            </a:r>
            <a:r>
              <a:rPr lang="en-US" dirty="0"/>
              <a:t> </a:t>
            </a:r>
            <a:r>
              <a:rPr lang="en-US" dirty="0" err="1"/>
              <a:t>javascript</a:t>
            </a:r>
            <a:r>
              <a:rPr lang="en-US" dirty="0"/>
              <a:t>.</a:t>
            </a:r>
          </a:p>
          <a:p>
            <a:pPr marL="342900" lvl="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Cộng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. </a:t>
            </a:r>
          </a:p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085" name="Google Shape;2085;p49"/>
          <p:cNvSpPr txBox="1">
            <a:spLocks noGrp="1"/>
          </p:cNvSpPr>
          <p:nvPr>
            <p:ph type="title"/>
          </p:nvPr>
        </p:nvSpPr>
        <p:spPr>
          <a:xfrm>
            <a:off x="808134" y="116855"/>
            <a:ext cx="7444800" cy="5614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err="1">
                <a:latin typeface="Comfortaa" panose="020B0604020202020204" charset="0"/>
              </a:rPr>
              <a:t>Điểm</a:t>
            </a:r>
            <a:r>
              <a:rPr lang="en-US" sz="3600" b="1" dirty="0">
                <a:latin typeface="Comfortaa" panose="020B0604020202020204" charset="0"/>
              </a:rPr>
              <a:t> </a:t>
            </a:r>
            <a:r>
              <a:rPr lang="en-US" sz="3600" b="1" dirty="0" err="1">
                <a:latin typeface="Comfortaa" panose="020B0604020202020204" charset="0"/>
              </a:rPr>
              <a:t>mạnh</a:t>
            </a:r>
            <a:r>
              <a:rPr lang="en-US" sz="3600" b="1" dirty="0">
                <a:latin typeface="Comfortaa" panose="020B0604020202020204" charset="0"/>
              </a:rPr>
              <a:t> </a:t>
            </a:r>
            <a:r>
              <a:rPr lang="en-US" sz="3600" b="1" dirty="0" err="1">
                <a:latin typeface="Comfortaa" panose="020B0604020202020204" charset="0"/>
              </a:rPr>
              <a:t>của</a:t>
            </a:r>
            <a:r>
              <a:rPr lang="en-US" sz="3600" b="1" dirty="0">
                <a:latin typeface="Comfortaa" panose="020B0604020202020204" charset="0"/>
              </a:rPr>
              <a:t> D3js</a:t>
            </a:r>
            <a:endParaRPr sz="3600" b="1" dirty="0">
              <a:latin typeface="Comfortaa" panose="020B0604020202020204" charset="0"/>
            </a:endParaRPr>
          </a:p>
        </p:txBody>
      </p:sp>
      <p:grpSp>
        <p:nvGrpSpPr>
          <p:cNvPr id="2091" name="Google Shape;2091;p49"/>
          <p:cNvGrpSpPr/>
          <p:nvPr/>
        </p:nvGrpSpPr>
        <p:grpSpPr>
          <a:xfrm>
            <a:off x="998904" y="4165570"/>
            <a:ext cx="927254" cy="923917"/>
            <a:chOff x="-243665" y="2997029"/>
            <a:chExt cx="355474" cy="354208"/>
          </a:xfrm>
        </p:grpSpPr>
        <p:sp>
          <p:nvSpPr>
            <p:cNvPr id="2092" name="Google Shape;2092;p49"/>
            <p:cNvSpPr/>
            <p:nvPr/>
          </p:nvSpPr>
          <p:spPr>
            <a:xfrm>
              <a:off x="-243665" y="3203737"/>
              <a:ext cx="85730" cy="130586"/>
            </a:xfrm>
            <a:custGeom>
              <a:avLst/>
              <a:gdLst/>
              <a:ahLst/>
              <a:cxnLst/>
              <a:rect l="l" t="t" r="r" b="b"/>
              <a:pathLst>
                <a:path w="13411" h="20428" extrusionOk="0">
                  <a:moveTo>
                    <a:pt x="5007" y="0"/>
                  </a:moveTo>
                  <a:cubicBezTo>
                    <a:pt x="4033" y="0"/>
                    <a:pt x="3077" y="293"/>
                    <a:pt x="2369" y="958"/>
                  </a:cubicBezTo>
                  <a:cubicBezTo>
                    <a:pt x="1569" y="1792"/>
                    <a:pt x="1135" y="2959"/>
                    <a:pt x="1202" y="4127"/>
                  </a:cubicBezTo>
                  <a:cubicBezTo>
                    <a:pt x="1268" y="5294"/>
                    <a:pt x="1535" y="6462"/>
                    <a:pt x="1969" y="7529"/>
                  </a:cubicBezTo>
                  <a:cubicBezTo>
                    <a:pt x="3070" y="10531"/>
                    <a:pt x="4537" y="13367"/>
                    <a:pt x="6339" y="16002"/>
                  </a:cubicBezTo>
                  <a:lnTo>
                    <a:pt x="2169" y="15168"/>
                  </a:lnTo>
                  <a:cubicBezTo>
                    <a:pt x="1927" y="15087"/>
                    <a:pt x="1672" y="15043"/>
                    <a:pt x="1420" y="15043"/>
                  </a:cubicBezTo>
                  <a:cubicBezTo>
                    <a:pt x="1256" y="15043"/>
                    <a:pt x="1093" y="15062"/>
                    <a:pt x="935" y="15101"/>
                  </a:cubicBezTo>
                  <a:cubicBezTo>
                    <a:pt x="234" y="15435"/>
                    <a:pt x="1068" y="16035"/>
                    <a:pt x="1469" y="16169"/>
                  </a:cubicBezTo>
                  <a:cubicBezTo>
                    <a:pt x="2269" y="16469"/>
                    <a:pt x="3103" y="16702"/>
                    <a:pt x="3937" y="16902"/>
                  </a:cubicBezTo>
                  <a:cubicBezTo>
                    <a:pt x="3036" y="16936"/>
                    <a:pt x="2136" y="17036"/>
                    <a:pt x="1235" y="17169"/>
                  </a:cubicBezTo>
                  <a:cubicBezTo>
                    <a:pt x="901" y="17203"/>
                    <a:pt x="568" y="17303"/>
                    <a:pt x="268" y="17469"/>
                  </a:cubicBezTo>
                  <a:cubicBezTo>
                    <a:pt x="201" y="17503"/>
                    <a:pt x="134" y="17570"/>
                    <a:pt x="101" y="17636"/>
                  </a:cubicBezTo>
                  <a:cubicBezTo>
                    <a:pt x="1" y="17836"/>
                    <a:pt x="268" y="17970"/>
                    <a:pt x="468" y="18037"/>
                  </a:cubicBezTo>
                  <a:cubicBezTo>
                    <a:pt x="985" y="18187"/>
                    <a:pt x="1519" y="18262"/>
                    <a:pt x="2052" y="18262"/>
                  </a:cubicBezTo>
                  <a:cubicBezTo>
                    <a:pt x="2575" y="18262"/>
                    <a:pt x="3097" y="18190"/>
                    <a:pt x="3603" y="18046"/>
                  </a:cubicBezTo>
                  <a:lnTo>
                    <a:pt x="3603" y="18046"/>
                  </a:lnTo>
                  <a:cubicBezTo>
                    <a:pt x="2963" y="18245"/>
                    <a:pt x="1834" y="19415"/>
                    <a:pt x="1769" y="20038"/>
                  </a:cubicBezTo>
                  <a:cubicBezTo>
                    <a:pt x="1735" y="20138"/>
                    <a:pt x="1769" y="20205"/>
                    <a:pt x="1802" y="20271"/>
                  </a:cubicBezTo>
                  <a:cubicBezTo>
                    <a:pt x="1835" y="20305"/>
                    <a:pt x="1869" y="20372"/>
                    <a:pt x="1936" y="20372"/>
                  </a:cubicBezTo>
                  <a:cubicBezTo>
                    <a:pt x="2061" y="20409"/>
                    <a:pt x="2186" y="20428"/>
                    <a:pt x="2309" y="20428"/>
                  </a:cubicBezTo>
                  <a:cubicBezTo>
                    <a:pt x="2515" y="20428"/>
                    <a:pt x="2715" y="20376"/>
                    <a:pt x="2903" y="20271"/>
                  </a:cubicBezTo>
                  <a:cubicBezTo>
                    <a:pt x="4070" y="19838"/>
                    <a:pt x="5337" y="19338"/>
                    <a:pt x="6137" y="18372"/>
                  </a:cubicBezTo>
                  <a:lnTo>
                    <a:pt x="6137" y="18372"/>
                  </a:lnTo>
                  <a:cubicBezTo>
                    <a:pt x="6089" y="18444"/>
                    <a:pt x="7373" y="18937"/>
                    <a:pt x="7473" y="18971"/>
                  </a:cubicBezTo>
                  <a:cubicBezTo>
                    <a:pt x="7848" y="19046"/>
                    <a:pt x="8223" y="19083"/>
                    <a:pt x="8599" y="19083"/>
                  </a:cubicBezTo>
                  <a:cubicBezTo>
                    <a:pt x="8724" y="19083"/>
                    <a:pt x="8849" y="19079"/>
                    <a:pt x="8974" y="19071"/>
                  </a:cubicBezTo>
                  <a:cubicBezTo>
                    <a:pt x="10008" y="18971"/>
                    <a:pt x="10975" y="18504"/>
                    <a:pt x="11676" y="17736"/>
                  </a:cubicBezTo>
                  <a:cubicBezTo>
                    <a:pt x="13077" y="16235"/>
                    <a:pt x="13410" y="13967"/>
                    <a:pt x="13144" y="11966"/>
                  </a:cubicBezTo>
                  <a:lnTo>
                    <a:pt x="10342" y="2692"/>
                  </a:lnTo>
                  <a:cubicBezTo>
                    <a:pt x="9207" y="1692"/>
                    <a:pt x="8040" y="724"/>
                    <a:pt x="6606" y="257"/>
                  </a:cubicBezTo>
                  <a:cubicBezTo>
                    <a:pt x="6093" y="90"/>
                    <a:pt x="5547" y="0"/>
                    <a:pt x="50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49"/>
            <p:cNvSpPr/>
            <p:nvPr/>
          </p:nvSpPr>
          <p:spPr>
            <a:xfrm>
              <a:off x="26297" y="3203737"/>
              <a:ext cx="85512" cy="130586"/>
            </a:xfrm>
            <a:custGeom>
              <a:avLst/>
              <a:gdLst/>
              <a:ahLst/>
              <a:cxnLst/>
              <a:rect l="l" t="t" r="r" b="b"/>
              <a:pathLst>
                <a:path w="13377" h="20428" extrusionOk="0">
                  <a:moveTo>
                    <a:pt x="8402" y="0"/>
                  </a:moveTo>
                  <a:cubicBezTo>
                    <a:pt x="7863" y="0"/>
                    <a:pt x="7317" y="90"/>
                    <a:pt x="6805" y="257"/>
                  </a:cubicBezTo>
                  <a:cubicBezTo>
                    <a:pt x="5371" y="724"/>
                    <a:pt x="4170" y="1692"/>
                    <a:pt x="3069" y="2692"/>
                  </a:cubicBezTo>
                  <a:lnTo>
                    <a:pt x="234" y="11966"/>
                  </a:lnTo>
                  <a:cubicBezTo>
                    <a:pt x="0" y="13967"/>
                    <a:pt x="334" y="16235"/>
                    <a:pt x="1701" y="17736"/>
                  </a:cubicBezTo>
                  <a:cubicBezTo>
                    <a:pt x="2435" y="18504"/>
                    <a:pt x="3402" y="18971"/>
                    <a:pt x="4437" y="19071"/>
                  </a:cubicBezTo>
                  <a:cubicBezTo>
                    <a:pt x="4562" y="19079"/>
                    <a:pt x="4687" y="19083"/>
                    <a:pt x="4811" y="19083"/>
                  </a:cubicBezTo>
                  <a:cubicBezTo>
                    <a:pt x="5185" y="19083"/>
                    <a:pt x="5554" y="19046"/>
                    <a:pt x="5904" y="18971"/>
                  </a:cubicBezTo>
                  <a:cubicBezTo>
                    <a:pt x="6038" y="18937"/>
                    <a:pt x="7305" y="18437"/>
                    <a:pt x="7272" y="18370"/>
                  </a:cubicBezTo>
                  <a:lnTo>
                    <a:pt x="7272" y="18370"/>
                  </a:lnTo>
                  <a:cubicBezTo>
                    <a:pt x="8072" y="19337"/>
                    <a:pt x="9307" y="19838"/>
                    <a:pt x="10508" y="20271"/>
                  </a:cubicBezTo>
                  <a:cubicBezTo>
                    <a:pt x="10695" y="20376"/>
                    <a:pt x="10896" y="20428"/>
                    <a:pt x="11093" y="20428"/>
                  </a:cubicBezTo>
                  <a:cubicBezTo>
                    <a:pt x="11212" y="20428"/>
                    <a:pt x="11329" y="20409"/>
                    <a:pt x="11442" y="20372"/>
                  </a:cubicBezTo>
                  <a:cubicBezTo>
                    <a:pt x="11508" y="20372"/>
                    <a:pt x="11575" y="20305"/>
                    <a:pt x="11608" y="20271"/>
                  </a:cubicBezTo>
                  <a:cubicBezTo>
                    <a:pt x="11642" y="20205"/>
                    <a:pt x="11642" y="20138"/>
                    <a:pt x="11642" y="20038"/>
                  </a:cubicBezTo>
                  <a:cubicBezTo>
                    <a:pt x="11542" y="19409"/>
                    <a:pt x="10392" y="18222"/>
                    <a:pt x="9788" y="18041"/>
                  </a:cubicBezTo>
                  <a:lnTo>
                    <a:pt x="9788" y="18041"/>
                  </a:lnTo>
                  <a:cubicBezTo>
                    <a:pt x="10300" y="18188"/>
                    <a:pt x="10829" y="18262"/>
                    <a:pt x="11358" y="18262"/>
                  </a:cubicBezTo>
                  <a:cubicBezTo>
                    <a:pt x="11892" y="18262"/>
                    <a:pt x="12426" y="18187"/>
                    <a:pt x="12943" y="18037"/>
                  </a:cubicBezTo>
                  <a:cubicBezTo>
                    <a:pt x="13109" y="17970"/>
                    <a:pt x="13376" y="17836"/>
                    <a:pt x="13310" y="17636"/>
                  </a:cubicBezTo>
                  <a:cubicBezTo>
                    <a:pt x="13276" y="17570"/>
                    <a:pt x="13209" y="17503"/>
                    <a:pt x="13143" y="17469"/>
                  </a:cubicBezTo>
                  <a:cubicBezTo>
                    <a:pt x="12843" y="17303"/>
                    <a:pt x="12509" y="17203"/>
                    <a:pt x="12175" y="17169"/>
                  </a:cubicBezTo>
                  <a:cubicBezTo>
                    <a:pt x="11275" y="17036"/>
                    <a:pt x="10374" y="16936"/>
                    <a:pt x="9473" y="16902"/>
                  </a:cubicBezTo>
                  <a:cubicBezTo>
                    <a:pt x="10307" y="16736"/>
                    <a:pt x="11108" y="16469"/>
                    <a:pt x="11909" y="16169"/>
                  </a:cubicBezTo>
                  <a:cubicBezTo>
                    <a:pt x="12342" y="16035"/>
                    <a:pt x="13176" y="15435"/>
                    <a:pt x="12476" y="15101"/>
                  </a:cubicBezTo>
                  <a:cubicBezTo>
                    <a:pt x="12318" y="15062"/>
                    <a:pt x="12155" y="15043"/>
                    <a:pt x="11990" y="15043"/>
                  </a:cubicBezTo>
                  <a:cubicBezTo>
                    <a:pt x="11738" y="15043"/>
                    <a:pt x="11484" y="15087"/>
                    <a:pt x="11241" y="15168"/>
                  </a:cubicBezTo>
                  <a:lnTo>
                    <a:pt x="7072" y="16002"/>
                  </a:lnTo>
                  <a:cubicBezTo>
                    <a:pt x="8840" y="13367"/>
                    <a:pt x="10307" y="10531"/>
                    <a:pt x="11442" y="7529"/>
                  </a:cubicBezTo>
                  <a:cubicBezTo>
                    <a:pt x="11875" y="6462"/>
                    <a:pt x="12142" y="5294"/>
                    <a:pt x="12209" y="4127"/>
                  </a:cubicBezTo>
                  <a:cubicBezTo>
                    <a:pt x="12275" y="2959"/>
                    <a:pt x="11842" y="1792"/>
                    <a:pt x="11008" y="958"/>
                  </a:cubicBezTo>
                  <a:cubicBezTo>
                    <a:pt x="10322" y="293"/>
                    <a:pt x="9373" y="0"/>
                    <a:pt x="84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49"/>
            <p:cNvSpPr/>
            <p:nvPr/>
          </p:nvSpPr>
          <p:spPr>
            <a:xfrm>
              <a:off x="-221700" y="3227511"/>
              <a:ext cx="59284" cy="72772"/>
            </a:xfrm>
            <a:custGeom>
              <a:avLst/>
              <a:gdLst/>
              <a:ahLst/>
              <a:cxnLst/>
              <a:rect l="l" t="t" r="r" b="b"/>
              <a:pathLst>
                <a:path w="9274" h="11384" extrusionOk="0">
                  <a:moveTo>
                    <a:pt x="119" y="0"/>
                  </a:moveTo>
                  <a:cubicBezTo>
                    <a:pt x="109" y="0"/>
                    <a:pt x="103" y="3"/>
                    <a:pt x="101" y="7"/>
                  </a:cubicBezTo>
                  <a:cubicBezTo>
                    <a:pt x="1" y="141"/>
                    <a:pt x="2736" y="2009"/>
                    <a:pt x="5271" y="5211"/>
                  </a:cubicBezTo>
                  <a:cubicBezTo>
                    <a:pt x="7746" y="8346"/>
                    <a:pt x="9046" y="11383"/>
                    <a:pt x="9203" y="11383"/>
                  </a:cubicBezTo>
                  <a:cubicBezTo>
                    <a:pt x="9204" y="11383"/>
                    <a:pt x="9206" y="11383"/>
                    <a:pt x="9207" y="11382"/>
                  </a:cubicBezTo>
                  <a:cubicBezTo>
                    <a:pt x="9274" y="11349"/>
                    <a:pt x="9040" y="10548"/>
                    <a:pt x="8473" y="9314"/>
                  </a:cubicBezTo>
                  <a:cubicBezTo>
                    <a:pt x="6939" y="6145"/>
                    <a:pt x="4704" y="3343"/>
                    <a:pt x="1935" y="1175"/>
                  </a:cubicBezTo>
                  <a:cubicBezTo>
                    <a:pt x="944" y="401"/>
                    <a:pt x="241" y="0"/>
                    <a:pt x="1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49"/>
            <p:cNvSpPr/>
            <p:nvPr/>
          </p:nvSpPr>
          <p:spPr>
            <a:xfrm>
              <a:off x="30772" y="3227511"/>
              <a:ext cx="59284" cy="72772"/>
            </a:xfrm>
            <a:custGeom>
              <a:avLst/>
              <a:gdLst/>
              <a:ahLst/>
              <a:cxnLst/>
              <a:rect l="l" t="t" r="r" b="b"/>
              <a:pathLst>
                <a:path w="9274" h="11384" extrusionOk="0">
                  <a:moveTo>
                    <a:pt x="9156" y="0"/>
                  </a:moveTo>
                  <a:cubicBezTo>
                    <a:pt x="9034" y="0"/>
                    <a:pt x="8330" y="401"/>
                    <a:pt x="7339" y="1175"/>
                  </a:cubicBezTo>
                  <a:cubicBezTo>
                    <a:pt x="4570" y="3343"/>
                    <a:pt x="2336" y="6145"/>
                    <a:pt x="801" y="9314"/>
                  </a:cubicBezTo>
                  <a:cubicBezTo>
                    <a:pt x="234" y="10548"/>
                    <a:pt x="1" y="11349"/>
                    <a:pt x="67" y="11382"/>
                  </a:cubicBezTo>
                  <a:cubicBezTo>
                    <a:pt x="69" y="11383"/>
                    <a:pt x="70" y="11383"/>
                    <a:pt x="72" y="11383"/>
                  </a:cubicBezTo>
                  <a:cubicBezTo>
                    <a:pt x="227" y="11383"/>
                    <a:pt x="1462" y="8313"/>
                    <a:pt x="4003" y="5211"/>
                  </a:cubicBezTo>
                  <a:cubicBezTo>
                    <a:pt x="6539" y="2042"/>
                    <a:pt x="9274" y="141"/>
                    <a:pt x="9174" y="7"/>
                  </a:cubicBezTo>
                  <a:cubicBezTo>
                    <a:pt x="9171" y="3"/>
                    <a:pt x="9165" y="0"/>
                    <a:pt x="9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49"/>
            <p:cNvSpPr/>
            <p:nvPr/>
          </p:nvSpPr>
          <p:spPr>
            <a:xfrm>
              <a:off x="-193861" y="3182814"/>
              <a:ext cx="68975" cy="168423"/>
            </a:xfrm>
            <a:custGeom>
              <a:avLst/>
              <a:gdLst/>
              <a:ahLst/>
              <a:cxnLst/>
              <a:rect l="l" t="t" r="r" b="b"/>
              <a:pathLst>
                <a:path w="10790" h="26347" extrusionOk="0">
                  <a:moveTo>
                    <a:pt x="8376" y="1"/>
                  </a:moveTo>
                  <a:cubicBezTo>
                    <a:pt x="5462" y="1"/>
                    <a:pt x="3035" y="2192"/>
                    <a:pt x="2050" y="4998"/>
                  </a:cubicBezTo>
                  <a:cubicBezTo>
                    <a:pt x="1316" y="7066"/>
                    <a:pt x="1383" y="9368"/>
                    <a:pt x="1717" y="11536"/>
                  </a:cubicBezTo>
                  <a:cubicBezTo>
                    <a:pt x="2284" y="14972"/>
                    <a:pt x="3418" y="18274"/>
                    <a:pt x="5086" y="21343"/>
                  </a:cubicBezTo>
                  <a:cubicBezTo>
                    <a:pt x="4297" y="21196"/>
                    <a:pt x="3498" y="21120"/>
                    <a:pt x="2701" y="21120"/>
                  </a:cubicBezTo>
                  <a:cubicBezTo>
                    <a:pt x="2047" y="21120"/>
                    <a:pt x="1395" y="21171"/>
                    <a:pt x="749" y="21276"/>
                  </a:cubicBezTo>
                  <a:cubicBezTo>
                    <a:pt x="416" y="21343"/>
                    <a:pt x="49" y="21476"/>
                    <a:pt x="15" y="21810"/>
                  </a:cubicBezTo>
                  <a:cubicBezTo>
                    <a:pt x="0" y="22232"/>
                    <a:pt x="584" y="22347"/>
                    <a:pt x="1278" y="22347"/>
                  </a:cubicBezTo>
                  <a:cubicBezTo>
                    <a:pt x="2120" y="22347"/>
                    <a:pt x="3125" y="22177"/>
                    <a:pt x="3418" y="22177"/>
                  </a:cubicBezTo>
                  <a:cubicBezTo>
                    <a:pt x="2684" y="22510"/>
                    <a:pt x="1950" y="22911"/>
                    <a:pt x="1316" y="23378"/>
                  </a:cubicBezTo>
                  <a:cubicBezTo>
                    <a:pt x="949" y="23611"/>
                    <a:pt x="582" y="23978"/>
                    <a:pt x="683" y="24412"/>
                  </a:cubicBezTo>
                  <a:cubicBezTo>
                    <a:pt x="869" y="24516"/>
                    <a:pt x="1071" y="24560"/>
                    <a:pt x="1278" y="24560"/>
                  </a:cubicBezTo>
                  <a:cubicBezTo>
                    <a:pt x="1665" y="24560"/>
                    <a:pt x="2069" y="24407"/>
                    <a:pt x="2417" y="24212"/>
                  </a:cubicBezTo>
                  <a:cubicBezTo>
                    <a:pt x="3118" y="23878"/>
                    <a:pt x="3785" y="23411"/>
                    <a:pt x="4419" y="22911"/>
                  </a:cubicBezTo>
                  <a:lnTo>
                    <a:pt x="4419" y="22911"/>
                  </a:lnTo>
                  <a:cubicBezTo>
                    <a:pt x="4285" y="23978"/>
                    <a:pt x="4452" y="25079"/>
                    <a:pt x="4919" y="26046"/>
                  </a:cubicBezTo>
                  <a:cubicBezTo>
                    <a:pt x="4986" y="26180"/>
                    <a:pt x="5086" y="26346"/>
                    <a:pt x="5252" y="26346"/>
                  </a:cubicBezTo>
                  <a:cubicBezTo>
                    <a:pt x="5419" y="26313"/>
                    <a:pt x="5453" y="26213"/>
                    <a:pt x="5519" y="26080"/>
                  </a:cubicBezTo>
                  <a:cubicBezTo>
                    <a:pt x="6053" y="25046"/>
                    <a:pt x="5920" y="23778"/>
                    <a:pt x="5753" y="22644"/>
                  </a:cubicBezTo>
                  <a:lnTo>
                    <a:pt x="5753" y="22644"/>
                  </a:lnTo>
                  <a:cubicBezTo>
                    <a:pt x="6295" y="22803"/>
                    <a:pt x="6855" y="22882"/>
                    <a:pt x="7413" y="22882"/>
                  </a:cubicBezTo>
                  <a:cubicBezTo>
                    <a:pt x="8605" y="22882"/>
                    <a:pt x="9790" y="22525"/>
                    <a:pt x="10790" y="21843"/>
                  </a:cubicBezTo>
                  <a:lnTo>
                    <a:pt x="9422" y="94"/>
                  </a:lnTo>
                  <a:cubicBezTo>
                    <a:pt x="9068" y="31"/>
                    <a:pt x="8718" y="1"/>
                    <a:pt x="83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49"/>
            <p:cNvSpPr/>
            <p:nvPr/>
          </p:nvSpPr>
          <p:spPr>
            <a:xfrm>
              <a:off x="-7609" y="3182137"/>
              <a:ext cx="68860" cy="169101"/>
            </a:xfrm>
            <a:custGeom>
              <a:avLst/>
              <a:gdLst/>
              <a:ahLst/>
              <a:cxnLst/>
              <a:rect l="l" t="t" r="r" b="b"/>
              <a:pathLst>
                <a:path w="10772" h="26453" extrusionOk="0">
                  <a:moveTo>
                    <a:pt x="1835" y="0"/>
                  </a:moveTo>
                  <a:lnTo>
                    <a:pt x="0" y="21949"/>
                  </a:lnTo>
                  <a:cubicBezTo>
                    <a:pt x="1000" y="22631"/>
                    <a:pt x="2170" y="22988"/>
                    <a:pt x="3363" y="22988"/>
                  </a:cubicBezTo>
                  <a:cubicBezTo>
                    <a:pt x="3921" y="22988"/>
                    <a:pt x="4484" y="22909"/>
                    <a:pt x="5037" y="22750"/>
                  </a:cubicBezTo>
                  <a:lnTo>
                    <a:pt x="5037" y="22750"/>
                  </a:lnTo>
                  <a:cubicBezTo>
                    <a:pt x="4870" y="23884"/>
                    <a:pt x="4737" y="25152"/>
                    <a:pt x="5237" y="26186"/>
                  </a:cubicBezTo>
                  <a:cubicBezTo>
                    <a:pt x="5304" y="26319"/>
                    <a:pt x="5371" y="26419"/>
                    <a:pt x="5504" y="26452"/>
                  </a:cubicBezTo>
                  <a:cubicBezTo>
                    <a:pt x="5671" y="26452"/>
                    <a:pt x="5771" y="26286"/>
                    <a:pt x="5838" y="26152"/>
                  </a:cubicBezTo>
                  <a:cubicBezTo>
                    <a:pt x="6305" y="25185"/>
                    <a:pt x="6505" y="24084"/>
                    <a:pt x="6371" y="23017"/>
                  </a:cubicBezTo>
                  <a:lnTo>
                    <a:pt x="6371" y="23017"/>
                  </a:lnTo>
                  <a:cubicBezTo>
                    <a:pt x="6972" y="23517"/>
                    <a:pt x="7639" y="23984"/>
                    <a:pt x="8373" y="24318"/>
                  </a:cubicBezTo>
                  <a:cubicBezTo>
                    <a:pt x="8721" y="24513"/>
                    <a:pt x="9125" y="24666"/>
                    <a:pt x="9503" y="24666"/>
                  </a:cubicBezTo>
                  <a:cubicBezTo>
                    <a:pt x="9705" y="24666"/>
                    <a:pt x="9900" y="24622"/>
                    <a:pt x="10074" y="24518"/>
                  </a:cubicBezTo>
                  <a:cubicBezTo>
                    <a:pt x="10174" y="24084"/>
                    <a:pt x="9807" y="23717"/>
                    <a:pt x="9474" y="23484"/>
                  </a:cubicBezTo>
                  <a:cubicBezTo>
                    <a:pt x="8807" y="23017"/>
                    <a:pt x="8106" y="22616"/>
                    <a:pt x="7339" y="22283"/>
                  </a:cubicBezTo>
                  <a:cubicBezTo>
                    <a:pt x="7650" y="22283"/>
                    <a:pt x="8663" y="22453"/>
                    <a:pt x="9504" y="22453"/>
                  </a:cubicBezTo>
                  <a:cubicBezTo>
                    <a:pt x="10196" y="22453"/>
                    <a:pt x="10771" y="22338"/>
                    <a:pt x="10741" y="21916"/>
                  </a:cubicBezTo>
                  <a:cubicBezTo>
                    <a:pt x="10708" y="21582"/>
                    <a:pt x="10341" y="21449"/>
                    <a:pt x="10007" y="21382"/>
                  </a:cubicBezTo>
                  <a:cubicBezTo>
                    <a:pt x="9362" y="21277"/>
                    <a:pt x="8709" y="21226"/>
                    <a:pt x="8056" y="21226"/>
                  </a:cubicBezTo>
                  <a:cubicBezTo>
                    <a:pt x="7258" y="21226"/>
                    <a:pt x="6460" y="21302"/>
                    <a:pt x="5671" y="21449"/>
                  </a:cubicBezTo>
                  <a:cubicBezTo>
                    <a:pt x="7339" y="18380"/>
                    <a:pt x="8473" y="15078"/>
                    <a:pt x="9040" y="11642"/>
                  </a:cubicBezTo>
                  <a:cubicBezTo>
                    <a:pt x="9374" y="9474"/>
                    <a:pt x="9440" y="7172"/>
                    <a:pt x="8706" y="5104"/>
                  </a:cubicBezTo>
                  <a:cubicBezTo>
                    <a:pt x="7572" y="1768"/>
                    <a:pt x="4970" y="767"/>
                    <a:pt x="18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49"/>
            <p:cNvSpPr/>
            <p:nvPr/>
          </p:nvSpPr>
          <p:spPr>
            <a:xfrm>
              <a:off x="-165829" y="3182776"/>
              <a:ext cx="204285" cy="166780"/>
            </a:xfrm>
            <a:custGeom>
              <a:avLst/>
              <a:gdLst/>
              <a:ahLst/>
              <a:cxnLst/>
              <a:rect l="l" t="t" r="r" b="b"/>
              <a:pathLst>
                <a:path w="31957" h="26090" extrusionOk="0">
                  <a:moveTo>
                    <a:pt x="26886" y="0"/>
                  </a:moveTo>
                  <a:lnTo>
                    <a:pt x="3369" y="1134"/>
                  </a:lnTo>
                  <a:cubicBezTo>
                    <a:pt x="701" y="6138"/>
                    <a:pt x="0" y="12609"/>
                    <a:pt x="2168" y="17913"/>
                  </a:cubicBezTo>
                  <a:cubicBezTo>
                    <a:pt x="4532" y="23698"/>
                    <a:pt x="9998" y="26090"/>
                    <a:pt x="15917" y="26090"/>
                  </a:cubicBezTo>
                  <a:cubicBezTo>
                    <a:pt x="16347" y="26090"/>
                    <a:pt x="16779" y="26077"/>
                    <a:pt x="17212" y="26052"/>
                  </a:cubicBezTo>
                  <a:cubicBezTo>
                    <a:pt x="19748" y="25952"/>
                    <a:pt x="22183" y="25152"/>
                    <a:pt x="24284" y="23751"/>
                  </a:cubicBezTo>
                  <a:cubicBezTo>
                    <a:pt x="31956" y="18480"/>
                    <a:pt x="30555" y="7239"/>
                    <a:pt x="26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49"/>
            <p:cNvSpPr/>
            <p:nvPr/>
          </p:nvSpPr>
          <p:spPr>
            <a:xfrm>
              <a:off x="-147496" y="3187251"/>
              <a:ext cx="165905" cy="135400"/>
            </a:xfrm>
            <a:custGeom>
              <a:avLst/>
              <a:gdLst/>
              <a:ahLst/>
              <a:cxnLst/>
              <a:rect l="l" t="t" r="r" b="b"/>
              <a:pathLst>
                <a:path w="25953" h="21181" extrusionOk="0">
                  <a:moveTo>
                    <a:pt x="21850" y="1"/>
                  </a:moveTo>
                  <a:lnTo>
                    <a:pt x="2736" y="935"/>
                  </a:lnTo>
                  <a:cubicBezTo>
                    <a:pt x="568" y="5004"/>
                    <a:pt x="1" y="10241"/>
                    <a:pt x="1769" y="14545"/>
                  </a:cubicBezTo>
                  <a:cubicBezTo>
                    <a:pt x="3694" y="19265"/>
                    <a:pt x="8105" y="21181"/>
                    <a:pt x="12904" y="21181"/>
                  </a:cubicBezTo>
                  <a:cubicBezTo>
                    <a:pt x="13260" y="21181"/>
                    <a:pt x="13618" y="21170"/>
                    <a:pt x="13978" y="21149"/>
                  </a:cubicBezTo>
                  <a:cubicBezTo>
                    <a:pt x="16046" y="21083"/>
                    <a:pt x="18014" y="20415"/>
                    <a:pt x="19748" y="19315"/>
                  </a:cubicBezTo>
                  <a:cubicBezTo>
                    <a:pt x="25953" y="15012"/>
                    <a:pt x="24819" y="5872"/>
                    <a:pt x="21850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49"/>
            <p:cNvSpPr/>
            <p:nvPr/>
          </p:nvSpPr>
          <p:spPr>
            <a:xfrm>
              <a:off x="-189712" y="2997029"/>
              <a:ext cx="243733" cy="218374"/>
            </a:xfrm>
            <a:custGeom>
              <a:avLst/>
              <a:gdLst/>
              <a:ahLst/>
              <a:cxnLst/>
              <a:rect l="l" t="t" r="r" b="b"/>
              <a:pathLst>
                <a:path w="38128" h="34161" extrusionOk="0">
                  <a:moveTo>
                    <a:pt x="6233" y="0"/>
                  </a:moveTo>
                  <a:cubicBezTo>
                    <a:pt x="4665" y="0"/>
                    <a:pt x="3107" y="664"/>
                    <a:pt x="2002" y="1938"/>
                  </a:cubicBezTo>
                  <a:cubicBezTo>
                    <a:pt x="634" y="3606"/>
                    <a:pt x="134" y="5807"/>
                    <a:pt x="667" y="7875"/>
                  </a:cubicBezTo>
                  <a:cubicBezTo>
                    <a:pt x="968" y="9310"/>
                    <a:pt x="1902" y="10644"/>
                    <a:pt x="3269" y="11111"/>
                  </a:cubicBezTo>
                  <a:cubicBezTo>
                    <a:pt x="2302" y="13012"/>
                    <a:pt x="1334" y="14914"/>
                    <a:pt x="834" y="16982"/>
                  </a:cubicBezTo>
                  <a:cubicBezTo>
                    <a:pt x="0" y="20618"/>
                    <a:pt x="367" y="24721"/>
                    <a:pt x="2602" y="27790"/>
                  </a:cubicBezTo>
                  <a:cubicBezTo>
                    <a:pt x="5504" y="31793"/>
                    <a:pt x="11442" y="33427"/>
                    <a:pt x="16045" y="33994"/>
                  </a:cubicBezTo>
                  <a:cubicBezTo>
                    <a:pt x="16846" y="34061"/>
                    <a:pt x="17646" y="34128"/>
                    <a:pt x="18447" y="34161"/>
                  </a:cubicBezTo>
                  <a:lnTo>
                    <a:pt x="19681" y="34161"/>
                  </a:lnTo>
                  <a:cubicBezTo>
                    <a:pt x="20481" y="34128"/>
                    <a:pt x="21282" y="34061"/>
                    <a:pt x="22083" y="33994"/>
                  </a:cubicBezTo>
                  <a:cubicBezTo>
                    <a:pt x="26719" y="33427"/>
                    <a:pt x="32623" y="31793"/>
                    <a:pt x="35559" y="27790"/>
                  </a:cubicBezTo>
                  <a:cubicBezTo>
                    <a:pt x="37761" y="24721"/>
                    <a:pt x="38127" y="20585"/>
                    <a:pt x="37294" y="16982"/>
                  </a:cubicBezTo>
                  <a:cubicBezTo>
                    <a:pt x="36827" y="14880"/>
                    <a:pt x="35826" y="12979"/>
                    <a:pt x="34858" y="11111"/>
                  </a:cubicBezTo>
                  <a:cubicBezTo>
                    <a:pt x="36226" y="10644"/>
                    <a:pt x="37160" y="9276"/>
                    <a:pt x="37494" y="7875"/>
                  </a:cubicBezTo>
                  <a:cubicBezTo>
                    <a:pt x="37994" y="5774"/>
                    <a:pt x="37494" y="3606"/>
                    <a:pt x="36159" y="1938"/>
                  </a:cubicBezTo>
                  <a:cubicBezTo>
                    <a:pt x="35054" y="664"/>
                    <a:pt x="33485" y="0"/>
                    <a:pt x="31909" y="0"/>
                  </a:cubicBezTo>
                  <a:cubicBezTo>
                    <a:pt x="30679" y="0"/>
                    <a:pt x="29444" y="404"/>
                    <a:pt x="28420" y="1237"/>
                  </a:cubicBezTo>
                  <a:cubicBezTo>
                    <a:pt x="26619" y="2738"/>
                    <a:pt x="26119" y="4873"/>
                    <a:pt x="25852" y="7108"/>
                  </a:cubicBezTo>
                  <a:cubicBezTo>
                    <a:pt x="23680" y="6146"/>
                    <a:pt x="21350" y="5637"/>
                    <a:pt x="18992" y="5637"/>
                  </a:cubicBezTo>
                  <a:cubicBezTo>
                    <a:pt x="18489" y="5637"/>
                    <a:pt x="17984" y="5660"/>
                    <a:pt x="17479" y="5707"/>
                  </a:cubicBezTo>
                  <a:cubicBezTo>
                    <a:pt x="15678" y="5874"/>
                    <a:pt x="13577" y="5974"/>
                    <a:pt x="11975" y="6875"/>
                  </a:cubicBezTo>
                  <a:cubicBezTo>
                    <a:pt x="12176" y="4740"/>
                    <a:pt x="11342" y="2638"/>
                    <a:pt x="9707" y="1237"/>
                  </a:cubicBezTo>
                  <a:cubicBezTo>
                    <a:pt x="8684" y="404"/>
                    <a:pt x="7455" y="0"/>
                    <a:pt x="62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49"/>
            <p:cNvSpPr/>
            <p:nvPr/>
          </p:nvSpPr>
          <p:spPr>
            <a:xfrm>
              <a:off x="-164979" y="3015599"/>
              <a:ext cx="31355" cy="31349"/>
            </a:xfrm>
            <a:custGeom>
              <a:avLst/>
              <a:gdLst/>
              <a:ahLst/>
              <a:cxnLst/>
              <a:rect l="l" t="t" r="r" b="b"/>
              <a:pathLst>
                <a:path w="4905" h="4904" extrusionOk="0">
                  <a:moveTo>
                    <a:pt x="2469" y="0"/>
                  </a:moveTo>
                  <a:cubicBezTo>
                    <a:pt x="1101" y="0"/>
                    <a:pt x="1" y="1101"/>
                    <a:pt x="1" y="2435"/>
                  </a:cubicBezTo>
                  <a:cubicBezTo>
                    <a:pt x="1" y="3803"/>
                    <a:pt x="1101" y="4904"/>
                    <a:pt x="2469" y="4904"/>
                  </a:cubicBezTo>
                  <a:cubicBezTo>
                    <a:pt x="3803" y="4904"/>
                    <a:pt x="4904" y="3803"/>
                    <a:pt x="4904" y="2435"/>
                  </a:cubicBezTo>
                  <a:cubicBezTo>
                    <a:pt x="4904" y="1101"/>
                    <a:pt x="3803" y="0"/>
                    <a:pt x="24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49"/>
            <p:cNvSpPr/>
            <p:nvPr/>
          </p:nvSpPr>
          <p:spPr>
            <a:xfrm>
              <a:off x="-183530" y="3095467"/>
              <a:ext cx="227528" cy="119725"/>
            </a:xfrm>
            <a:custGeom>
              <a:avLst/>
              <a:gdLst/>
              <a:ahLst/>
              <a:cxnLst/>
              <a:rect l="l" t="t" r="r" b="b"/>
              <a:pathLst>
                <a:path w="35593" h="18729" extrusionOk="0">
                  <a:moveTo>
                    <a:pt x="16694" y="1"/>
                  </a:moveTo>
                  <a:cubicBezTo>
                    <a:pt x="13953" y="1"/>
                    <a:pt x="11224" y="526"/>
                    <a:pt x="8707" y="1616"/>
                  </a:cubicBezTo>
                  <a:cubicBezTo>
                    <a:pt x="5138" y="3184"/>
                    <a:pt x="2135" y="5753"/>
                    <a:pt x="1" y="8988"/>
                  </a:cubicBezTo>
                  <a:cubicBezTo>
                    <a:pt x="334" y="10189"/>
                    <a:pt x="868" y="11357"/>
                    <a:pt x="1602" y="12391"/>
                  </a:cubicBezTo>
                  <a:cubicBezTo>
                    <a:pt x="4537" y="16394"/>
                    <a:pt x="10475" y="17995"/>
                    <a:pt x="15078" y="18562"/>
                  </a:cubicBezTo>
                  <a:cubicBezTo>
                    <a:pt x="15879" y="18662"/>
                    <a:pt x="16679" y="18729"/>
                    <a:pt x="17480" y="18729"/>
                  </a:cubicBezTo>
                  <a:lnTo>
                    <a:pt x="18714" y="18729"/>
                  </a:lnTo>
                  <a:cubicBezTo>
                    <a:pt x="19514" y="18729"/>
                    <a:pt x="20315" y="18662"/>
                    <a:pt x="21116" y="18562"/>
                  </a:cubicBezTo>
                  <a:cubicBezTo>
                    <a:pt x="25752" y="17995"/>
                    <a:pt x="31656" y="16394"/>
                    <a:pt x="34592" y="12357"/>
                  </a:cubicBezTo>
                  <a:cubicBezTo>
                    <a:pt x="34959" y="11824"/>
                    <a:pt x="35292" y="11257"/>
                    <a:pt x="35593" y="10656"/>
                  </a:cubicBezTo>
                  <a:cubicBezTo>
                    <a:pt x="33725" y="7721"/>
                    <a:pt x="31223" y="5219"/>
                    <a:pt x="28287" y="3318"/>
                  </a:cubicBezTo>
                  <a:cubicBezTo>
                    <a:pt x="24825" y="1149"/>
                    <a:pt x="20746" y="1"/>
                    <a:pt x="166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49"/>
            <p:cNvSpPr/>
            <p:nvPr/>
          </p:nvSpPr>
          <p:spPr>
            <a:xfrm>
              <a:off x="-84376" y="3050144"/>
              <a:ext cx="32845" cy="20283"/>
            </a:xfrm>
            <a:custGeom>
              <a:avLst/>
              <a:gdLst/>
              <a:ahLst/>
              <a:cxnLst/>
              <a:rect l="l" t="t" r="r" b="b"/>
              <a:pathLst>
                <a:path w="5138" h="3173" extrusionOk="0">
                  <a:moveTo>
                    <a:pt x="5004" y="0"/>
                  </a:moveTo>
                  <a:cubicBezTo>
                    <a:pt x="4904" y="0"/>
                    <a:pt x="4871" y="467"/>
                    <a:pt x="4637" y="1168"/>
                  </a:cubicBezTo>
                  <a:cubicBezTo>
                    <a:pt x="4537" y="1535"/>
                    <a:pt x="4304" y="1868"/>
                    <a:pt x="4037" y="2168"/>
                  </a:cubicBezTo>
                  <a:cubicBezTo>
                    <a:pt x="3670" y="2469"/>
                    <a:pt x="3203" y="2635"/>
                    <a:pt x="2736" y="2635"/>
                  </a:cubicBezTo>
                  <a:cubicBezTo>
                    <a:pt x="2686" y="2639"/>
                    <a:pt x="2636" y="2640"/>
                    <a:pt x="2587" y="2640"/>
                  </a:cubicBezTo>
                  <a:cubicBezTo>
                    <a:pt x="2143" y="2640"/>
                    <a:pt x="1732" y="2505"/>
                    <a:pt x="1402" y="2235"/>
                  </a:cubicBezTo>
                  <a:cubicBezTo>
                    <a:pt x="1068" y="2002"/>
                    <a:pt x="801" y="1668"/>
                    <a:pt x="601" y="1334"/>
                  </a:cubicBezTo>
                  <a:cubicBezTo>
                    <a:pt x="301" y="701"/>
                    <a:pt x="267" y="234"/>
                    <a:pt x="201" y="234"/>
                  </a:cubicBezTo>
                  <a:cubicBezTo>
                    <a:pt x="134" y="234"/>
                    <a:pt x="1" y="701"/>
                    <a:pt x="301" y="1468"/>
                  </a:cubicBezTo>
                  <a:cubicBezTo>
                    <a:pt x="434" y="1901"/>
                    <a:pt x="734" y="2302"/>
                    <a:pt x="1101" y="2602"/>
                  </a:cubicBezTo>
                  <a:cubicBezTo>
                    <a:pt x="1535" y="2974"/>
                    <a:pt x="2083" y="3173"/>
                    <a:pt x="2640" y="3173"/>
                  </a:cubicBezTo>
                  <a:cubicBezTo>
                    <a:pt x="2683" y="3173"/>
                    <a:pt x="2726" y="3171"/>
                    <a:pt x="2769" y="3169"/>
                  </a:cubicBezTo>
                  <a:cubicBezTo>
                    <a:pt x="3870" y="3169"/>
                    <a:pt x="4837" y="2368"/>
                    <a:pt x="5038" y="1268"/>
                  </a:cubicBezTo>
                  <a:cubicBezTo>
                    <a:pt x="5138" y="467"/>
                    <a:pt x="5038" y="0"/>
                    <a:pt x="50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49"/>
            <p:cNvSpPr/>
            <p:nvPr/>
          </p:nvSpPr>
          <p:spPr>
            <a:xfrm>
              <a:off x="-166258" y="3235655"/>
              <a:ext cx="34334" cy="91061"/>
            </a:xfrm>
            <a:custGeom>
              <a:avLst/>
              <a:gdLst/>
              <a:ahLst/>
              <a:cxnLst/>
              <a:rect l="l" t="t" r="r" b="b"/>
              <a:pathLst>
                <a:path w="5371" h="14245" extrusionOk="0">
                  <a:moveTo>
                    <a:pt x="0" y="1"/>
                  </a:moveTo>
                  <a:lnTo>
                    <a:pt x="0" y="1"/>
                  </a:lnTo>
                  <a:cubicBezTo>
                    <a:pt x="101" y="168"/>
                    <a:pt x="201" y="368"/>
                    <a:pt x="334" y="535"/>
                  </a:cubicBezTo>
                  <a:cubicBezTo>
                    <a:pt x="534" y="835"/>
                    <a:pt x="834" y="1335"/>
                    <a:pt x="1201" y="1936"/>
                  </a:cubicBezTo>
                  <a:cubicBezTo>
                    <a:pt x="2169" y="3470"/>
                    <a:pt x="2969" y="5105"/>
                    <a:pt x="3636" y="6806"/>
                  </a:cubicBezTo>
                  <a:cubicBezTo>
                    <a:pt x="4037" y="7806"/>
                    <a:pt x="4337" y="8774"/>
                    <a:pt x="4604" y="9641"/>
                  </a:cubicBezTo>
                  <a:cubicBezTo>
                    <a:pt x="4837" y="10442"/>
                    <a:pt x="5037" y="11242"/>
                    <a:pt x="5137" y="12043"/>
                  </a:cubicBezTo>
                  <a:cubicBezTo>
                    <a:pt x="5204" y="12577"/>
                    <a:pt x="5171" y="13144"/>
                    <a:pt x="5004" y="13644"/>
                  </a:cubicBezTo>
                  <a:cubicBezTo>
                    <a:pt x="4904" y="14044"/>
                    <a:pt x="4804" y="14211"/>
                    <a:pt x="4804" y="14244"/>
                  </a:cubicBezTo>
                  <a:cubicBezTo>
                    <a:pt x="4871" y="14178"/>
                    <a:pt x="4871" y="14144"/>
                    <a:pt x="4904" y="14111"/>
                  </a:cubicBezTo>
                  <a:cubicBezTo>
                    <a:pt x="5004" y="13978"/>
                    <a:pt x="5071" y="13844"/>
                    <a:pt x="5104" y="13677"/>
                  </a:cubicBezTo>
                  <a:cubicBezTo>
                    <a:pt x="5304" y="13144"/>
                    <a:pt x="5371" y="12577"/>
                    <a:pt x="5304" y="12009"/>
                  </a:cubicBezTo>
                  <a:cubicBezTo>
                    <a:pt x="5238" y="11209"/>
                    <a:pt x="5071" y="10375"/>
                    <a:pt x="4837" y="9574"/>
                  </a:cubicBezTo>
                  <a:cubicBezTo>
                    <a:pt x="4570" y="8607"/>
                    <a:pt x="4237" y="7640"/>
                    <a:pt x="3870" y="6706"/>
                  </a:cubicBezTo>
                  <a:cubicBezTo>
                    <a:pt x="3203" y="5004"/>
                    <a:pt x="2369" y="3370"/>
                    <a:pt x="1368" y="1802"/>
                  </a:cubicBezTo>
                  <a:cubicBezTo>
                    <a:pt x="1001" y="1235"/>
                    <a:pt x="668" y="768"/>
                    <a:pt x="401" y="468"/>
                  </a:cubicBezTo>
                  <a:cubicBezTo>
                    <a:pt x="301" y="301"/>
                    <a:pt x="167" y="134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49"/>
            <p:cNvSpPr/>
            <p:nvPr/>
          </p:nvSpPr>
          <p:spPr>
            <a:xfrm>
              <a:off x="-999" y="3236940"/>
              <a:ext cx="43079" cy="90205"/>
            </a:xfrm>
            <a:custGeom>
              <a:avLst/>
              <a:gdLst/>
              <a:ahLst/>
              <a:cxnLst/>
              <a:rect l="l" t="t" r="r" b="b"/>
              <a:pathLst>
                <a:path w="6739" h="14111" extrusionOk="0">
                  <a:moveTo>
                    <a:pt x="6738" y="0"/>
                  </a:moveTo>
                  <a:lnTo>
                    <a:pt x="6738" y="0"/>
                  </a:lnTo>
                  <a:cubicBezTo>
                    <a:pt x="6538" y="100"/>
                    <a:pt x="6372" y="234"/>
                    <a:pt x="6238" y="400"/>
                  </a:cubicBezTo>
                  <a:cubicBezTo>
                    <a:pt x="5938" y="667"/>
                    <a:pt x="5504" y="1101"/>
                    <a:pt x="5037" y="1635"/>
                  </a:cubicBezTo>
                  <a:cubicBezTo>
                    <a:pt x="3736" y="3036"/>
                    <a:pt x="2635" y="4603"/>
                    <a:pt x="1768" y="6305"/>
                  </a:cubicBezTo>
                  <a:cubicBezTo>
                    <a:pt x="868" y="8006"/>
                    <a:pt x="300" y="9840"/>
                    <a:pt x="100" y="11742"/>
                  </a:cubicBezTo>
                  <a:cubicBezTo>
                    <a:pt x="34" y="12309"/>
                    <a:pt x="0" y="12909"/>
                    <a:pt x="34" y="13476"/>
                  </a:cubicBezTo>
                  <a:cubicBezTo>
                    <a:pt x="34" y="13676"/>
                    <a:pt x="34" y="13910"/>
                    <a:pt x="100" y="14110"/>
                  </a:cubicBezTo>
                  <a:cubicBezTo>
                    <a:pt x="134" y="14110"/>
                    <a:pt x="100" y="13209"/>
                    <a:pt x="267" y="11775"/>
                  </a:cubicBezTo>
                  <a:cubicBezTo>
                    <a:pt x="534" y="9907"/>
                    <a:pt x="1134" y="8106"/>
                    <a:pt x="1968" y="6405"/>
                  </a:cubicBezTo>
                  <a:cubicBezTo>
                    <a:pt x="2836" y="4737"/>
                    <a:pt x="3903" y="3169"/>
                    <a:pt x="5171" y="1735"/>
                  </a:cubicBezTo>
                  <a:cubicBezTo>
                    <a:pt x="5638" y="1201"/>
                    <a:pt x="6038" y="767"/>
                    <a:pt x="6305" y="467"/>
                  </a:cubicBezTo>
                  <a:cubicBezTo>
                    <a:pt x="6472" y="334"/>
                    <a:pt x="6605" y="167"/>
                    <a:pt x="6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49"/>
            <p:cNvSpPr/>
            <p:nvPr/>
          </p:nvSpPr>
          <p:spPr>
            <a:xfrm>
              <a:off x="-788" y="3020291"/>
              <a:ext cx="30716" cy="31349"/>
            </a:xfrm>
            <a:custGeom>
              <a:avLst/>
              <a:gdLst/>
              <a:ahLst/>
              <a:cxnLst/>
              <a:rect l="l" t="t" r="r" b="b"/>
              <a:pathLst>
                <a:path w="4805" h="4904" extrusionOk="0">
                  <a:moveTo>
                    <a:pt x="2402" y="0"/>
                  </a:moveTo>
                  <a:cubicBezTo>
                    <a:pt x="1068" y="0"/>
                    <a:pt x="1" y="1101"/>
                    <a:pt x="1" y="2435"/>
                  </a:cubicBezTo>
                  <a:cubicBezTo>
                    <a:pt x="1" y="3803"/>
                    <a:pt x="1068" y="4904"/>
                    <a:pt x="2402" y="4904"/>
                  </a:cubicBezTo>
                  <a:cubicBezTo>
                    <a:pt x="3703" y="4904"/>
                    <a:pt x="4804" y="3803"/>
                    <a:pt x="4804" y="2435"/>
                  </a:cubicBezTo>
                  <a:cubicBezTo>
                    <a:pt x="4804" y="1101"/>
                    <a:pt x="3703" y="0"/>
                    <a:pt x="24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01021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41"/>
          <p:cNvSpPr txBox="1">
            <a:spLocks noGrp="1"/>
          </p:cNvSpPr>
          <p:nvPr>
            <p:ph type="subTitle" idx="1"/>
          </p:nvPr>
        </p:nvSpPr>
        <p:spPr>
          <a:xfrm>
            <a:off x="416206" y="1322363"/>
            <a:ext cx="8311588" cy="38211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" sz="1400" b="1" dirty="0"/>
              <a:t>Enviroment setup: vì </a:t>
            </a:r>
            <a:r>
              <a:rPr lang="en" sz="1400" dirty="0"/>
              <a:t>D3.js </a:t>
            </a:r>
            <a:r>
              <a:rPr lang="en" sz="1400" b="1" dirty="0"/>
              <a:t>là một thư viện javascipt, nên có thể dễ dàng thêm qua thẻ script</a:t>
            </a:r>
          </a:p>
          <a:p>
            <a:pPr marL="1143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" sz="1400" b="1" dirty="0"/>
              <a:t>	</a:t>
            </a:r>
            <a:r>
              <a:rPr lang="en-US" sz="1400" b="0" i="0" dirty="0">
                <a:solidFill>
                  <a:srgbClr val="22863A"/>
                </a:solidFill>
                <a:effectLst/>
                <a:latin typeface="SFMono-Regular"/>
              </a:rPr>
              <a:t>&lt;script </a:t>
            </a:r>
            <a:r>
              <a:rPr lang="en-US" sz="1400" b="0" i="0" dirty="0" err="1">
                <a:solidFill>
                  <a:srgbClr val="6F42C1"/>
                </a:solidFill>
                <a:effectLst/>
                <a:latin typeface="SFMono-Regular"/>
              </a:rPr>
              <a:t>src</a:t>
            </a:r>
            <a:r>
              <a:rPr lang="en-US" sz="1400" b="0" i="0" dirty="0">
                <a:solidFill>
                  <a:srgbClr val="032F62"/>
                </a:solidFill>
                <a:effectLst/>
                <a:latin typeface="SFMono-Regular"/>
              </a:rPr>
              <a:t>='https://d3js.org/d3.v4.min.js'</a:t>
            </a:r>
            <a:r>
              <a:rPr lang="en-US" sz="1400" b="0" i="0" dirty="0">
                <a:solidFill>
                  <a:srgbClr val="22863A"/>
                </a:solidFill>
                <a:effectLst/>
                <a:latin typeface="SFMono-Regular"/>
              </a:rPr>
              <a:t>&gt;&lt;/script&gt;</a:t>
            </a:r>
            <a:endParaRPr lang="en" sz="1400" b="1" dirty="0"/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400" b="1" dirty="0"/>
              <a:t>DOM selections: </a:t>
            </a:r>
            <a:r>
              <a:rPr lang="en-US" sz="1400" dirty="0"/>
              <a:t>ta </a:t>
            </a:r>
            <a:r>
              <a:rPr lang="en-US" sz="1400" dirty="0" err="1"/>
              <a:t>có</a:t>
            </a:r>
            <a:r>
              <a:rPr lang="en-US" sz="1400" dirty="0"/>
              <a:t> </a:t>
            </a:r>
            <a:r>
              <a:rPr lang="en-US" sz="1400" dirty="0" err="1"/>
              <a:t>thể</a:t>
            </a:r>
            <a:r>
              <a:rPr lang="en-US" sz="1400" dirty="0"/>
              <a:t> </a:t>
            </a:r>
            <a:r>
              <a:rPr lang="en-US" sz="1400" dirty="0" err="1"/>
              <a:t>lựa</a:t>
            </a:r>
            <a:r>
              <a:rPr lang="en-US" sz="1400" dirty="0"/>
              <a:t> </a:t>
            </a:r>
            <a:r>
              <a:rPr lang="en-US" sz="1400" dirty="0" err="1"/>
              <a:t>chọn</a:t>
            </a:r>
            <a:r>
              <a:rPr lang="en-US" sz="1400" dirty="0"/>
              <a:t> </a:t>
            </a:r>
            <a:r>
              <a:rPr lang="en-US" sz="1400" dirty="0" err="1"/>
              <a:t>và</a:t>
            </a:r>
            <a:r>
              <a:rPr lang="en-US" sz="1400" dirty="0"/>
              <a:t> </a:t>
            </a:r>
            <a:r>
              <a:rPr lang="en-US" sz="1400" dirty="0" err="1"/>
              <a:t>thay</a:t>
            </a:r>
            <a:r>
              <a:rPr lang="en-US" sz="1400" dirty="0"/>
              <a:t> </a:t>
            </a:r>
            <a:r>
              <a:rPr lang="en-US" sz="1400" dirty="0" err="1"/>
              <a:t>đổi</a:t>
            </a:r>
            <a:r>
              <a:rPr lang="en-US" sz="1400" dirty="0"/>
              <a:t> </a:t>
            </a:r>
            <a:r>
              <a:rPr lang="en-US" sz="1400" dirty="0" err="1"/>
              <a:t>chúng</a:t>
            </a:r>
            <a:r>
              <a:rPr lang="en-US" sz="1400" dirty="0"/>
              <a:t>.</a:t>
            </a:r>
          </a:p>
          <a:p>
            <a:pPr marL="1143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400" dirty="0"/>
              <a:t>	</a:t>
            </a:r>
            <a:r>
              <a:rPr lang="en-US" sz="1400" b="0" i="0" dirty="0">
                <a:solidFill>
                  <a:srgbClr val="24292E"/>
                </a:solidFill>
                <a:effectLst/>
                <a:latin typeface="SFMono-Regular"/>
              </a:rPr>
              <a:t>d3.</a:t>
            </a:r>
            <a:r>
              <a:rPr lang="en-US" sz="1400" b="0" i="0" dirty="0">
                <a:solidFill>
                  <a:srgbClr val="6F42C1"/>
                </a:solidFill>
                <a:effectLst/>
                <a:latin typeface="SFMono-Regular"/>
              </a:rPr>
              <a:t>select</a:t>
            </a:r>
            <a:r>
              <a:rPr lang="en-US" sz="1400" b="0" i="0" dirty="0">
                <a:solidFill>
                  <a:srgbClr val="24292E"/>
                </a:solidFill>
                <a:effectLst/>
                <a:latin typeface="SFMono-Regular"/>
              </a:rPr>
              <a:t>(</a:t>
            </a:r>
            <a:r>
              <a:rPr lang="en-US" sz="1400" dirty="0" err="1">
                <a:solidFill>
                  <a:srgbClr val="032F62"/>
                </a:solidFill>
                <a:latin typeface="SFMono-Regular"/>
              </a:rPr>
              <a:t>css</a:t>
            </a:r>
            <a:r>
              <a:rPr lang="en-US" sz="1400" dirty="0">
                <a:solidFill>
                  <a:srgbClr val="032F62"/>
                </a:solidFill>
                <a:latin typeface="SFMono-Regular"/>
              </a:rPr>
              <a:t>-selector</a:t>
            </a:r>
            <a:r>
              <a:rPr lang="en-US" sz="1400" b="0" i="0" dirty="0">
                <a:solidFill>
                  <a:srgbClr val="24292E"/>
                </a:solidFill>
                <a:effectLst/>
                <a:latin typeface="SFMono-Regular"/>
              </a:rPr>
              <a:t>)</a:t>
            </a:r>
          </a:p>
          <a:p>
            <a:pPr marL="1143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400" dirty="0">
                <a:solidFill>
                  <a:srgbClr val="24292E"/>
                </a:solidFill>
                <a:latin typeface="SFMono-Regular"/>
              </a:rPr>
              <a:t>	</a:t>
            </a:r>
            <a:r>
              <a:rPr lang="en-US" sz="1400" b="0" i="0" dirty="0">
                <a:solidFill>
                  <a:srgbClr val="24292E"/>
                </a:solidFill>
                <a:effectLst/>
                <a:latin typeface="SFMono-Regular"/>
              </a:rPr>
              <a:t>d3.</a:t>
            </a:r>
            <a:r>
              <a:rPr lang="en-US" sz="1400" b="0" i="0" dirty="0">
                <a:solidFill>
                  <a:srgbClr val="6F42C1"/>
                </a:solidFill>
                <a:effectLst/>
                <a:latin typeface="SFMono-Regular"/>
              </a:rPr>
              <a:t>selectALL</a:t>
            </a:r>
            <a:r>
              <a:rPr lang="en-US" sz="1400" b="0" i="0" dirty="0">
                <a:solidFill>
                  <a:srgbClr val="24292E"/>
                </a:solidFill>
                <a:effectLst/>
                <a:latin typeface="SFMono-Regular"/>
              </a:rPr>
              <a:t>(</a:t>
            </a:r>
            <a:r>
              <a:rPr lang="en-US" sz="1400" dirty="0" err="1">
                <a:solidFill>
                  <a:srgbClr val="032F62"/>
                </a:solidFill>
                <a:latin typeface="SFMono-Regular"/>
              </a:rPr>
              <a:t>css</a:t>
            </a:r>
            <a:r>
              <a:rPr lang="en-US" sz="1400" dirty="0">
                <a:solidFill>
                  <a:srgbClr val="032F62"/>
                </a:solidFill>
                <a:latin typeface="SFMono-Regular"/>
              </a:rPr>
              <a:t>-selector</a:t>
            </a:r>
            <a:r>
              <a:rPr lang="en-US" sz="1400" b="0" i="0" dirty="0">
                <a:solidFill>
                  <a:srgbClr val="24292E"/>
                </a:solidFill>
                <a:effectLst/>
                <a:latin typeface="SFMono-Regular"/>
              </a:rPr>
              <a:t>)</a:t>
            </a: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400" b="1" dirty="0"/>
              <a:t>Data-binding:</a:t>
            </a:r>
            <a:r>
              <a:rPr lang="en-US" sz="1400" dirty="0"/>
              <a:t> Selections and binding, integrating scales, … </a:t>
            </a:r>
            <a:r>
              <a:rPr lang="en-US" sz="1400" dirty="0" err="1"/>
              <a:t>từ</a:t>
            </a:r>
            <a:r>
              <a:rPr lang="en-US" sz="1400" dirty="0"/>
              <a:t> </a:t>
            </a:r>
            <a:r>
              <a:rPr lang="en-US" sz="1400" dirty="0" err="1"/>
              <a:t>đó</a:t>
            </a:r>
            <a:r>
              <a:rPr lang="en-US" sz="1400" dirty="0"/>
              <a:t> </a:t>
            </a:r>
            <a:r>
              <a:rPr lang="en-US" sz="1400" dirty="0" err="1"/>
              <a:t>thay</a:t>
            </a:r>
            <a:r>
              <a:rPr lang="en-US" sz="1400" dirty="0"/>
              <a:t> </a:t>
            </a:r>
            <a:r>
              <a:rPr lang="en-US" sz="1400" dirty="0" err="1"/>
              <a:t>đổi</a:t>
            </a:r>
            <a:r>
              <a:rPr lang="en-US" sz="1400" dirty="0"/>
              <a:t> </a:t>
            </a:r>
            <a:r>
              <a:rPr lang="en-US" sz="1400" dirty="0" err="1"/>
              <a:t>các</a:t>
            </a:r>
            <a:r>
              <a:rPr lang="en-US" sz="1400" dirty="0"/>
              <a:t> </a:t>
            </a:r>
            <a:r>
              <a:rPr lang="en-US" sz="1400" dirty="0" err="1"/>
              <a:t>phần</a:t>
            </a:r>
            <a:r>
              <a:rPr lang="en-US" sz="1400" dirty="0"/>
              <a:t> </a:t>
            </a:r>
            <a:r>
              <a:rPr lang="en-US" sz="1400" dirty="0" err="1"/>
              <a:t>tử</a:t>
            </a:r>
            <a:r>
              <a:rPr lang="en-US" sz="1400" dirty="0"/>
              <a:t> DOM.</a:t>
            </a: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400" b="1" dirty="0"/>
              <a:t>Data loading: </a:t>
            </a:r>
            <a:r>
              <a:rPr lang="en-US" sz="1400" dirty="0" err="1"/>
              <a:t>có</a:t>
            </a:r>
            <a:r>
              <a:rPr lang="en-US" sz="1400" dirty="0"/>
              <a:t> </a:t>
            </a:r>
            <a:r>
              <a:rPr lang="en-US" sz="1400" dirty="0" err="1"/>
              <a:t>thể</a:t>
            </a:r>
            <a:r>
              <a:rPr lang="en-US" sz="1400" dirty="0"/>
              <a:t> load </a:t>
            </a:r>
            <a:r>
              <a:rPr lang="en-US" sz="1400" dirty="0" err="1"/>
              <a:t>dữ</a:t>
            </a:r>
            <a:r>
              <a:rPr lang="en-US" sz="1400" dirty="0"/>
              <a:t> </a:t>
            </a:r>
            <a:r>
              <a:rPr lang="en-US" sz="1400" dirty="0" err="1"/>
              <a:t>liệu</a:t>
            </a:r>
            <a:r>
              <a:rPr lang="en-US" sz="1400" dirty="0"/>
              <a:t> </a:t>
            </a:r>
            <a:r>
              <a:rPr lang="en-US" sz="1400" dirty="0" err="1"/>
              <a:t>từ</a:t>
            </a:r>
            <a:r>
              <a:rPr lang="en-US" sz="1400" dirty="0"/>
              <a:t> csv, </a:t>
            </a:r>
            <a:r>
              <a:rPr lang="en-US" sz="1400" dirty="0" err="1"/>
              <a:t>tsv</a:t>
            </a:r>
            <a:r>
              <a:rPr lang="en-US" sz="1400" dirty="0"/>
              <a:t>, json, xml,… </a:t>
            </a:r>
            <a:r>
              <a:rPr lang="en-US" sz="1400" dirty="0" err="1"/>
              <a:t>và</a:t>
            </a:r>
            <a:r>
              <a:rPr lang="en-US" sz="1400" dirty="0"/>
              <a:t> </a:t>
            </a:r>
            <a:r>
              <a:rPr lang="en-US" sz="1400" dirty="0" err="1"/>
              <a:t>liên</a:t>
            </a:r>
            <a:r>
              <a:rPr lang="en-US" sz="1400" dirty="0"/>
              <a:t> </a:t>
            </a:r>
            <a:r>
              <a:rPr lang="en-US" sz="1400" dirty="0" err="1"/>
              <a:t>kết</a:t>
            </a:r>
            <a:r>
              <a:rPr lang="en-US" sz="1400" dirty="0"/>
              <a:t> </a:t>
            </a:r>
            <a:r>
              <a:rPr lang="en-US" sz="1400" dirty="0" err="1"/>
              <a:t>với</a:t>
            </a:r>
            <a:r>
              <a:rPr lang="en-US" sz="1400" dirty="0"/>
              <a:t> DOM.</a:t>
            </a:r>
            <a:endParaRPr sz="1400" b="1" dirty="0"/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" sz="1400" b="1" dirty="0"/>
              <a:t>Create SVG elements and SVG </a:t>
            </a:r>
            <a:r>
              <a:rPr lang="en" sz="1400" b="1"/>
              <a:t>charts.</a:t>
            </a: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" sz="1400" b="1"/>
              <a:t>Liên kết dữ liệu với SVG charts</a:t>
            </a:r>
            <a:endParaRPr sz="1400" b="1" dirty="0"/>
          </a:p>
        </p:txBody>
      </p:sp>
      <p:sp>
        <p:nvSpPr>
          <p:cNvPr id="52" name="Google Shape;2274;p53">
            <a:extLst>
              <a:ext uri="{FF2B5EF4-FFF2-40B4-BE49-F238E27FC236}">
                <a16:creationId xmlns:a16="http://schemas.microsoft.com/office/drawing/2014/main" id="{67C299F1-1595-48DF-BD74-99591058522F}"/>
              </a:ext>
            </a:extLst>
          </p:cNvPr>
          <p:cNvSpPr txBox="1">
            <a:spLocks/>
          </p:cNvSpPr>
          <p:nvPr/>
        </p:nvSpPr>
        <p:spPr>
          <a:xfrm>
            <a:off x="2815770" y="390802"/>
            <a:ext cx="5478378" cy="654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bur"/>
              <a:buNone/>
              <a:defRPr sz="3500" b="0" i="0" u="none" strike="noStrike" cap="none">
                <a:solidFill>
                  <a:schemeClr val="dk1"/>
                </a:solidFill>
                <a:latin typeface="Vibur"/>
                <a:ea typeface="Vibur"/>
                <a:cs typeface="Vibur"/>
                <a:sym typeface="Vibu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bur"/>
              <a:buNone/>
              <a:defRPr sz="3500" b="0" i="0" u="none" strike="noStrike" cap="none">
                <a:solidFill>
                  <a:schemeClr val="dk1"/>
                </a:solidFill>
                <a:latin typeface="Vibur"/>
                <a:ea typeface="Vibur"/>
                <a:cs typeface="Vibur"/>
                <a:sym typeface="Vibu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bur"/>
              <a:buNone/>
              <a:defRPr sz="3500" b="0" i="0" u="none" strike="noStrike" cap="none">
                <a:solidFill>
                  <a:schemeClr val="dk1"/>
                </a:solidFill>
                <a:latin typeface="Vibur"/>
                <a:ea typeface="Vibur"/>
                <a:cs typeface="Vibur"/>
                <a:sym typeface="Vibu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bur"/>
              <a:buNone/>
              <a:defRPr sz="3500" b="0" i="0" u="none" strike="noStrike" cap="none">
                <a:solidFill>
                  <a:schemeClr val="dk1"/>
                </a:solidFill>
                <a:latin typeface="Vibur"/>
                <a:ea typeface="Vibur"/>
                <a:cs typeface="Vibur"/>
                <a:sym typeface="Vibu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bur"/>
              <a:buNone/>
              <a:defRPr sz="3500" b="0" i="0" u="none" strike="noStrike" cap="none">
                <a:solidFill>
                  <a:schemeClr val="dk1"/>
                </a:solidFill>
                <a:latin typeface="Vibur"/>
                <a:ea typeface="Vibur"/>
                <a:cs typeface="Vibur"/>
                <a:sym typeface="Vibu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bur"/>
              <a:buNone/>
              <a:defRPr sz="3500" b="0" i="0" u="none" strike="noStrike" cap="none">
                <a:solidFill>
                  <a:schemeClr val="dk1"/>
                </a:solidFill>
                <a:latin typeface="Vibur"/>
                <a:ea typeface="Vibur"/>
                <a:cs typeface="Vibur"/>
                <a:sym typeface="Vibu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bur"/>
              <a:buNone/>
              <a:defRPr sz="3500" b="0" i="0" u="none" strike="noStrike" cap="none">
                <a:solidFill>
                  <a:schemeClr val="dk1"/>
                </a:solidFill>
                <a:latin typeface="Vibur"/>
                <a:ea typeface="Vibur"/>
                <a:cs typeface="Vibur"/>
                <a:sym typeface="Vibu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bur"/>
              <a:buNone/>
              <a:defRPr sz="3500" b="0" i="0" u="none" strike="noStrike" cap="none">
                <a:solidFill>
                  <a:schemeClr val="dk1"/>
                </a:solidFill>
                <a:latin typeface="Vibur"/>
                <a:ea typeface="Vibur"/>
                <a:cs typeface="Vibur"/>
                <a:sym typeface="Vibu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bur"/>
              <a:buNone/>
              <a:defRPr sz="3500" b="0" i="0" u="none" strike="noStrike" cap="none">
                <a:solidFill>
                  <a:schemeClr val="dk1"/>
                </a:solidFill>
                <a:latin typeface="Vibur"/>
                <a:ea typeface="Vibur"/>
                <a:cs typeface="Vibur"/>
                <a:sym typeface="Vibur"/>
              </a:defRPr>
            </a:lvl9pPr>
          </a:lstStyle>
          <a:p>
            <a:r>
              <a:rPr lang="en-US" sz="3600" b="1" dirty="0" err="1">
                <a:latin typeface="Comfortaa" panose="020B0604020202020204" charset="0"/>
              </a:rPr>
              <a:t>Cách</a:t>
            </a:r>
            <a:r>
              <a:rPr lang="en-US" sz="3600" b="1" dirty="0">
                <a:latin typeface="Comfortaa" panose="020B0604020202020204" charset="0"/>
              </a:rPr>
              <a:t> </a:t>
            </a:r>
            <a:r>
              <a:rPr lang="en-US" sz="3600" b="1" dirty="0" err="1">
                <a:latin typeface="Comfortaa" panose="020B0604020202020204" charset="0"/>
              </a:rPr>
              <a:t>sử</a:t>
            </a:r>
            <a:r>
              <a:rPr lang="en-US" sz="3600" b="1" dirty="0">
                <a:latin typeface="Comfortaa" panose="020B0604020202020204" charset="0"/>
              </a:rPr>
              <a:t> </a:t>
            </a:r>
            <a:r>
              <a:rPr lang="en-US" sz="3600" b="1" dirty="0" err="1">
                <a:latin typeface="Comfortaa" panose="020B0604020202020204" charset="0"/>
              </a:rPr>
              <a:t>dụng</a:t>
            </a:r>
            <a:r>
              <a:rPr lang="en-US" sz="3600" b="1" dirty="0">
                <a:latin typeface="Comfortaa" panose="020B0604020202020204" charset="0"/>
              </a:rPr>
              <a:t> D3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2274;p53">
            <a:extLst>
              <a:ext uri="{FF2B5EF4-FFF2-40B4-BE49-F238E27FC236}">
                <a16:creationId xmlns:a16="http://schemas.microsoft.com/office/drawing/2014/main" id="{67C299F1-1595-48DF-BD74-99591058522F}"/>
              </a:ext>
            </a:extLst>
          </p:cNvPr>
          <p:cNvSpPr txBox="1">
            <a:spLocks/>
          </p:cNvSpPr>
          <p:nvPr/>
        </p:nvSpPr>
        <p:spPr>
          <a:xfrm>
            <a:off x="275051" y="1641111"/>
            <a:ext cx="4789713" cy="1141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bur"/>
              <a:buNone/>
              <a:defRPr sz="3500" b="0" i="0" u="none" strike="noStrike" cap="none">
                <a:solidFill>
                  <a:schemeClr val="dk1"/>
                </a:solidFill>
                <a:latin typeface="Vibur"/>
                <a:ea typeface="Vibur"/>
                <a:cs typeface="Vibur"/>
                <a:sym typeface="Vibu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bur"/>
              <a:buNone/>
              <a:defRPr sz="3500" b="0" i="0" u="none" strike="noStrike" cap="none">
                <a:solidFill>
                  <a:schemeClr val="dk1"/>
                </a:solidFill>
                <a:latin typeface="Vibur"/>
                <a:ea typeface="Vibur"/>
                <a:cs typeface="Vibur"/>
                <a:sym typeface="Vibu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bur"/>
              <a:buNone/>
              <a:defRPr sz="3500" b="0" i="0" u="none" strike="noStrike" cap="none">
                <a:solidFill>
                  <a:schemeClr val="dk1"/>
                </a:solidFill>
                <a:latin typeface="Vibur"/>
                <a:ea typeface="Vibur"/>
                <a:cs typeface="Vibur"/>
                <a:sym typeface="Vibu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bur"/>
              <a:buNone/>
              <a:defRPr sz="3500" b="0" i="0" u="none" strike="noStrike" cap="none">
                <a:solidFill>
                  <a:schemeClr val="dk1"/>
                </a:solidFill>
                <a:latin typeface="Vibur"/>
                <a:ea typeface="Vibur"/>
                <a:cs typeface="Vibur"/>
                <a:sym typeface="Vibu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bur"/>
              <a:buNone/>
              <a:defRPr sz="3500" b="0" i="0" u="none" strike="noStrike" cap="none">
                <a:solidFill>
                  <a:schemeClr val="dk1"/>
                </a:solidFill>
                <a:latin typeface="Vibur"/>
                <a:ea typeface="Vibur"/>
                <a:cs typeface="Vibur"/>
                <a:sym typeface="Vibu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bur"/>
              <a:buNone/>
              <a:defRPr sz="3500" b="0" i="0" u="none" strike="noStrike" cap="none">
                <a:solidFill>
                  <a:schemeClr val="dk1"/>
                </a:solidFill>
                <a:latin typeface="Vibur"/>
                <a:ea typeface="Vibur"/>
                <a:cs typeface="Vibur"/>
                <a:sym typeface="Vibu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bur"/>
              <a:buNone/>
              <a:defRPr sz="3500" b="0" i="0" u="none" strike="noStrike" cap="none">
                <a:solidFill>
                  <a:schemeClr val="dk1"/>
                </a:solidFill>
                <a:latin typeface="Vibur"/>
                <a:ea typeface="Vibur"/>
                <a:cs typeface="Vibur"/>
                <a:sym typeface="Vibu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bur"/>
              <a:buNone/>
              <a:defRPr sz="3500" b="0" i="0" u="none" strike="noStrike" cap="none">
                <a:solidFill>
                  <a:schemeClr val="dk1"/>
                </a:solidFill>
                <a:latin typeface="Vibur"/>
                <a:ea typeface="Vibur"/>
                <a:cs typeface="Vibur"/>
                <a:sym typeface="Vibu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bur"/>
              <a:buNone/>
              <a:defRPr sz="3500" b="0" i="0" u="none" strike="noStrike" cap="none">
                <a:solidFill>
                  <a:schemeClr val="dk1"/>
                </a:solidFill>
                <a:latin typeface="Vibur"/>
                <a:ea typeface="Vibur"/>
                <a:cs typeface="Vibur"/>
                <a:sym typeface="Vibur"/>
              </a:defRPr>
            </a:lvl9pPr>
          </a:lstStyle>
          <a:p>
            <a:r>
              <a:rPr lang="en-US" sz="3600" b="1" dirty="0" err="1">
                <a:latin typeface="Comfortaa" panose="020B0604020202020204" charset="0"/>
              </a:rPr>
              <a:t>Cách</a:t>
            </a:r>
            <a:r>
              <a:rPr lang="en-US" sz="3600" b="1" dirty="0">
                <a:latin typeface="Comfortaa" panose="020B0604020202020204" charset="0"/>
              </a:rPr>
              <a:t> </a:t>
            </a:r>
            <a:r>
              <a:rPr lang="en-US" sz="3600" b="1" dirty="0" err="1">
                <a:latin typeface="Comfortaa" panose="020B0604020202020204" charset="0"/>
              </a:rPr>
              <a:t>hoạt</a:t>
            </a:r>
            <a:r>
              <a:rPr lang="en-US" sz="3600" b="1" dirty="0">
                <a:latin typeface="Comfortaa" panose="020B0604020202020204" charset="0"/>
              </a:rPr>
              <a:t> </a:t>
            </a:r>
            <a:r>
              <a:rPr lang="en-US" sz="3600" b="1" dirty="0" err="1">
                <a:latin typeface="Comfortaa" panose="020B0604020202020204" charset="0"/>
              </a:rPr>
              <a:t>động</a:t>
            </a:r>
            <a:r>
              <a:rPr lang="en-US" sz="3600" b="1" dirty="0">
                <a:latin typeface="Comfortaa" panose="020B0604020202020204" charset="0"/>
              </a:rPr>
              <a:t> </a:t>
            </a:r>
            <a:r>
              <a:rPr lang="en-US" sz="3600" b="1" dirty="0" err="1">
                <a:latin typeface="Comfortaa" panose="020B0604020202020204" charset="0"/>
              </a:rPr>
              <a:t>của</a:t>
            </a:r>
            <a:r>
              <a:rPr lang="en-US" sz="3600" b="1" dirty="0">
                <a:latin typeface="Comfortaa" panose="020B0604020202020204" charset="0"/>
              </a:rPr>
              <a:t> D3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164909-7667-45D6-A9C1-D90C8175260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051" y="3409173"/>
            <a:ext cx="4516120" cy="532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virtual selections">
            <a:extLst>
              <a:ext uri="{FF2B5EF4-FFF2-40B4-BE49-F238E27FC236}">
                <a16:creationId xmlns:a16="http://schemas.microsoft.com/office/drawing/2014/main" id="{35BBC643-03A8-4BA5-B27A-E98BACC4F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8464" y="1247775"/>
            <a:ext cx="3400425" cy="264795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487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D9C722EC-3000-48F9-9DE4-776AA341E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6999" y="860683"/>
            <a:ext cx="7153787" cy="31407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727" name="Google Shape;1727;p42"/>
          <p:cNvSpPr txBox="1">
            <a:spLocks noGrp="1"/>
          </p:cNvSpPr>
          <p:nvPr>
            <p:ph type="subTitle" idx="1"/>
          </p:nvPr>
        </p:nvSpPr>
        <p:spPr>
          <a:xfrm>
            <a:off x="0" y="1011242"/>
            <a:ext cx="1793631" cy="35748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" dirty="0"/>
              <a:t>17032 hàng và 23 cột. 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" dirty="0"/>
              <a:t>Mỗi hàng tương ứng với một giao dịch</a:t>
            </a:r>
            <a:endParaRPr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78B9EBC-E6DF-42F2-8C0C-AFD64996E0F5}"/>
              </a:ext>
            </a:extLst>
          </p:cNvPr>
          <p:cNvSpPr txBox="1"/>
          <p:nvPr/>
        </p:nvSpPr>
        <p:spPr>
          <a:xfrm>
            <a:off x="2397503" y="181103"/>
            <a:ext cx="5916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latin typeface="Comfortaa" panose="020B0604020202020204" charset="0"/>
              </a:rPr>
              <a:t>Dữ</a:t>
            </a:r>
            <a:r>
              <a:rPr lang="en-US" sz="3600" b="1" dirty="0">
                <a:latin typeface="Comfortaa" panose="020B0604020202020204" charset="0"/>
              </a:rPr>
              <a:t> </a:t>
            </a:r>
            <a:r>
              <a:rPr lang="en-US" sz="3600" b="1" dirty="0" err="1">
                <a:latin typeface="Comfortaa" panose="020B0604020202020204" charset="0"/>
              </a:rPr>
              <a:t>liệu</a:t>
            </a:r>
            <a:r>
              <a:rPr lang="en-US" sz="3600" b="1" dirty="0">
                <a:latin typeface="Comfortaa" panose="020B0604020202020204" charset="0"/>
              </a:rPr>
              <a:t> Sale ABC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3EF051-65D9-4D2B-A9F5-3EB42747A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0661" y="827434"/>
            <a:ext cx="6849168" cy="31407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76">
            <a:extLst>
              <a:ext uri="{FF2B5EF4-FFF2-40B4-BE49-F238E27FC236}">
                <a16:creationId xmlns:a16="http://schemas.microsoft.com/office/drawing/2014/main" id="{F7D34493-19A4-4D1D-9EA8-F0AF66483100}"/>
              </a:ext>
            </a:extLst>
          </p:cNvPr>
          <p:cNvSpPr txBox="1"/>
          <p:nvPr/>
        </p:nvSpPr>
        <p:spPr>
          <a:xfrm>
            <a:off x="391311" y="209818"/>
            <a:ext cx="49544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latin typeface="Comfortaa" panose="020B0604020202020204" charset="0"/>
              </a:rPr>
              <a:t>Công</a:t>
            </a:r>
            <a:r>
              <a:rPr lang="en-US" sz="3600" b="1" dirty="0">
                <a:latin typeface="Comfortaa" panose="020B0604020202020204" charset="0"/>
              </a:rPr>
              <a:t> </a:t>
            </a:r>
            <a:r>
              <a:rPr lang="en-US" sz="3600" b="1" dirty="0" err="1">
                <a:latin typeface="Comfortaa" panose="020B0604020202020204" charset="0"/>
              </a:rPr>
              <a:t>nghệ</a:t>
            </a:r>
            <a:r>
              <a:rPr lang="en-US" sz="3600" b="1" dirty="0">
                <a:latin typeface="Comfortaa" panose="020B0604020202020204" charset="0"/>
              </a:rPr>
              <a:t> </a:t>
            </a:r>
            <a:r>
              <a:rPr lang="en-US" sz="3600" b="1" dirty="0" err="1">
                <a:latin typeface="Comfortaa" panose="020B0604020202020204" charset="0"/>
              </a:rPr>
              <a:t>sử</a:t>
            </a:r>
            <a:r>
              <a:rPr lang="en-US" sz="3600" b="1" dirty="0">
                <a:latin typeface="Comfortaa" panose="020B0604020202020204" charset="0"/>
              </a:rPr>
              <a:t> </a:t>
            </a:r>
            <a:r>
              <a:rPr lang="en-US" sz="3600" b="1" dirty="0" err="1">
                <a:latin typeface="Comfortaa" panose="020B0604020202020204" charset="0"/>
              </a:rPr>
              <a:t>dụng</a:t>
            </a:r>
            <a:endParaRPr lang="en-US" sz="3600" b="1" dirty="0">
              <a:latin typeface="Comfortaa" panose="020B060402020202020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A937250-0697-48C7-97FE-54A2378C369C}"/>
              </a:ext>
            </a:extLst>
          </p:cNvPr>
          <p:cNvSpPr txBox="1"/>
          <p:nvPr/>
        </p:nvSpPr>
        <p:spPr>
          <a:xfrm>
            <a:off x="1992684" y="1508735"/>
            <a:ext cx="4954412" cy="1672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mfortaa" panose="020B0604020202020204" charset="0"/>
              </a:rPr>
              <a:t>D3js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mfortaa" panose="020B0604020202020204" charset="0"/>
              </a:rPr>
              <a:t>Html/</a:t>
            </a:r>
            <a:r>
              <a:rPr lang="en-US" b="1" dirty="0" err="1">
                <a:latin typeface="Comfortaa" panose="020B0604020202020204" charset="0"/>
              </a:rPr>
              <a:t>css</a:t>
            </a:r>
            <a:r>
              <a:rPr lang="en-US" b="1" dirty="0">
                <a:latin typeface="Comfortaa" panose="020B0604020202020204" charset="0"/>
              </a:rPr>
              <a:t>/</a:t>
            </a:r>
            <a:r>
              <a:rPr lang="en-US" b="1" dirty="0" err="1">
                <a:latin typeface="Comfortaa" panose="020B0604020202020204" charset="0"/>
              </a:rPr>
              <a:t>js</a:t>
            </a:r>
            <a:endParaRPr lang="en-US" b="1" dirty="0">
              <a:latin typeface="Comfortaa" panose="020B060402020202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mfortaa" panose="020B0604020202020204" charset="0"/>
              </a:rPr>
              <a:t>Python/Django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mfortaa" panose="020B0604020202020204" charset="0"/>
              </a:rPr>
              <a:t>Sqlite3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mfortaa" panose="020B0604020202020204" charset="0"/>
              </a:rPr>
              <a:t>Heroku cloud platform</a:t>
            </a:r>
          </a:p>
        </p:txBody>
      </p:sp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3E513712-D8AF-4F2C-9018-907714D25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1165" y="2630714"/>
            <a:ext cx="1823514" cy="160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81">
            <a:extLst>
              <a:ext uri="{FF2B5EF4-FFF2-40B4-BE49-F238E27FC236}">
                <a16:creationId xmlns:a16="http://schemas.microsoft.com/office/drawing/2014/main" id="{9FB60693-4482-4784-BFC9-969B0CF4144F}"/>
              </a:ext>
            </a:extLst>
          </p:cNvPr>
          <p:cNvSpPr txBox="1"/>
          <p:nvPr/>
        </p:nvSpPr>
        <p:spPr>
          <a:xfrm>
            <a:off x="292838" y="512582"/>
            <a:ext cx="6860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latin typeface="Comfortaa" panose="020B0604020202020204" charset="0"/>
              </a:rPr>
              <a:t>Kết</a:t>
            </a:r>
            <a:r>
              <a:rPr lang="en-US" sz="3600" b="1" dirty="0">
                <a:latin typeface="Comfortaa" panose="020B0604020202020204" charset="0"/>
              </a:rPr>
              <a:t> </a:t>
            </a:r>
            <a:r>
              <a:rPr lang="en-US" sz="3600" b="1" dirty="0" err="1">
                <a:latin typeface="Comfortaa" panose="020B0604020202020204" charset="0"/>
              </a:rPr>
              <a:t>quả</a:t>
            </a:r>
            <a:r>
              <a:rPr lang="en-US" sz="3600" b="1" dirty="0">
                <a:latin typeface="Comfortaa" panose="020B0604020202020204" charset="0"/>
              </a:rPr>
              <a:t> </a:t>
            </a:r>
            <a:r>
              <a:rPr lang="en-US" sz="3600" b="1" dirty="0" err="1">
                <a:latin typeface="Comfortaa" panose="020B0604020202020204" charset="0"/>
              </a:rPr>
              <a:t>quá</a:t>
            </a:r>
            <a:r>
              <a:rPr lang="en-US" sz="3600" b="1" dirty="0">
                <a:latin typeface="Comfortaa" panose="020B0604020202020204" charset="0"/>
              </a:rPr>
              <a:t> </a:t>
            </a:r>
            <a:r>
              <a:rPr lang="en-US" sz="3600" b="1" dirty="0" err="1">
                <a:latin typeface="Comfortaa" panose="020B0604020202020204" charset="0"/>
              </a:rPr>
              <a:t>trình</a:t>
            </a:r>
            <a:r>
              <a:rPr lang="en-US" sz="3600" b="1" dirty="0">
                <a:latin typeface="Comfortaa" panose="020B0604020202020204" charset="0"/>
              </a:rPr>
              <a:t> </a:t>
            </a:r>
            <a:r>
              <a:rPr lang="en-US" sz="3600" b="1" dirty="0" err="1">
                <a:latin typeface="Comfortaa" panose="020B0604020202020204" charset="0"/>
              </a:rPr>
              <a:t>thực</a:t>
            </a:r>
            <a:r>
              <a:rPr lang="en-US" sz="3600" b="1" dirty="0">
                <a:latin typeface="Comfortaa" panose="020B0604020202020204" charset="0"/>
              </a:rPr>
              <a:t> </a:t>
            </a:r>
            <a:r>
              <a:rPr lang="en-US" sz="3600" b="1" dirty="0" err="1">
                <a:latin typeface="Comfortaa" panose="020B0604020202020204" charset="0"/>
              </a:rPr>
              <a:t>hiện</a:t>
            </a:r>
            <a:endParaRPr lang="en-US" sz="3600" b="1" dirty="0">
              <a:latin typeface="Comfortaa" panose="020B060402020202020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6A2F152-3B26-435D-B600-289C2CC0C6B7}"/>
              </a:ext>
            </a:extLst>
          </p:cNvPr>
          <p:cNvSpPr txBox="1"/>
          <p:nvPr/>
        </p:nvSpPr>
        <p:spPr>
          <a:xfrm>
            <a:off x="4572000" y="1158913"/>
            <a:ext cx="2501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omfortaa" panose="020B0604020202020204" charset="0"/>
              </a:rPr>
              <a:t>abc-sale.herokuapp.com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5660F5B-B730-4901-97ED-ECA84AF0F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194" y="1584123"/>
            <a:ext cx="6680218" cy="3046795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0D8710EF-90EA-4003-BA3E-142126C4B7D8}"/>
              </a:ext>
            </a:extLst>
          </p:cNvPr>
          <p:cNvSpPr txBox="1"/>
          <p:nvPr/>
        </p:nvSpPr>
        <p:spPr>
          <a:xfrm>
            <a:off x="1287194" y="4748351"/>
            <a:ext cx="2949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tx1"/>
                </a:solidFill>
                <a:latin typeface="Comfortaa" panose="020B0604020202020204" charset="0"/>
              </a:rPr>
              <a:t>Tình</a:t>
            </a:r>
            <a:r>
              <a:rPr lang="en-US" b="1" dirty="0">
                <a:solidFill>
                  <a:schemeClr val="tx1"/>
                </a:solidFill>
                <a:latin typeface="Comfortaa" panose="020B0604020202020204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mfortaa" panose="020B0604020202020204" charset="0"/>
              </a:rPr>
              <a:t>trạng</a:t>
            </a:r>
            <a:r>
              <a:rPr lang="en-US" b="1" dirty="0">
                <a:solidFill>
                  <a:schemeClr val="tx1"/>
                </a:solidFill>
                <a:latin typeface="Comfortaa" panose="020B0604020202020204" charset="0"/>
              </a:rPr>
              <a:t>: </a:t>
            </a:r>
            <a:r>
              <a:rPr lang="en-US" b="1" dirty="0" err="1">
                <a:solidFill>
                  <a:schemeClr val="tx1"/>
                </a:solidFill>
                <a:latin typeface="Comfortaa" panose="020B0604020202020204" charset="0"/>
              </a:rPr>
              <a:t>Chưa</a:t>
            </a:r>
            <a:r>
              <a:rPr lang="en-US" b="1" dirty="0">
                <a:solidFill>
                  <a:schemeClr val="tx1"/>
                </a:solidFill>
                <a:latin typeface="Comfortaa" panose="020B0604020202020204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mfortaa" panose="020B0604020202020204" charset="0"/>
              </a:rPr>
              <a:t>hoàn</a:t>
            </a:r>
            <a:r>
              <a:rPr lang="en-US" b="1" dirty="0">
                <a:solidFill>
                  <a:schemeClr val="tx1"/>
                </a:solidFill>
                <a:latin typeface="Comfortaa" panose="020B0604020202020204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mfortaa" panose="020B0604020202020204" charset="0"/>
              </a:rPr>
              <a:t>thiện</a:t>
            </a:r>
            <a:endParaRPr lang="en-US" b="1" dirty="0">
              <a:solidFill>
                <a:schemeClr val="tx1"/>
              </a:solidFill>
              <a:latin typeface="Comfortaa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76">
            <a:extLst>
              <a:ext uri="{FF2B5EF4-FFF2-40B4-BE49-F238E27FC236}">
                <a16:creationId xmlns:a16="http://schemas.microsoft.com/office/drawing/2014/main" id="{F7D34493-19A4-4D1D-9EA8-F0AF66483100}"/>
              </a:ext>
            </a:extLst>
          </p:cNvPr>
          <p:cNvSpPr txBox="1"/>
          <p:nvPr/>
        </p:nvSpPr>
        <p:spPr>
          <a:xfrm>
            <a:off x="391311" y="209818"/>
            <a:ext cx="23659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latin typeface="Comfortaa" panose="020B0604020202020204" charset="0"/>
              </a:rPr>
              <a:t>Tổng</a:t>
            </a:r>
            <a:r>
              <a:rPr lang="en-US" sz="3600" b="1" dirty="0">
                <a:latin typeface="Comfortaa" panose="020B0604020202020204" charset="0"/>
              </a:rPr>
              <a:t> </a:t>
            </a:r>
            <a:r>
              <a:rPr lang="en-US" sz="3600" b="1" dirty="0" err="1">
                <a:latin typeface="Comfortaa" panose="020B0604020202020204" charset="0"/>
              </a:rPr>
              <a:t>kết</a:t>
            </a:r>
            <a:endParaRPr lang="en-US" sz="3600" b="1" dirty="0">
              <a:latin typeface="Comfortaa" panose="020B060402020202020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A937250-0697-48C7-97FE-54A2378C369C}"/>
              </a:ext>
            </a:extLst>
          </p:cNvPr>
          <p:cNvSpPr txBox="1"/>
          <p:nvPr/>
        </p:nvSpPr>
        <p:spPr>
          <a:xfrm>
            <a:off x="1574290" y="1002298"/>
            <a:ext cx="6471137" cy="3611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i="1" dirty="0" err="1">
                <a:latin typeface="Comfortaa" panose="020B0604020202020204" charset="0"/>
              </a:rPr>
              <a:t>Nhược</a:t>
            </a:r>
            <a:r>
              <a:rPr lang="en-US" b="1" i="1" dirty="0">
                <a:latin typeface="Comfortaa" panose="020B0604020202020204" charset="0"/>
              </a:rPr>
              <a:t> </a:t>
            </a:r>
            <a:r>
              <a:rPr lang="en-US" b="1" i="1" dirty="0" err="1">
                <a:latin typeface="Comfortaa" panose="020B0604020202020204" charset="0"/>
              </a:rPr>
              <a:t>điểm</a:t>
            </a:r>
            <a:endParaRPr lang="en-US" b="1" i="1" dirty="0">
              <a:latin typeface="Comfortaa" panose="020B060402020202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Comfortaa" panose="020B0604020202020204" charset="0"/>
              </a:rPr>
              <a:t>Chưa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hoàn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thiện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sản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phẩm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sau</a:t>
            </a:r>
            <a:r>
              <a:rPr lang="en-US" b="1" dirty="0">
                <a:latin typeface="Comfortaa" panose="020B0604020202020204" charset="0"/>
              </a:rPr>
              <a:t> 7 </a:t>
            </a:r>
            <a:r>
              <a:rPr lang="en-US" b="1" dirty="0" err="1">
                <a:latin typeface="Comfortaa" panose="020B0604020202020204" charset="0"/>
              </a:rPr>
              <a:t>tháng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tiến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hành</a:t>
            </a:r>
            <a:endParaRPr lang="en-US" b="1" dirty="0">
              <a:latin typeface="Comfortaa" panose="020B060402020202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Comfortaa" panose="020B0604020202020204" charset="0"/>
              </a:rPr>
              <a:t>Tiến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độ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chậm</a:t>
            </a:r>
            <a:endParaRPr lang="en-US" b="1" dirty="0">
              <a:latin typeface="Comfortaa" panose="020B060402020202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Comfortaa" panose="020B0604020202020204" charset="0"/>
              </a:rPr>
              <a:t>Gặp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khó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khăn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khi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sử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dụng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công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nghệ</a:t>
            </a:r>
            <a:r>
              <a:rPr lang="en-US" b="1" dirty="0">
                <a:latin typeface="Comfortaa" panose="020B0604020202020204" charset="0"/>
              </a:rPr>
              <a:t> Web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Comfortaa" panose="020B0604020202020204" charset="0"/>
              </a:rPr>
              <a:t>Đọc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tài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liệu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tiếng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anh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yếu</a:t>
            </a:r>
            <a:endParaRPr lang="en-US" b="1" dirty="0">
              <a:latin typeface="Comfortaa" panose="020B0604020202020204" charset="0"/>
            </a:endParaRPr>
          </a:p>
          <a:p>
            <a:pPr>
              <a:lnSpc>
                <a:spcPct val="150000"/>
              </a:lnSpc>
            </a:pPr>
            <a:r>
              <a:rPr lang="en-US" b="1" i="1" dirty="0" err="1">
                <a:latin typeface="Comfortaa" panose="020B0604020202020204" charset="0"/>
              </a:rPr>
              <a:t>Kết</a:t>
            </a:r>
            <a:r>
              <a:rPr lang="en-US" b="1" i="1" dirty="0">
                <a:latin typeface="Comfortaa" panose="020B0604020202020204" charset="0"/>
              </a:rPr>
              <a:t> </a:t>
            </a:r>
            <a:r>
              <a:rPr lang="en-US" b="1" i="1" dirty="0" err="1">
                <a:latin typeface="Comfortaa" panose="020B0604020202020204" charset="0"/>
              </a:rPr>
              <a:t>quả</a:t>
            </a:r>
            <a:r>
              <a:rPr lang="en-US" b="1" i="1" dirty="0">
                <a:latin typeface="Comfortaa" panose="020B0604020202020204" charset="0"/>
              </a:rPr>
              <a:t> </a:t>
            </a:r>
            <a:r>
              <a:rPr lang="en-US" b="1" i="1" dirty="0" err="1">
                <a:latin typeface="Comfortaa" panose="020B0604020202020204" charset="0"/>
              </a:rPr>
              <a:t>đạt</a:t>
            </a:r>
            <a:r>
              <a:rPr lang="en-US" b="1" i="1" dirty="0">
                <a:latin typeface="Comfortaa" panose="020B0604020202020204" charset="0"/>
              </a:rPr>
              <a:t> </a:t>
            </a:r>
            <a:r>
              <a:rPr lang="en-US" b="1" i="1" dirty="0" err="1">
                <a:latin typeface="Comfortaa" panose="020B0604020202020204" charset="0"/>
              </a:rPr>
              <a:t>được</a:t>
            </a:r>
            <a:endParaRPr lang="en-US" b="1" i="1" dirty="0">
              <a:latin typeface="Comfortaa" panose="020B060402020202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Comfortaa" panose="020B0604020202020204" charset="0"/>
              </a:rPr>
              <a:t>Căn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bản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biết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sử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dụng</a:t>
            </a:r>
            <a:r>
              <a:rPr lang="en-US" b="1" dirty="0">
                <a:latin typeface="Comfortaa" panose="020B0604020202020204" charset="0"/>
              </a:rPr>
              <a:t> D3js, Django </a:t>
            </a:r>
            <a:r>
              <a:rPr lang="en-US" b="1" dirty="0" err="1">
                <a:latin typeface="Comfortaa" panose="020B0604020202020204" charset="0"/>
              </a:rPr>
              <a:t>và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công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nghệ</a:t>
            </a:r>
            <a:r>
              <a:rPr lang="en-US" b="1" dirty="0">
                <a:latin typeface="Comfortaa" panose="020B0604020202020204" charset="0"/>
              </a:rPr>
              <a:t> Web</a:t>
            </a:r>
          </a:p>
          <a:p>
            <a:pPr>
              <a:lnSpc>
                <a:spcPct val="150000"/>
              </a:lnSpc>
            </a:pPr>
            <a:r>
              <a:rPr lang="en-US" b="1" i="1" dirty="0" err="1">
                <a:latin typeface="Comfortaa" panose="020B0604020202020204" charset="0"/>
              </a:rPr>
              <a:t>Mục</a:t>
            </a:r>
            <a:r>
              <a:rPr lang="en-US" b="1" i="1" dirty="0">
                <a:latin typeface="Comfortaa" panose="020B0604020202020204" charset="0"/>
              </a:rPr>
              <a:t> </a:t>
            </a:r>
            <a:r>
              <a:rPr lang="en-US" b="1" i="1" dirty="0" err="1">
                <a:latin typeface="Comfortaa" panose="020B0604020202020204" charset="0"/>
              </a:rPr>
              <a:t>tiêu</a:t>
            </a:r>
            <a:endParaRPr lang="en-US" b="1" i="1" dirty="0">
              <a:latin typeface="Comfortaa" panose="020B060402020202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Comfortaa" panose="020B0604020202020204" charset="0"/>
              </a:rPr>
              <a:t>Tiếp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tục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hoàn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thành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sản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phẩm</a:t>
            </a:r>
            <a:endParaRPr lang="en-US" b="1" dirty="0">
              <a:latin typeface="Comfortaa" panose="020B060402020202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Comfortaa" panose="020B0604020202020204" charset="0"/>
              </a:rPr>
              <a:t>Sử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dụng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ReactJs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và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cải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thiện</a:t>
            </a:r>
            <a:r>
              <a:rPr lang="en-US" b="1" dirty="0">
                <a:latin typeface="Comfortaa" panose="020B0604020202020204" charset="0"/>
              </a:rPr>
              <a:t> UI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Comfortaa" panose="020B0604020202020204" charset="0"/>
              </a:rPr>
              <a:t>Cải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thiện</a:t>
            </a:r>
            <a:r>
              <a:rPr lang="en-US" b="1" dirty="0">
                <a:latin typeface="Comfortaa" panose="020B0604020202020204" charset="0"/>
              </a:rPr>
              <a:t> Back-end </a:t>
            </a:r>
            <a:r>
              <a:rPr lang="en-US" b="1" dirty="0" err="1">
                <a:latin typeface="Comfortaa" panose="020B0604020202020204" charset="0"/>
              </a:rPr>
              <a:t>và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sử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dụng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progresql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thay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thế</a:t>
            </a:r>
            <a:r>
              <a:rPr lang="en-US" b="1" dirty="0">
                <a:latin typeface="Comfortaa" panose="020B0604020202020204" charset="0"/>
              </a:rPr>
              <a:t> </a:t>
            </a:r>
            <a:r>
              <a:rPr lang="en-US" b="1" dirty="0" err="1">
                <a:latin typeface="Comfortaa" panose="020B0604020202020204" charset="0"/>
              </a:rPr>
              <a:t>cho</a:t>
            </a:r>
            <a:r>
              <a:rPr lang="en-US" b="1" dirty="0">
                <a:latin typeface="Comfortaa" panose="020B0604020202020204" charset="0"/>
              </a:rPr>
              <a:t> sqlite3</a:t>
            </a:r>
          </a:p>
        </p:txBody>
      </p:sp>
    </p:spTree>
    <p:extLst>
      <p:ext uri="{BB962C8B-B14F-4D97-AF65-F5344CB8AC3E}">
        <p14:creationId xmlns:p14="http://schemas.microsoft.com/office/powerpoint/2010/main" val="2375525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A513C5-2EEB-4D90-8184-3E3227F7C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002" y="1650930"/>
            <a:ext cx="7915992" cy="646500"/>
          </a:xfrm>
        </p:spPr>
        <p:txBody>
          <a:bodyPr/>
          <a:lstStyle/>
          <a:p>
            <a:r>
              <a:rPr lang="en-US" sz="3600" b="1" dirty="0" err="1">
                <a:latin typeface="Comfortaa" panose="020B0604020202020204" charset="0"/>
              </a:rPr>
              <a:t>Cảm</a:t>
            </a:r>
            <a:r>
              <a:rPr lang="en-US" sz="3600" b="1" dirty="0">
                <a:latin typeface="Comfortaa" panose="020B0604020202020204" charset="0"/>
              </a:rPr>
              <a:t> </a:t>
            </a:r>
            <a:r>
              <a:rPr lang="en-US" sz="3600" b="1" dirty="0" err="1">
                <a:latin typeface="Comfortaa" panose="020B0604020202020204" charset="0"/>
              </a:rPr>
              <a:t>ơn</a:t>
            </a:r>
            <a:r>
              <a:rPr lang="en-US" sz="3600" b="1" dirty="0">
                <a:latin typeface="Comfortaa" panose="020B0604020202020204" charset="0"/>
              </a:rPr>
              <a:t> </a:t>
            </a:r>
            <a:r>
              <a:rPr lang="en-US" sz="3600" b="1" dirty="0" err="1">
                <a:latin typeface="Comfortaa" panose="020B0604020202020204" charset="0"/>
              </a:rPr>
              <a:t>mọi</a:t>
            </a:r>
            <a:r>
              <a:rPr lang="en-US" sz="3600" b="1" dirty="0">
                <a:latin typeface="Comfortaa" panose="020B0604020202020204" charset="0"/>
              </a:rPr>
              <a:t> </a:t>
            </a:r>
            <a:r>
              <a:rPr lang="en-US" sz="3600" b="1" dirty="0" err="1">
                <a:latin typeface="Comfortaa" panose="020B0604020202020204" charset="0"/>
              </a:rPr>
              <a:t>người</a:t>
            </a:r>
            <a:r>
              <a:rPr lang="en-US" sz="3600" b="1" dirty="0">
                <a:latin typeface="Comfortaa" panose="020B0604020202020204" charset="0"/>
              </a:rPr>
              <a:t> </a:t>
            </a:r>
            <a:r>
              <a:rPr lang="en-US" sz="3600" b="1" dirty="0" err="1">
                <a:latin typeface="Comfortaa" panose="020B0604020202020204" charset="0"/>
              </a:rPr>
              <a:t>đã</a:t>
            </a:r>
            <a:r>
              <a:rPr lang="en-US" sz="3600" b="1" dirty="0">
                <a:latin typeface="Comfortaa" panose="020B0604020202020204" charset="0"/>
              </a:rPr>
              <a:t> </a:t>
            </a:r>
            <a:r>
              <a:rPr lang="en-US" sz="3600" b="1" dirty="0" err="1">
                <a:latin typeface="Comfortaa" panose="020B0604020202020204" charset="0"/>
              </a:rPr>
              <a:t>lắng</a:t>
            </a:r>
            <a:r>
              <a:rPr lang="en-US" sz="3600" b="1" dirty="0">
                <a:latin typeface="Comfortaa" panose="020B0604020202020204" charset="0"/>
              </a:rPr>
              <a:t> </a:t>
            </a:r>
            <a:r>
              <a:rPr lang="en-US" sz="3600" b="1" dirty="0" err="1">
                <a:latin typeface="Comfortaa" panose="020B0604020202020204" charset="0"/>
              </a:rPr>
              <a:t>nghe</a:t>
            </a:r>
            <a:endParaRPr lang="en-US" sz="3600" b="1" dirty="0">
              <a:latin typeface="Comfortaa" panose="020B0604020202020204" charset="0"/>
            </a:endParaRPr>
          </a:p>
        </p:txBody>
      </p:sp>
      <p:pic>
        <p:nvPicPr>
          <p:cNvPr id="6" name="Picture 5" descr="A picture containing indoor&#10;&#10;Description automatically generated">
            <a:extLst>
              <a:ext uri="{FF2B5EF4-FFF2-40B4-BE49-F238E27FC236}">
                <a16:creationId xmlns:a16="http://schemas.microsoft.com/office/drawing/2014/main" id="{A05F1C71-9614-49EE-9224-1729A1E7F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176" y="3016067"/>
            <a:ext cx="2613645" cy="202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832423"/>
      </p:ext>
    </p:extLst>
  </p:cSld>
  <p:clrMapOvr>
    <a:masterClrMapping/>
  </p:clrMapOvr>
</p:sld>
</file>

<file path=ppt/theme/theme1.xml><?xml version="1.0" encoding="utf-8"?>
<a:theme xmlns:a="http://schemas.openxmlformats.org/drawingml/2006/main" name="Learning the Days of the Week by Slidesgo ">
  <a:themeElements>
    <a:clrScheme name="Simple Light">
      <a:dk1>
        <a:srgbClr val="000000"/>
      </a:dk1>
      <a:lt1>
        <a:srgbClr val="FFFFFF"/>
      </a:lt1>
      <a:dk2>
        <a:srgbClr val="BCDBF1"/>
      </a:dk2>
      <a:lt2>
        <a:srgbClr val="B4D5C9"/>
      </a:lt2>
      <a:accent1>
        <a:srgbClr val="86B98A"/>
      </a:accent1>
      <a:accent2>
        <a:srgbClr val="F6DC64"/>
      </a:accent2>
      <a:accent3>
        <a:srgbClr val="EEA74E"/>
      </a:accent3>
      <a:accent4>
        <a:srgbClr val="D9919A"/>
      </a:accent4>
      <a:accent5>
        <a:srgbClr val="D17D92"/>
      </a:accent5>
      <a:accent6>
        <a:srgbClr val="CDBBFC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1311</TotalTime>
  <Words>506</Words>
  <Application>Microsoft Office PowerPoint</Application>
  <PresentationFormat>On-screen Show (16:9)</PresentationFormat>
  <Paragraphs>56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Vibur</vt:lpstr>
      <vt:lpstr>SFMono-Regular</vt:lpstr>
      <vt:lpstr>Comfortaa</vt:lpstr>
      <vt:lpstr>Catamaran</vt:lpstr>
      <vt:lpstr>Work Sans</vt:lpstr>
      <vt:lpstr>Roboto Slab Regular</vt:lpstr>
      <vt:lpstr>Arial</vt:lpstr>
      <vt:lpstr>Learning the Days of the Week by Slidesgo </vt:lpstr>
      <vt:lpstr>Trực quan hóa dữ liệu với D3.js</vt:lpstr>
      <vt:lpstr>Nhiệm vụ đề ra</vt:lpstr>
      <vt:lpstr>Giới thiệu về D3js</vt:lpstr>
      <vt:lpstr>Điểm mạnh của D3js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Cảm ơn mọi người đã lắng nghe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the Days of the Week!</dc:title>
  <dc:creator>Văn Sỹ</dc:creator>
  <cp:lastModifiedBy>Đinh Tuấn Anh</cp:lastModifiedBy>
  <cp:revision>59</cp:revision>
  <dcterms:modified xsi:type="dcterms:W3CDTF">2021-07-01T03:28:48Z</dcterms:modified>
</cp:coreProperties>
</file>